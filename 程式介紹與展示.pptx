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3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308" r:id="rId9"/>
    <p:sldId id="257" r:id="rId10"/>
    <p:sldId id="261" r:id="rId11"/>
    <p:sldId id="284" r:id="rId12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4"/>
    </p:embeddedFont>
    <p:embeddedFont>
      <p:font typeface="Mulish" panose="02020500000000000000" charset="0"/>
      <p:regular r:id="rId15"/>
      <p:bold r:id="rId16"/>
      <p:italic r:id="rId17"/>
      <p:boldItalic r:id="rId18"/>
    </p:embeddedFont>
    <p:embeddedFont>
      <p:font typeface="Nunito Light" pitchFamily="2" charset="0"/>
      <p:regular r:id="rId19"/>
      <p:italic r:id="rId20"/>
    </p:embeddedFont>
    <p:embeddedFont>
      <p:font typeface="Quicksand" panose="02020500000000000000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9" d="100"/>
          <a:sy n="179" d="100"/>
        </p:scale>
        <p:origin x="353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>
          <a:extLst>
            <a:ext uri="{FF2B5EF4-FFF2-40B4-BE49-F238E27FC236}">
              <a16:creationId xmlns:a16="http://schemas.microsoft.com/office/drawing/2014/main" id="{4B8B47C6-0DE6-7E5D-DDE9-57518D26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>
            <a:extLst>
              <a:ext uri="{FF2B5EF4-FFF2-40B4-BE49-F238E27FC236}">
                <a16:creationId xmlns:a16="http://schemas.microsoft.com/office/drawing/2014/main" id="{8139641A-7950-E38F-F172-4F8A5250E8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>
            <a:extLst>
              <a:ext uri="{FF2B5EF4-FFF2-40B4-BE49-F238E27FC236}">
                <a16:creationId xmlns:a16="http://schemas.microsoft.com/office/drawing/2014/main" id="{07C478F5-38FF-FCC6-6B02-3A9889532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5544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5.sv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pp.powerbi.com/groups/me/reports/66423375-4d6c-40fb-9a1a-bfa948751341/?pbi_source=PowerPoin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求職市場資料蒐集系統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latin typeface="+mj-lt"/>
              </a:rPr>
              <a:t>報告人</a:t>
            </a:r>
            <a:r>
              <a:rPr lang="en-US" altLang="zh-TW" dirty="0">
                <a:latin typeface="+mj-lt"/>
              </a:rPr>
              <a:t>:</a:t>
            </a:r>
            <a:r>
              <a:rPr lang="zh-TW" altLang="en-US" dirty="0">
                <a:latin typeface="+mj-lt"/>
              </a:rPr>
              <a:t> 戴伯軒</a:t>
            </a:r>
            <a:endParaRPr dirty="0"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1953433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7133712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3658377" y="33695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642873" y="2601468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642873" y="1531578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9D94660-5172-6D36-10F5-00A1FE31C079}"/>
              </a:ext>
            </a:extLst>
          </p:cNvPr>
          <p:cNvSpPr txBox="1"/>
          <p:nvPr/>
        </p:nvSpPr>
        <p:spPr>
          <a:xfrm>
            <a:off x="5047489" y="1531578"/>
            <a:ext cx="3102864" cy="2410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專案使用到的技術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Python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requests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pymongo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pandas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click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uv (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/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環境管理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MongoDB Altas (store JSON like)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BI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6" y="1690521"/>
            <a:ext cx="1612392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 job detail URL list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48997"/>
            <a:ext cx="315670" cy="2584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48997"/>
            <a:ext cx="322426" cy="60858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470207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Get detail by For looping the URL list and remove unneeded column to create a detail of list </a:t>
            </a: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stCxn id="304" idx="2"/>
            <a:endCxn id="318" idx="0"/>
          </p:cNvCxnSpPr>
          <p:nvPr/>
        </p:nvCxnSpPr>
        <p:spPr>
          <a:xfrm>
            <a:off x="3669342" y="2207472"/>
            <a:ext cx="0" cy="48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According keyword select data from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stCxn id="310" idx="4"/>
            <a:endCxn id="347" idx="0"/>
          </p:cNvCxnSpPr>
          <p:nvPr/>
        </p:nvCxnSpPr>
        <p:spPr>
          <a:xfrm flipH="1">
            <a:off x="5542977" y="2807200"/>
            <a:ext cx="1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Cleaning and output into csv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675129" y="94187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Original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7704" y="1279027"/>
            <a:ext cx="1321522" cy="176273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790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797704" y="3195651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cxnSpLocks/>
            <a:stCxn id="335" idx="2"/>
          </p:cNvCxnSpPr>
          <p:nvPr/>
        </p:nvCxnSpPr>
        <p:spPr>
          <a:xfrm>
            <a:off x="7458465" y="3041763"/>
            <a:ext cx="0" cy="257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062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20886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7965" y="3020705"/>
            <a:ext cx="1548000" cy="63885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6" y="1647998"/>
            <a:ext cx="1548000" cy="60237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9396" y="1024128"/>
            <a:ext cx="1546570" cy="56046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8E11C3EB-4470-9F46-27A2-962E1B6DB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965" y="3750404"/>
            <a:ext cx="1548000" cy="70582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A27B790-684A-A807-56F4-8A529B09CF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966" y="2341219"/>
            <a:ext cx="1548000" cy="58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4" name="Picture" title="This slide contains the following visuals: textbox ,textbox ,Top 15 Skills ,Top 15 Tools. Please refer to the notes on this slide for details">
            <a:hlinkClick r:id="rId2"/>
            <a:extLst>
              <a:ext uri="{FF2B5EF4-FFF2-40B4-BE49-F238E27FC236}">
                <a16:creationId xmlns:a16="http://schemas.microsoft.com/office/drawing/2014/main" id="{44AF0090-901E-A0E3-95CB-DFDBC29E89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74" r="1344" b="6425"/>
          <a:stretch>
            <a:fillRect/>
          </a:stretch>
        </p:blipFill>
        <p:spPr>
          <a:xfrm>
            <a:off x="973112" y="927127"/>
            <a:ext cx="7197777" cy="3758638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>
          <a:extLst>
            <a:ext uri="{FF2B5EF4-FFF2-40B4-BE49-F238E27FC236}">
              <a16:creationId xmlns:a16="http://schemas.microsoft.com/office/drawing/2014/main" id="{F5B0BC03-2AA9-600D-FBBE-77D998CEA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>
            <a:extLst>
              <a:ext uri="{FF2B5EF4-FFF2-40B4-BE49-F238E27FC236}">
                <a16:creationId xmlns:a16="http://schemas.microsoft.com/office/drawing/2014/main" id="{4A7A125A-0EE4-A7D0-00F1-EFBA1EC762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</a:t>
            </a:r>
            <a:endParaRPr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137114D-2CD8-AD80-EACD-6589E5B1D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8" y="967990"/>
            <a:ext cx="4354101" cy="3359499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DB0C4A7-E7E1-0F2F-2A0A-80B1216C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67991"/>
            <a:ext cx="4354100" cy="335949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7C98D4C-83D3-20C7-FEBF-D561132C09C7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</p:spTree>
    <p:extLst>
      <p:ext uri="{BB962C8B-B14F-4D97-AF65-F5344CB8AC3E}">
        <p14:creationId xmlns:p14="http://schemas.microsoft.com/office/powerpoint/2010/main" val="272635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337E5DD-E7CA-FC86-1A6C-F11F55A44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445" y="899684"/>
            <a:ext cx="6907110" cy="376751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“This is a quote. Words full of wisdom that someone important said and can make the reader get inspired.”</a:t>
            </a:r>
            <a:endParaRPr dirty="0"/>
          </a:p>
        </p:txBody>
      </p:sp>
      <p:sp>
        <p:nvSpPr>
          <p:cNvPr id="354" name="Google Shape;354;p3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cxnSp>
        <p:nvCxnSpPr>
          <p:cNvPr id="356" name="Google Shape;356;p34"/>
          <p:cNvCxnSpPr/>
          <p:nvPr/>
        </p:nvCxnSpPr>
        <p:spPr>
          <a:xfrm rot="10800000" flipH="1">
            <a:off x="2553150" y="3923150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57" name="Google Shape;357;p34"/>
          <p:cNvCxnSpPr/>
          <p:nvPr/>
        </p:nvCxnSpPr>
        <p:spPr>
          <a:xfrm rot="10800000" flipH="1">
            <a:off x="2553150" y="3325025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2954" y="462718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/>
          <p:nvPr/>
        </p:nvCxnSpPr>
        <p:spPr>
          <a:xfrm>
            <a:off x="2202000" y="1717825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6504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2541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203</Words>
  <Application>Microsoft Office PowerPoint</Application>
  <PresentationFormat>如螢幕大小 (16:9)</PresentationFormat>
  <Paragraphs>56</Paragraphs>
  <Slides>11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Arial</vt:lpstr>
      <vt:lpstr>Quicksand</vt:lpstr>
      <vt:lpstr>Nunito Light</vt:lpstr>
      <vt:lpstr>Mulish</vt:lpstr>
      <vt:lpstr>Bebas Neue</vt:lpstr>
      <vt:lpstr>Aptos</vt:lpstr>
      <vt:lpstr>Wingdings</vt:lpstr>
      <vt:lpstr>Elegant Bachelor Thesis by Slidesgo</vt:lpstr>
      <vt:lpstr>求職市場資料蒐集系統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—Someone Famous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Aaron Dai</dc:creator>
  <cp:lastModifiedBy>Aaron Dai</cp:lastModifiedBy>
  <cp:revision>10</cp:revision>
  <dcterms:modified xsi:type="dcterms:W3CDTF">2025-12-03T01:03:14Z</dcterms:modified>
</cp:coreProperties>
</file>