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33"/>
  </p:notesMasterIdLst>
  <p:sldIdLst>
    <p:sldId id="256" r:id="rId2"/>
    <p:sldId id="304"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9144000" cy="5143500" type="screen16x9"/>
  <p:notesSz cx="6858000" cy="9144000"/>
  <p:embeddedFontLst>
    <p:embeddedFont>
      <p:font typeface="Bebas Neue" panose="020B0606020202050201" pitchFamily="34" charset="0"/>
      <p:regular r:id="rId34"/>
    </p:embeddedFont>
    <p:embeddedFont>
      <p:font typeface="DM Sans" pitchFamily="2" charset="0"/>
      <p:regular r:id="rId35"/>
      <p:bold r:id="rId36"/>
      <p:italic r:id="rId37"/>
      <p:boldItalic r:id="rId38"/>
    </p:embeddedFont>
    <p:embeddedFont>
      <p:font typeface="IBM Plex Sans" panose="020B0503050203000203" pitchFamily="34" charset="0"/>
      <p:regular r:id="rId39"/>
      <p:bold r:id="rId40"/>
      <p:italic r:id="rId41"/>
      <p:boldItalic r:id="rId42"/>
    </p:embeddedFont>
    <p:embeddedFont>
      <p:font typeface="Lato" panose="020F0502020204030203" pitchFamily="34" charset="0"/>
      <p:regular r:id="rId43"/>
      <p:bold r:id="rId44"/>
      <p:italic r:id="rId45"/>
      <p:boldItalic r:id="rId46"/>
    </p:embeddedFont>
    <p:embeddedFont>
      <p:font typeface="Mulish" panose="02020500000000000000" charset="0"/>
      <p:regular r:id="rId47"/>
      <p:bold r:id="rId48"/>
      <p:italic r:id="rId49"/>
      <p:boldItalic r:id="rId50"/>
    </p:embeddedFont>
    <p:embeddedFont>
      <p:font typeface="Nunito" pitchFamily="2" charset="0"/>
      <p:regular r:id="rId51"/>
    </p:embeddedFont>
    <p:embeddedFont>
      <p:font typeface="Nunito Light" pitchFamily="2" charset="0"/>
      <p:regular r:id="rId52"/>
    </p:embeddedFont>
    <p:embeddedFont>
      <p:font typeface="PT Sans" panose="020B0503020203020204" pitchFamily="34" charset="0"/>
      <p:regular r:id="rId53"/>
      <p:bold r:id="rId54"/>
      <p:italic r:id="rId55"/>
      <p:boldItalic r:id="rId56"/>
    </p:embeddedFont>
    <p:embeddedFont>
      <p:font typeface="Quicksand" panose="02020500000000000000" charset="0"/>
      <p:regular r:id="rId57"/>
      <p:bold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8147E4A-F1A0-4772-A7C4-912096BC5CC2}">
  <a:tblStyle styleId="{38147E4A-F1A0-4772-A7C4-912096BC5CC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79" d="100"/>
          <a:sy n="179" d="100"/>
        </p:scale>
        <p:origin x="353" y="8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font" Target="fonts/font14.fntdata"/><Relationship Id="rId50" Type="http://schemas.openxmlformats.org/officeDocument/2006/relationships/font" Target="fonts/font17.fntdata"/><Relationship Id="rId55" Type="http://schemas.openxmlformats.org/officeDocument/2006/relationships/font" Target="fonts/font2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8.fntdata"/><Relationship Id="rId54" Type="http://schemas.openxmlformats.org/officeDocument/2006/relationships/font" Target="fonts/font21.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3" Type="http://schemas.openxmlformats.org/officeDocument/2006/relationships/font" Target="fonts/font20.fntdata"/><Relationship Id="rId58" Type="http://schemas.openxmlformats.org/officeDocument/2006/relationships/font" Target="fonts/font2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49" Type="http://schemas.openxmlformats.org/officeDocument/2006/relationships/font" Target="fonts/font16.fntdata"/><Relationship Id="rId57" Type="http://schemas.openxmlformats.org/officeDocument/2006/relationships/font" Target="fonts/font24.fntdata"/><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1.fntdata"/><Relationship Id="rId52" Type="http://schemas.openxmlformats.org/officeDocument/2006/relationships/font" Target="fonts/font19.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font" Target="fonts/font15.fntdata"/><Relationship Id="rId56" Type="http://schemas.openxmlformats.org/officeDocument/2006/relationships/font" Target="fonts/font23.fntdata"/><Relationship Id="rId8" Type="http://schemas.openxmlformats.org/officeDocument/2006/relationships/slide" Target="slides/slide7.xml"/><Relationship Id="rId51" Type="http://schemas.openxmlformats.org/officeDocument/2006/relationships/font" Target="fonts/font1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 Id="rId46" Type="http://schemas.openxmlformats.org/officeDocument/2006/relationships/font" Target="fonts/font13.fntdata"/><Relationship Id="rId5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d431007ba2_0_2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133f6155f6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133f6155f6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1dd46dd1d67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1dd46dd1d67_2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1dd46dd1d67_2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1dd46dd1d67_2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1dd46dd1d67_2_6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1dd46dd1d67_2_6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1dd46dd1d67_2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1dd46dd1d67_2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2161ca7da69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 name="Google Shape;395;g2161ca7da69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117b871a42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5" name="Google Shape;405;g117b871a42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133f6155f6d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133f6155f6d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54dda1946d_6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54dda1946d_6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g1dd46dd1d67_2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3" name="Google Shape;483;g1dd46dd1d67_2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117b8719ecc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117b8719ecc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ed9256fe6f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ed9256fe6f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g54dda1946d_4_26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 name="Google Shape;546;g54dda1946d_4_26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1340135a080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1340135a080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g113dfeee943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4" name="Google Shape;614;g113dfeee943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54dda1946d_4_26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54dda1946d_4_26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1dd46dd1d67_2_8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1dd46dd1d67_2_8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117d1415e74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117d1415e74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d5260bdd85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 name="Google Shape;729;gd5260bdd85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Google Shape;772;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3" name="Google Shape;773;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g1dd46dd1d67_2_10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 name="Google Shape;780;g1dd46dd1d67_2_10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1340135a080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7" name="Google Shape;797;g1340135a080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gd44c0c1fca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1" name="Google Shape;821;gd44c0c1fca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51b1a71d38_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51b1a71d38_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609200" y="1424875"/>
            <a:ext cx="5925600" cy="2079300"/>
          </a:xfrm>
          <a:prstGeom prst="rect">
            <a:avLst/>
          </a:prstGeom>
          <a:noFill/>
        </p:spPr>
        <p:txBody>
          <a:bodyPr spcFirstLastPara="1" wrap="square" lIns="91425" tIns="91425" rIns="91425" bIns="91425" anchor="ctr" anchorCtr="0">
            <a:noAutofit/>
          </a:bodyPr>
          <a:lstStyle>
            <a:lvl1pPr lvl="0" algn="ctr">
              <a:lnSpc>
                <a:spcPct val="115000"/>
              </a:lnSpc>
              <a:spcBef>
                <a:spcPts val="0"/>
              </a:spcBef>
              <a:spcAft>
                <a:spcPts val="0"/>
              </a:spcAft>
              <a:buSzPts val="5200"/>
              <a:buNone/>
              <a:defRPr sz="7200" b="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609200" y="3573775"/>
            <a:ext cx="5942700" cy="475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dk1"/>
              </a:buClr>
              <a:buSzPts val="1400"/>
              <a:buNone/>
              <a:defRPr sz="1600"/>
            </a:lvl1pPr>
            <a:lvl2pPr lvl="1" algn="ctr">
              <a:lnSpc>
                <a:spcPct val="100000"/>
              </a:lnSpc>
              <a:spcBef>
                <a:spcPts val="0"/>
              </a:spcBef>
              <a:spcAft>
                <a:spcPts val="0"/>
              </a:spcAft>
              <a:buClr>
                <a:schemeClr val="dk1"/>
              </a:buClr>
              <a:buSzPts val="1800"/>
              <a:buNone/>
              <a:defRPr sz="1800">
                <a:solidFill>
                  <a:schemeClr val="dk1"/>
                </a:solidFill>
              </a:defRPr>
            </a:lvl2pPr>
            <a:lvl3pPr lvl="2" algn="ctr">
              <a:lnSpc>
                <a:spcPct val="100000"/>
              </a:lnSpc>
              <a:spcBef>
                <a:spcPts val="0"/>
              </a:spcBef>
              <a:spcAft>
                <a:spcPts val="0"/>
              </a:spcAft>
              <a:buClr>
                <a:schemeClr val="dk1"/>
              </a:buClr>
              <a:buSzPts val="1800"/>
              <a:buNone/>
              <a:defRPr sz="1800">
                <a:solidFill>
                  <a:schemeClr val="dk1"/>
                </a:solidFill>
              </a:defRPr>
            </a:lvl3pPr>
            <a:lvl4pPr lvl="3" algn="ctr">
              <a:lnSpc>
                <a:spcPct val="100000"/>
              </a:lnSpc>
              <a:spcBef>
                <a:spcPts val="0"/>
              </a:spcBef>
              <a:spcAft>
                <a:spcPts val="0"/>
              </a:spcAft>
              <a:buClr>
                <a:schemeClr val="dk1"/>
              </a:buClr>
              <a:buSzPts val="1800"/>
              <a:buNone/>
              <a:defRPr sz="1800">
                <a:solidFill>
                  <a:schemeClr val="dk1"/>
                </a:solidFill>
              </a:defRPr>
            </a:lvl4pPr>
            <a:lvl5pPr lvl="4" algn="ctr">
              <a:lnSpc>
                <a:spcPct val="100000"/>
              </a:lnSpc>
              <a:spcBef>
                <a:spcPts val="0"/>
              </a:spcBef>
              <a:spcAft>
                <a:spcPts val="0"/>
              </a:spcAft>
              <a:buClr>
                <a:schemeClr val="dk1"/>
              </a:buClr>
              <a:buSzPts val="1800"/>
              <a:buNone/>
              <a:defRPr sz="1800">
                <a:solidFill>
                  <a:schemeClr val="dk1"/>
                </a:solidFill>
              </a:defRPr>
            </a:lvl5pPr>
            <a:lvl6pPr lvl="5" algn="ctr">
              <a:lnSpc>
                <a:spcPct val="100000"/>
              </a:lnSpc>
              <a:spcBef>
                <a:spcPts val="0"/>
              </a:spcBef>
              <a:spcAft>
                <a:spcPts val="0"/>
              </a:spcAft>
              <a:buClr>
                <a:schemeClr val="dk1"/>
              </a:buClr>
              <a:buSzPts val="1800"/>
              <a:buNone/>
              <a:defRPr sz="1800">
                <a:solidFill>
                  <a:schemeClr val="dk1"/>
                </a:solidFill>
              </a:defRPr>
            </a:lvl6pPr>
            <a:lvl7pPr lvl="6" algn="ctr">
              <a:lnSpc>
                <a:spcPct val="100000"/>
              </a:lnSpc>
              <a:spcBef>
                <a:spcPts val="0"/>
              </a:spcBef>
              <a:spcAft>
                <a:spcPts val="0"/>
              </a:spcAft>
              <a:buClr>
                <a:schemeClr val="dk1"/>
              </a:buClr>
              <a:buSzPts val="1800"/>
              <a:buNone/>
              <a:defRPr sz="1800">
                <a:solidFill>
                  <a:schemeClr val="dk1"/>
                </a:solidFill>
              </a:defRPr>
            </a:lvl7pPr>
            <a:lvl8pPr lvl="7" algn="ctr">
              <a:lnSpc>
                <a:spcPct val="100000"/>
              </a:lnSpc>
              <a:spcBef>
                <a:spcPts val="0"/>
              </a:spcBef>
              <a:spcAft>
                <a:spcPts val="0"/>
              </a:spcAft>
              <a:buClr>
                <a:schemeClr val="dk1"/>
              </a:buClr>
              <a:buSzPts val="1800"/>
              <a:buNone/>
              <a:defRPr sz="1800">
                <a:solidFill>
                  <a:schemeClr val="dk1"/>
                </a:solidFill>
              </a:defRPr>
            </a:lvl8pPr>
            <a:lvl9pPr lvl="8" algn="ctr">
              <a:lnSpc>
                <a:spcPct val="100000"/>
              </a:lnSpc>
              <a:spcBef>
                <a:spcPts val="0"/>
              </a:spcBef>
              <a:spcAft>
                <a:spcPts val="0"/>
              </a:spcAft>
              <a:buClr>
                <a:schemeClr val="dk1"/>
              </a:buClr>
              <a:buSzPts val="1800"/>
              <a:buNone/>
              <a:defRPr sz="1800">
                <a:solidFill>
                  <a:schemeClr val="dk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13"/>
        <p:cNvGrpSpPr/>
        <p:nvPr/>
      </p:nvGrpSpPr>
      <p:grpSpPr>
        <a:xfrm>
          <a:off x="0" y="0"/>
          <a:ext cx="0" cy="0"/>
          <a:chOff x="0" y="0"/>
          <a:chExt cx="0" cy="0"/>
        </a:xfrm>
      </p:grpSpPr>
      <p:sp>
        <p:nvSpPr>
          <p:cNvPr id="14" name="Google Shape;14;p3"/>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3"/>
          <p:cNvSpPr txBox="1">
            <a:spLocks noGrp="1"/>
          </p:cNvSpPr>
          <p:nvPr>
            <p:ph type="title"/>
          </p:nvPr>
        </p:nvSpPr>
        <p:spPr>
          <a:xfrm>
            <a:off x="3579950" y="1854500"/>
            <a:ext cx="36048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1959250" y="1854500"/>
            <a:ext cx="11898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7" name="Google Shape;17;p3"/>
          <p:cNvSpPr txBox="1">
            <a:spLocks noGrp="1"/>
          </p:cNvSpPr>
          <p:nvPr>
            <p:ph type="subTitle" idx="1"/>
          </p:nvPr>
        </p:nvSpPr>
        <p:spPr>
          <a:xfrm>
            <a:off x="1959250" y="2939075"/>
            <a:ext cx="5225400" cy="446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None/>
              <a:defRPr/>
            </a:lvl1pPr>
            <a:lvl2pPr lvl="1" algn="ctr" rtl="0">
              <a:lnSpc>
                <a:spcPct val="100000"/>
              </a:lnSpc>
              <a:spcBef>
                <a:spcPts val="1600"/>
              </a:spcBef>
              <a:spcAft>
                <a:spcPts val="0"/>
              </a:spcAft>
              <a:buClr>
                <a:schemeClr val="dk1"/>
              </a:buClr>
              <a:buSzPts val="1400"/>
              <a:buNone/>
              <a:defRPr>
                <a:solidFill>
                  <a:schemeClr val="dk1"/>
                </a:solidFill>
              </a:defRPr>
            </a:lvl2pPr>
            <a:lvl3pPr lvl="2" algn="ctr" rtl="0">
              <a:lnSpc>
                <a:spcPct val="100000"/>
              </a:lnSpc>
              <a:spcBef>
                <a:spcPts val="1600"/>
              </a:spcBef>
              <a:spcAft>
                <a:spcPts val="0"/>
              </a:spcAft>
              <a:buClr>
                <a:schemeClr val="dk1"/>
              </a:buClr>
              <a:buSzPts val="1400"/>
              <a:buNone/>
              <a:defRPr>
                <a:solidFill>
                  <a:schemeClr val="dk1"/>
                </a:solidFill>
              </a:defRPr>
            </a:lvl3pPr>
            <a:lvl4pPr lvl="3" algn="ctr" rtl="0">
              <a:lnSpc>
                <a:spcPct val="100000"/>
              </a:lnSpc>
              <a:spcBef>
                <a:spcPts val="1600"/>
              </a:spcBef>
              <a:spcAft>
                <a:spcPts val="0"/>
              </a:spcAft>
              <a:buClr>
                <a:schemeClr val="dk1"/>
              </a:buClr>
              <a:buSzPts val="1400"/>
              <a:buNone/>
              <a:defRPr>
                <a:solidFill>
                  <a:schemeClr val="dk1"/>
                </a:solidFill>
              </a:defRPr>
            </a:lvl4pPr>
            <a:lvl5pPr lvl="4" algn="ctr" rtl="0">
              <a:lnSpc>
                <a:spcPct val="100000"/>
              </a:lnSpc>
              <a:spcBef>
                <a:spcPts val="1600"/>
              </a:spcBef>
              <a:spcAft>
                <a:spcPts val="0"/>
              </a:spcAft>
              <a:buClr>
                <a:schemeClr val="dk1"/>
              </a:buClr>
              <a:buSzPts val="1400"/>
              <a:buNone/>
              <a:defRPr>
                <a:solidFill>
                  <a:schemeClr val="dk1"/>
                </a:solidFill>
              </a:defRPr>
            </a:lvl5pPr>
            <a:lvl6pPr lvl="5" algn="ctr" rtl="0">
              <a:lnSpc>
                <a:spcPct val="100000"/>
              </a:lnSpc>
              <a:spcBef>
                <a:spcPts val="1600"/>
              </a:spcBef>
              <a:spcAft>
                <a:spcPts val="0"/>
              </a:spcAft>
              <a:buClr>
                <a:schemeClr val="dk1"/>
              </a:buClr>
              <a:buSzPts val="1400"/>
              <a:buNone/>
              <a:defRPr>
                <a:solidFill>
                  <a:schemeClr val="dk1"/>
                </a:solidFill>
              </a:defRPr>
            </a:lvl6pPr>
            <a:lvl7pPr lvl="6" algn="ctr" rtl="0">
              <a:lnSpc>
                <a:spcPct val="100000"/>
              </a:lnSpc>
              <a:spcBef>
                <a:spcPts val="1600"/>
              </a:spcBef>
              <a:spcAft>
                <a:spcPts val="0"/>
              </a:spcAft>
              <a:buClr>
                <a:schemeClr val="dk1"/>
              </a:buClr>
              <a:buSzPts val="1400"/>
              <a:buNone/>
              <a:defRPr>
                <a:solidFill>
                  <a:schemeClr val="dk1"/>
                </a:solidFill>
              </a:defRPr>
            </a:lvl7pPr>
            <a:lvl8pPr lvl="7" algn="ctr" rtl="0">
              <a:lnSpc>
                <a:spcPct val="100000"/>
              </a:lnSpc>
              <a:spcBef>
                <a:spcPts val="1600"/>
              </a:spcBef>
              <a:spcAft>
                <a:spcPts val="0"/>
              </a:spcAft>
              <a:buClr>
                <a:schemeClr val="dk1"/>
              </a:buClr>
              <a:buSzPts val="1400"/>
              <a:buNone/>
              <a:defRPr>
                <a:solidFill>
                  <a:schemeClr val="dk1"/>
                </a:solidFill>
              </a:defRPr>
            </a:lvl8pPr>
            <a:lvl9pPr lvl="8" algn="ctr" rtl="0">
              <a:lnSpc>
                <a:spcPct val="100000"/>
              </a:lnSpc>
              <a:spcBef>
                <a:spcPts val="1600"/>
              </a:spcBef>
              <a:spcAft>
                <a:spcPts val="1600"/>
              </a:spcAft>
              <a:buClr>
                <a:schemeClr val="dk1"/>
              </a:buClr>
              <a:buSzPts val="1400"/>
              <a:buNone/>
              <a:defRPr>
                <a:solidFill>
                  <a:schemeClr val="dk1"/>
                </a:solidFill>
              </a:defRPr>
            </a:lvl9pPr>
          </a:lstStyle>
          <a:p>
            <a:endParaRPr/>
          </a:p>
        </p:txBody>
      </p:sp>
      <p:cxnSp>
        <p:nvCxnSpPr>
          <p:cNvPr id="18" name="Google Shape;18;p3"/>
          <p:cNvCxnSpPr/>
          <p:nvPr/>
        </p:nvCxnSpPr>
        <p:spPr>
          <a:xfrm rot="10800000">
            <a:off x="8761325" y="2079300"/>
            <a:ext cx="0" cy="984900"/>
          </a:xfrm>
          <a:prstGeom prst="straightConnector1">
            <a:avLst/>
          </a:prstGeom>
          <a:noFill/>
          <a:ln w="19050" cap="flat" cmpd="sng">
            <a:solidFill>
              <a:schemeClr val="lt1"/>
            </a:solidFill>
            <a:prstDash val="solid"/>
            <a:round/>
            <a:headEnd type="oval" w="med" len="med"/>
            <a:tailEnd type="oval" w="med" len="med"/>
          </a:ln>
        </p:spPr>
      </p:cxnSp>
      <p:cxnSp>
        <p:nvCxnSpPr>
          <p:cNvPr id="19" name="Google Shape;19;p3"/>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0" name="Google Shape;20;p3"/>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 name="Google Shape;21;p3"/>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2" name="Google Shape;22;p3"/>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3" name="Google Shape;23;p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4" name="Google Shape;24;p3"/>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5" name="Google Shape;25;p3"/>
          <p:cNvCxnSpPr/>
          <p:nvPr/>
        </p:nvCxnSpPr>
        <p:spPr>
          <a:xfrm rot="10800000">
            <a:off x="394350" y="2079300"/>
            <a:ext cx="0" cy="9849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
        <p:cNvGrpSpPr/>
        <p:nvPr/>
      </p:nvGrpSpPr>
      <p:grpSpPr>
        <a:xfrm>
          <a:off x="0" y="0"/>
          <a:ext cx="0" cy="0"/>
          <a:chOff x="0" y="0"/>
          <a:chExt cx="0" cy="0"/>
        </a:xfrm>
      </p:grpSpPr>
      <p:sp>
        <p:nvSpPr>
          <p:cNvPr id="27" name="Google Shape;27;p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8" name="Google Shape;28;p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9" name="Google Shape;29;p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 name="Google Shape;30;p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31" name="Google Shape;31;p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32" name="Google Shape;32;p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33" name="Google Shape;33;p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34" name="Google Shape;34;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5" name="Google Shape;35;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Clr>
                <a:schemeClr val="dk2"/>
              </a:buClr>
              <a:buSzPts val="800"/>
              <a:buFont typeface="Nunito Light"/>
              <a:buChar char="●"/>
              <a:defRPr/>
            </a:lvl1pPr>
            <a:lvl2pPr marL="914400" lvl="1" indent="-304800" rtl="0">
              <a:spcBef>
                <a:spcPts val="0"/>
              </a:spcBef>
              <a:spcAft>
                <a:spcPts val="0"/>
              </a:spcAft>
              <a:buSzPts val="1200"/>
              <a:buFont typeface="Nunito Light"/>
              <a:buChar char="○"/>
              <a:defRPr/>
            </a:lvl2pPr>
            <a:lvl3pPr marL="1371600" lvl="2" indent="-304800" rtl="0">
              <a:lnSpc>
                <a:spcPct val="115000"/>
              </a:lnSpc>
              <a:spcBef>
                <a:spcPts val="0"/>
              </a:spcBef>
              <a:spcAft>
                <a:spcPts val="0"/>
              </a:spcAft>
              <a:buClr>
                <a:srgbClr val="FFC800"/>
              </a:buClr>
              <a:buSzPts val="1200"/>
              <a:buFont typeface="Nunito Light"/>
              <a:buChar char="■"/>
              <a:defRPr/>
            </a:lvl3pPr>
            <a:lvl4pPr marL="1828800" lvl="3" indent="-304800" rtl="0">
              <a:lnSpc>
                <a:spcPct val="115000"/>
              </a:lnSpc>
              <a:spcBef>
                <a:spcPts val="1600"/>
              </a:spcBef>
              <a:spcAft>
                <a:spcPts val="0"/>
              </a:spcAft>
              <a:buClr>
                <a:srgbClr val="FFC800"/>
              </a:buClr>
              <a:buSzPts val="1200"/>
              <a:buFont typeface="Nunito Light"/>
              <a:buChar char="●"/>
              <a:defRPr/>
            </a:lvl4pPr>
            <a:lvl5pPr marL="2286000" lvl="4" indent="-304800" rtl="0">
              <a:lnSpc>
                <a:spcPct val="115000"/>
              </a:lnSpc>
              <a:spcBef>
                <a:spcPts val="1600"/>
              </a:spcBef>
              <a:spcAft>
                <a:spcPts val="0"/>
              </a:spcAft>
              <a:buClr>
                <a:srgbClr val="434343"/>
              </a:buClr>
              <a:buSzPts val="1200"/>
              <a:buFont typeface="Nunito Light"/>
              <a:buChar char="○"/>
              <a:defRPr/>
            </a:lvl5pPr>
            <a:lvl6pPr marL="2743200" lvl="5" indent="-304800" rtl="0">
              <a:lnSpc>
                <a:spcPct val="115000"/>
              </a:lnSpc>
              <a:spcBef>
                <a:spcPts val="1600"/>
              </a:spcBef>
              <a:spcAft>
                <a:spcPts val="0"/>
              </a:spcAft>
              <a:buClr>
                <a:srgbClr val="434343"/>
              </a:buClr>
              <a:buSzPts val="1200"/>
              <a:buFont typeface="Nunito Light"/>
              <a:buChar char="■"/>
              <a:defRPr/>
            </a:lvl6pPr>
            <a:lvl7pPr marL="3200400" lvl="6" indent="-304800" rtl="0">
              <a:lnSpc>
                <a:spcPct val="115000"/>
              </a:lnSpc>
              <a:spcBef>
                <a:spcPts val="1600"/>
              </a:spcBef>
              <a:spcAft>
                <a:spcPts val="0"/>
              </a:spcAft>
              <a:buClr>
                <a:srgbClr val="434343"/>
              </a:buClr>
              <a:buSzPts val="1200"/>
              <a:buFont typeface="Nunito Light"/>
              <a:buChar char="●"/>
              <a:defRPr/>
            </a:lvl7pPr>
            <a:lvl8pPr marL="3657600" lvl="7" indent="-304800" rtl="0">
              <a:lnSpc>
                <a:spcPct val="115000"/>
              </a:lnSpc>
              <a:spcBef>
                <a:spcPts val="1600"/>
              </a:spcBef>
              <a:spcAft>
                <a:spcPts val="0"/>
              </a:spcAft>
              <a:buClr>
                <a:srgbClr val="434343"/>
              </a:buClr>
              <a:buSzPts val="1200"/>
              <a:buFont typeface="Nunito Light"/>
              <a:buChar char="○"/>
              <a:defRPr/>
            </a:lvl8pPr>
            <a:lvl9pPr marL="4114800" lvl="8" indent="-304800" rtl="0">
              <a:lnSpc>
                <a:spcPct val="115000"/>
              </a:lnSpc>
              <a:spcBef>
                <a:spcPts val="1600"/>
              </a:spcBef>
              <a:spcAft>
                <a:spcPts val="1600"/>
              </a:spcAft>
              <a:buClr>
                <a:srgbClr val="434343"/>
              </a:buClr>
              <a:buSzPts val="12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6"/>
        <p:cNvGrpSpPr/>
        <p:nvPr/>
      </p:nvGrpSpPr>
      <p:grpSpPr>
        <a:xfrm>
          <a:off x="0" y="0"/>
          <a:ext cx="0" cy="0"/>
          <a:chOff x="0" y="0"/>
          <a:chExt cx="0" cy="0"/>
        </a:xfrm>
      </p:grpSpPr>
      <p:sp>
        <p:nvSpPr>
          <p:cNvPr id="37" name="Google Shape;37;p5"/>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39" name="Google Shape;39;p5"/>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0" name="Google Shape;40;p5"/>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41" name="Google Shape;41;p5"/>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42" name="Google Shape;42;p5"/>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43" name="Google Shape;43;p5"/>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44" name="Google Shape;4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5" name="Google Shape;45;p5"/>
          <p:cNvSpPr txBox="1">
            <a:spLocks noGrp="1"/>
          </p:cNvSpPr>
          <p:nvPr>
            <p:ph type="subTitle" idx="1"/>
          </p:nvPr>
        </p:nvSpPr>
        <p:spPr>
          <a:xfrm>
            <a:off x="4747387" y="1872353"/>
            <a:ext cx="3698100" cy="2736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b="0"/>
            </a:lvl1pPr>
            <a:lvl2pPr lvl="1" algn="ctr" rtl="0">
              <a:lnSpc>
                <a:spcPct val="100000"/>
              </a:lnSpc>
              <a:spcBef>
                <a:spcPts val="0"/>
              </a:spcBef>
              <a:spcAft>
                <a:spcPts val="0"/>
              </a:spcAft>
              <a:buSzPts val="2800"/>
              <a:buChar char="○"/>
              <a:defRPr sz="2800"/>
            </a:lvl2pPr>
            <a:lvl3pPr lvl="2" algn="ctr" rtl="0">
              <a:lnSpc>
                <a:spcPct val="100000"/>
              </a:lnSpc>
              <a:spcBef>
                <a:spcPts val="0"/>
              </a:spcBef>
              <a:spcAft>
                <a:spcPts val="0"/>
              </a:spcAft>
              <a:buSzPts val="2800"/>
              <a:buChar char="■"/>
              <a:defRPr sz="2800"/>
            </a:lvl3pPr>
            <a:lvl4pPr lvl="3" algn="ctr" rtl="0">
              <a:lnSpc>
                <a:spcPct val="100000"/>
              </a:lnSpc>
              <a:spcBef>
                <a:spcPts val="0"/>
              </a:spcBef>
              <a:spcAft>
                <a:spcPts val="0"/>
              </a:spcAft>
              <a:buSzPts val="2800"/>
              <a:buChar char="●"/>
              <a:defRPr sz="2800"/>
            </a:lvl4pPr>
            <a:lvl5pPr lvl="4" algn="ctr" rtl="0">
              <a:lnSpc>
                <a:spcPct val="100000"/>
              </a:lnSpc>
              <a:spcBef>
                <a:spcPts val="0"/>
              </a:spcBef>
              <a:spcAft>
                <a:spcPts val="0"/>
              </a:spcAft>
              <a:buSzPts val="2800"/>
              <a:buChar char="○"/>
              <a:defRPr sz="2800"/>
            </a:lvl5pPr>
            <a:lvl6pPr lvl="5" algn="ctr" rtl="0">
              <a:lnSpc>
                <a:spcPct val="100000"/>
              </a:lnSpc>
              <a:spcBef>
                <a:spcPts val="0"/>
              </a:spcBef>
              <a:spcAft>
                <a:spcPts val="0"/>
              </a:spcAft>
              <a:buSzPts val="2800"/>
              <a:buChar char="■"/>
              <a:defRPr sz="2800"/>
            </a:lvl6pPr>
            <a:lvl7pPr lvl="6" algn="ctr" rtl="0">
              <a:lnSpc>
                <a:spcPct val="100000"/>
              </a:lnSpc>
              <a:spcBef>
                <a:spcPts val="0"/>
              </a:spcBef>
              <a:spcAft>
                <a:spcPts val="0"/>
              </a:spcAft>
              <a:buSzPts val="2800"/>
              <a:buChar char="●"/>
              <a:defRPr sz="2800"/>
            </a:lvl7pPr>
            <a:lvl8pPr lvl="7" algn="ctr" rtl="0">
              <a:lnSpc>
                <a:spcPct val="100000"/>
              </a:lnSpc>
              <a:spcBef>
                <a:spcPts val="0"/>
              </a:spcBef>
              <a:spcAft>
                <a:spcPts val="0"/>
              </a:spcAft>
              <a:buSzPts val="2800"/>
              <a:buChar char="○"/>
              <a:defRPr sz="2800"/>
            </a:lvl8pPr>
            <a:lvl9pPr lvl="8" algn="ctr" rtl="0">
              <a:lnSpc>
                <a:spcPct val="100000"/>
              </a:lnSpc>
              <a:spcBef>
                <a:spcPts val="0"/>
              </a:spcBef>
              <a:spcAft>
                <a:spcPts val="0"/>
              </a:spcAft>
              <a:buSzPts val="2800"/>
              <a:buChar char="■"/>
              <a:defRPr sz="2800"/>
            </a:lvl9pPr>
          </a:lstStyle>
          <a:p>
            <a:endParaRPr/>
          </a:p>
        </p:txBody>
      </p:sp>
      <p:sp>
        <p:nvSpPr>
          <p:cNvPr id="46" name="Google Shape;46;p5"/>
          <p:cNvSpPr txBox="1">
            <a:spLocks noGrp="1"/>
          </p:cNvSpPr>
          <p:nvPr>
            <p:ph type="subTitle" idx="2"/>
          </p:nvPr>
        </p:nvSpPr>
        <p:spPr>
          <a:xfrm>
            <a:off x="726675" y="1872353"/>
            <a:ext cx="3698100" cy="2736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b="0"/>
            </a:lvl1pPr>
            <a:lvl2pPr lvl="1" algn="ctr" rtl="0">
              <a:lnSpc>
                <a:spcPct val="100000"/>
              </a:lnSpc>
              <a:spcBef>
                <a:spcPts val="1600"/>
              </a:spcBef>
              <a:spcAft>
                <a:spcPts val="0"/>
              </a:spcAft>
              <a:buSzPts val="1400"/>
              <a:buChar char="○"/>
              <a:defRPr sz="2800"/>
            </a:lvl2pPr>
            <a:lvl3pPr lvl="2" algn="ctr" rtl="0">
              <a:lnSpc>
                <a:spcPct val="100000"/>
              </a:lnSpc>
              <a:spcBef>
                <a:spcPts val="0"/>
              </a:spcBef>
              <a:spcAft>
                <a:spcPts val="0"/>
              </a:spcAft>
              <a:buSzPts val="1400"/>
              <a:buChar char="■"/>
              <a:defRPr sz="2800"/>
            </a:lvl3pPr>
            <a:lvl4pPr lvl="3" algn="ctr" rtl="0">
              <a:lnSpc>
                <a:spcPct val="100000"/>
              </a:lnSpc>
              <a:spcBef>
                <a:spcPts val="0"/>
              </a:spcBef>
              <a:spcAft>
                <a:spcPts val="0"/>
              </a:spcAft>
              <a:buSzPts val="1400"/>
              <a:buChar char="●"/>
              <a:defRPr sz="2800"/>
            </a:lvl4pPr>
            <a:lvl5pPr lvl="4" algn="ctr" rtl="0">
              <a:lnSpc>
                <a:spcPct val="100000"/>
              </a:lnSpc>
              <a:spcBef>
                <a:spcPts val="0"/>
              </a:spcBef>
              <a:spcAft>
                <a:spcPts val="0"/>
              </a:spcAft>
              <a:buSzPts val="1400"/>
              <a:buChar char="○"/>
              <a:defRPr sz="2800"/>
            </a:lvl5pPr>
            <a:lvl6pPr lvl="5" algn="ctr" rtl="0">
              <a:lnSpc>
                <a:spcPct val="100000"/>
              </a:lnSpc>
              <a:spcBef>
                <a:spcPts val="0"/>
              </a:spcBef>
              <a:spcAft>
                <a:spcPts val="0"/>
              </a:spcAft>
              <a:buSzPts val="1400"/>
              <a:buChar char="■"/>
              <a:defRPr sz="2800"/>
            </a:lvl6pPr>
            <a:lvl7pPr lvl="6" algn="ctr" rtl="0">
              <a:lnSpc>
                <a:spcPct val="100000"/>
              </a:lnSpc>
              <a:spcBef>
                <a:spcPts val="0"/>
              </a:spcBef>
              <a:spcAft>
                <a:spcPts val="0"/>
              </a:spcAft>
              <a:buSzPts val="1400"/>
              <a:buChar char="●"/>
              <a:defRPr sz="2800"/>
            </a:lvl7pPr>
            <a:lvl8pPr lvl="7" algn="ctr" rtl="0">
              <a:lnSpc>
                <a:spcPct val="100000"/>
              </a:lnSpc>
              <a:spcBef>
                <a:spcPts val="0"/>
              </a:spcBef>
              <a:spcAft>
                <a:spcPts val="0"/>
              </a:spcAft>
              <a:buSzPts val="1400"/>
              <a:buChar char="○"/>
              <a:defRPr sz="2800"/>
            </a:lvl8pPr>
            <a:lvl9pPr lvl="8" algn="ctr" rtl="0">
              <a:lnSpc>
                <a:spcPct val="100000"/>
              </a:lnSpc>
              <a:spcBef>
                <a:spcPts val="0"/>
              </a:spcBef>
              <a:spcAft>
                <a:spcPts val="0"/>
              </a:spcAft>
              <a:buSzPts val="1400"/>
              <a:buChar char="■"/>
              <a:defRPr sz="2800"/>
            </a:lvl9pPr>
          </a:lstStyle>
          <a:p>
            <a:endParaRPr/>
          </a:p>
        </p:txBody>
      </p:sp>
      <p:sp>
        <p:nvSpPr>
          <p:cNvPr id="47" name="Google Shape;47;p5"/>
          <p:cNvSpPr txBox="1">
            <a:spLocks noGrp="1"/>
          </p:cNvSpPr>
          <p:nvPr>
            <p:ph type="subTitle" idx="3"/>
          </p:nvPr>
        </p:nvSpPr>
        <p:spPr>
          <a:xfrm>
            <a:off x="726675" y="1313225"/>
            <a:ext cx="3698100" cy="422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b" anchorCtr="0">
            <a:noAutofit/>
          </a:bodyPr>
          <a:lstStyle>
            <a:lvl1pPr lvl="0">
              <a:lnSpc>
                <a:spcPct val="100000"/>
              </a:lnSpc>
              <a:spcBef>
                <a:spcPts val="0"/>
              </a:spcBef>
              <a:spcAft>
                <a:spcPts val="0"/>
              </a:spcAft>
              <a:buSzPts val="2400"/>
              <a:buFont typeface="Bebas Neue"/>
              <a:buNone/>
              <a:defRPr sz="2000" b="1">
                <a:solidFill>
                  <a:schemeClr val="dk2"/>
                </a:solidFill>
                <a:latin typeface="DM Sans"/>
                <a:ea typeface="DM Sans"/>
                <a:cs typeface="DM Sans"/>
                <a:sym typeface="DM Sans"/>
              </a:defRPr>
            </a:lvl1pPr>
            <a:lvl2pPr lvl="1">
              <a:lnSpc>
                <a:spcPct val="100000"/>
              </a:lnSpc>
              <a:spcBef>
                <a:spcPts val="0"/>
              </a:spcBef>
              <a:spcAft>
                <a:spcPts val="0"/>
              </a:spcAft>
              <a:buSzPts val="1400"/>
              <a:buNone/>
              <a:defRPr/>
            </a:lvl2pPr>
            <a:lvl3pPr lvl="2">
              <a:lnSpc>
                <a:spcPct val="100000"/>
              </a:lnSpc>
              <a:spcBef>
                <a:spcPts val="0"/>
              </a:spcBef>
              <a:spcAft>
                <a:spcPts val="0"/>
              </a:spcAft>
              <a:buSzPts val="1400"/>
              <a:buNone/>
              <a:defRPr/>
            </a:lvl3pPr>
            <a:lvl4pPr lvl="3">
              <a:lnSpc>
                <a:spcPct val="100000"/>
              </a:lnSpc>
              <a:spcBef>
                <a:spcPts val="0"/>
              </a:spcBef>
              <a:spcAft>
                <a:spcPts val="0"/>
              </a:spcAft>
              <a:buSzPts val="1400"/>
              <a:buNone/>
              <a:defRPr/>
            </a:lvl4pPr>
            <a:lvl5pPr lvl="4">
              <a:lnSpc>
                <a:spcPct val="100000"/>
              </a:lnSpc>
              <a:spcBef>
                <a:spcPts val="0"/>
              </a:spcBef>
              <a:spcAft>
                <a:spcPts val="0"/>
              </a:spcAft>
              <a:buSzPts val="1400"/>
              <a:buNone/>
              <a:defRPr/>
            </a:lvl5pPr>
            <a:lvl6pPr lvl="5">
              <a:lnSpc>
                <a:spcPct val="100000"/>
              </a:lnSpc>
              <a:spcBef>
                <a:spcPts val="0"/>
              </a:spcBef>
              <a:spcAft>
                <a:spcPts val="0"/>
              </a:spcAft>
              <a:buSzPts val="1400"/>
              <a:buNone/>
              <a:defRPr/>
            </a:lvl6pPr>
            <a:lvl7pPr lvl="6">
              <a:lnSpc>
                <a:spcPct val="100000"/>
              </a:lnSpc>
              <a:spcBef>
                <a:spcPts val="0"/>
              </a:spcBef>
              <a:spcAft>
                <a:spcPts val="0"/>
              </a:spcAft>
              <a:buSzPts val="1400"/>
              <a:buNone/>
              <a:defRPr/>
            </a:lvl7pPr>
            <a:lvl8pPr lvl="7">
              <a:lnSpc>
                <a:spcPct val="100000"/>
              </a:lnSpc>
              <a:spcBef>
                <a:spcPts val="0"/>
              </a:spcBef>
              <a:spcAft>
                <a:spcPts val="0"/>
              </a:spcAft>
              <a:buSzPts val="1400"/>
              <a:buNone/>
              <a:defRPr/>
            </a:lvl8pPr>
            <a:lvl9pPr lvl="8">
              <a:lnSpc>
                <a:spcPct val="100000"/>
              </a:lnSpc>
              <a:spcBef>
                <a:spcPts val="0"/>
              </a:spcBef>
              <a:spcAft>
                <a:spcPts val="0"/>
              </a:spcAft>
              <a:buSzPts val="1400"/>
              <a:buNone/>
              <a:defRPr/>
            </a:lvl9pPr>
          </a:lstStyle>
          <a:p>
            <a:endParaRPr/>
          </a:p>
        </p:txBody>
      </p:sp>
      <p:sp>
        <p:nvSpPr>
          <p:cNvPr id="48" name="Google Shape;48;p5"/>
          <p:cNvSpPr txBox="1">
            <a:spLocks noGrp="1"/>
          </p:cNvSpPr>
          <p:nvPr>
            <p:ph type="subTitle" idx="4"/>
          </p:nvPr>
        </p:nvSpPr>
        <p:spPr>
          <a:xfrm>
            <a:off x="4747375" y="1313225"/>
            <a:ext cx="3698100" cy="422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000" b="1">
                <a:solidFill>
                  <a:schemeClr val="dk2"/>
                </a:solidFill>
                <a:latin typeface="DM Sans"/>
                <a:ea typeface="DM Sans"/>
                <a:cs typeface="DM Sans"/>
                <a:sym typeface="DM Sans"/>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6"/>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 name="Google Shape;51;p6"/>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52" name="Google Shape;52;p6"/>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 name="Google Shape;53;p6"/>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54" name="Google Shape;54;p6"/>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55" name="Google Shape;55;p6"/>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56" name="Google Shape;56;p6"/>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57" name="Google Shape;57;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8"/>
        <p:cNvGrpSpPr/>
        <p:nvPr/>
      </p:nvGrpSpPr>
      <p:grpSpPr>
        <a:xfrm>
          <a:off x="0" y="0"/>
          <a:ext cx="0" cy="0"/>
          <a:chOff x="0" y="0"/>
          <a:chExt cx="0" cy="0"/>
        </a:xfrm>
      </p:grpSpPr>
      <p:sp>
        <p:nvSpPr>
          <p:cNvPr id="59" name="Google Shape;59;p7"/>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0" name="Google Shape;60;p7"/>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61" name="Google Shape;61;p7"/>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 name="Google Shape;62;p7"/>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63" name="Google Shape;63;p7"/>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64" name="Google Shape;64;p7"/>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65" name="Google Shape;65;p7"/>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66" name="Google Shape;66;p7"/>
          <p:cNvSpPr txBox="1">
            <a:spLocks noGrp="1"/>
          </p:cNvSpPr>
          <p:nvPr>
            <p:ph type="title"/>
          </p:nvPr>
        </p:nvSpPr>
        <p:spPr>
          <a:xfrm>
            <a:off x="720000" y="445025"/>
            <a:ext cx="62664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7" name="Google Shape;67;p7"/>
          <p:cNvSpPr txBox="1">
            <a:spLocks noGrp="1"/>
          </p:cNvSpPr>
          <p:nvPr>
            <p:ph type="subTitle" idx="1"/>
          </p:nvPr>
        </p:nvSpPr>
        <p:spPr>
          <a:xfrm>
            <a:off x="720000" y="1347250"/>
            <a:ext cx="7324500" cy="31734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sz="1600"/>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1600"/>
              </a:spcBef>
              <a:spcAft>
                <a:spcPts val="0"/>
              </a:spcAft>
              <a:buClr>
                <a:srgbClr val="E76A28"/>
              </a:buClr>
              <a:buSzPts val="1500"/>
              <a:buFont typeface="Nunito Light"/>
              <a:buChar char="■"/>
              <a:defRPr/>
            </a:lvl3pPr>
            <a:lvl4pPr lvl="3" algn="ctr" rtl="0">
              <a:lnSpc>
                <a:spcPct val="100000"/>
              </a:lnSpc>
              <a:spcBef>
                <a:spcPts val="1600"/>
              </a:spcBef>
              <a:spcAft>
                <a:spcPts val="0"/>
              </a:spcAft>
              <a:buClr>
                <a:srgbClr val="E76A28"/>
              </a:buClr>
              <a:buSzPts val="1500"/>
              <a:buFont typeface="Nunito Light"/>
              <a:buChar char="●"/>
              <a:defRPr/>
            </a:lvl4pPr>
            <a:lvl5pPr lvl="4" algn="ctr" rtl="0">
              <a:lnSpc>
                <a:spcPct val="100000"/>
              </a:lnSpc>
              <a:spcBef>
                <a:spcPts val="1600"/>
              </a:spcBef>
              <a:spcAft>
                <a:spcPts val="0"/>
              </a:spcAft>
              <a:buClr>
                <a:srgbClr val="E76A28"/>
              </a:buClr>
              <a:buSzPts val="1400"/>
              <a:buFont typeface="Nunito Light"/>
              <a:buChar char="○"/>
              <a:defRPr/>
            </a:lvl5pPr>
            <a:lvl6pPr lvl="5" algn="ctr" rtl="0">
              <a:lnSpc>
                <a:spcPct val="100000"/>
              </a:lnSpc>
              <a:spcBef>
                <a:spcPts val="1600"/>
              </a:spcBef>
              <a:spcAft>
                <a:spcPts val="0"/>
              </a:spcAft>
              <a:buClr>
                <a:srgbClr val="999999"/>
              </a:buClr>
              <a:buSzPts val="1400"/>
              <a:buFont typeface="Nunito Light"/>
              <a:buChar char="■"/>
              <a:defRPr/>
            </a:lvl6pPr>
            <a:lvl7pPr lvl="6" algn="ctr" rtl="0">
              <a:lnSpc>
                <a:spcPct val="100000"/>
              </a:lnSpc>
              <a:spcBef>
                <a:spcPts val="1600"/>
              </a:spcBef>
              <a:spcAft>
                <a:spcPts val="0"/>
              </a:spcAft>
              <a:buClr>
                <a:srgbClr val="999999"/>
              </a:buClr>
              <a:buSzPts val="1300"/>
              <a:buFont typeface="Nunito Light"/>
              <a:buChar char="●"/>
              <a:defRPr/>
            </a:lvl7pPr>
            <a:lvl8pPr lvl="7" algn="ctr" rtl="0">
              <a:lnSpc>
                <a:spcPct val="100000"/>
              </a:lnSpc>
              <a:spcBef>
                <a:spcPts val="1600"/>
              </a:spcBef>
              <a:spcAft>
                <a:spcPts val="0"/>
              </a:spcAft>
              <a:buClr>
                <a:srgbClr val="999999"/>
              </a:buClr>
              <a:buSzPts val="1300"/>
              <a:buFont typeface="Nunito Light"/>
              <a:buChar char="○"/>
              <a:defRPr/>
            </a:lvl8pPr>
            <a:lvl9pPr lvl="8" algn="ctr" rtl="0">
              <a:lnSpc>
                <a:spcPct val="100000"/>
              </a:lnSpc>
              <a:spcBef>
                <a:spcPts val="1600"/>
              </a:spcBef>
              <a:spcAft>
                <a:spcPts val="1600"/>
              </a:spcAft>
              <a:buClr>
                <a:srgbClr val="999999"/>
              </a:buClr>
              <a:buSzPts val="1400"/>
              <a:buFont typeface="Nunito Light"/>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8"/>
        <p:cNvGrpSpPr/>
        <p:nvPr/>
      </p:nvGrpSpPr>
      <p:grpSpPr>
        <a:xfrm>
          <a:off x="0" y="0"/>
          <a:ext cx="0" cy="0"/>
          <a:chOff x="0" y="0"/>
          <a:chExt cx="0" cy="0"/>
        </a:xfrm>
      </p:grpSpPr>
      <p:sp>
        <p:nvSpPr>
          <p:cNvPr id="69" name="Google Shape;69;p8"/>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8"/>
          <p:cNvSpPr txBox="1">
            <a:spLocks noGrp="1"/>
          </p:cNvSpPr>
          <p:nvPr>
            <p:ph type="title"/>
          </p:nvPr>
        </p:nvSpPr>
        <p:spPr>
          <a:xfrm>
            <a:off x="969825" y="2079259"/>
            <a:ext cx="7204500" cy="8790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cxnSp>
        <p:nvCxnSpPr>
          <p:cNvPr id="71" name="Google Shape;71;p8"/>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72" name="Google Shape;72;p8"/>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 name="Google Shape;73;p8"/>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74" name="Google Shape;74;p8"/>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75" name="Google Shape;75;p8"/>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76" name="Google Shape;76;p8"/>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7"/>
        <p:cNvGrpSpPr/>
        <p:nvPr/>
      </p:nvGrpSpPr>
      <p:grpSpPr>
        <a:xfrm>
          <a:off x="0" y="0"/>
          <a:ext cx="0" cy="0"/>
          <a:chOff x="0" y="0"/>
          <a:chExt cx="0" cy="0"/>
        </a:xfrm>
      </p:grpSpPr>
      <p:sp>
        <p:nvSpPr>
          <p:cNvPr id="78" name="Google Shape;78;p9"/>
          <p:cNvSpPr txBox="1">
            <a:spLocks noGrp="1"/>
          </p:cNvSpPr>
          <p:nvPr>
            <p:ph type="title"/>
          </p:nvPr>
        </p:nvSpPr>
        <p:spPr>
          <a:xfrm>
            <a:off x="720000" y="1413525"/>
            <a:ext cx="4294800" cy="20952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9" name="Google Shape;79;p9"/>
          <p:cNvSpPr txBox="1">
            <a:spLocks noGrp="1"/>
          </p:cNvSpPr>
          <p:nvPr>
            <p:ph type="subTitle" idx="1"/>
          </p:nvPr>
        </p:nvSpPr>
        <p:spPr>
          <a:xfrm>
            <a:off x="720000" y="3508800"/>
            <a:ext cx="4294800" cy="1004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600"/>
            </a:lvl1pPr>
            <a:lvl2pPr lvl="1" algn="ctr" rtl="0">
              <a:lnSpc>
                <a:spcPct val="100000"/>
              </a:lnSpc>
              <a:spcBef>
                <a:spcPts val="160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0" name="Google Shape;80;p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1"/>
        <p:cNvGrpSpPr/>
        <p:nvPr/>
      </p:nvGrpSpPr>
      <p:grpSpPr>
        <a:xfrm>
          <a:off x="0" y="0"/>
          <a:ext cx="0" cy="0"/>
          <a:chOff x="0" y="0"/>
          <a:chExt cx="0" cy="0"/>
        </a:xfrm>
      </p:grpSpPr>
      <p:sp>
        <p:nvSpPr>
          <p:cNvPr id="82" name="Google Shape;82;p10"/>
          <p:cNvSpPr>
            <a:spLocks noGrp="1"/>
          </p:cNvSpPr>
          <p:nvPr>
            <p:ph type="pic" idx="2"/>
          </p:nvPr>
        </p:nvSpPr>
        <p:spPr>
          <a:xfrm>
            <a:off x="0" y="0"/>
            <a:ext cx="9144000" cy="5143500"/>
          </a:xfrm>
          <a:prstGeom prst="rect">
            <a:avLst/>
          </a:prstGeom>
          <a:noFill/>
          <a:ln>
            <a:noFill/>
          </a:ln>
        </p:spPr>
      </p:sp>
      <p:sp>
        <p:nvSpPr>
          <p:cNvPr id="83" name="Google Shape;83;p10"/>
          <p:cNvSpPr txBox="1">
            <a:spLocks noGrp="1"/>
          </p:cNvSpPr>
          <p:nvPr>
            <p:ph type="title"/>
          </p:nvPr>
        </p:nvSpPr>
        <p:spPr>
          <a:xfrm>
            <a:off x="713225" y="4162975"/>
            <a:ext cx="7917300" cy="541500"/>
          </a:xfrm>
          <a:prstGeom prst="rect">
            <a:avLst/>
          </a:prstGeom>
          <a:solidFill>
            <a:schemeClr val="lt1"/>
          </a:solidFill>
          <a:ln>
            <a:noFill/>
          </a:ln>
        </p:spPr>
        <p:txBody>
          <a:bodyPr spcFirstLastPara="1" wrap="square" lIns="91425" tIns="91425" rIns="91425" bIns="91425" anchor="ctr" anchorCtr="0">
            <a:noAutofit/>
          </a:bodyPr>
          <a:lstStyle>
            <a:lvl1pPr lvl="0" algn="ctr" rtl="0">
              <a:spcBef>
                <a:spcPts val="0"/>
              </a:spcBef>
              <a:spcAft>
                <a:spcPts val="0"/>
              </a:spcAft>
              <a:buSzPts val="3000"/>
              <a:buNone/>
              <a:defRPr>
                <a:solidFill>
                  <a:schemeClr val="dk2"/>
                </a:solidFill>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4"/>
        <p:cNvGrpSpPr/>
        <p:nvPr/>
      </p:nvGrpSpPr>
      <p:grpSpPr>
        <a:xfrm>
          <a:off x="0" y="0"/>
          <a:ext cx="0" cy="0"/>
          <a:chOff x="0" y="0"/>
          <a:chExt cx="0" cy="0"/>
        </a:xfrm>
      </p:grpSpPr>
      <p:sp>
        <p:nvSpPr>
          <p:cNvPr id="85" name="Google Shape;85;p11"/>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 name="Google Shape;86;p11"/>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87" name="Google Shape;87;p11"/>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 name="Google Shape;88;p11"/>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89" name="Google Shape;89;p11"/>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90" name="Google Shape;90;p1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91" name="Google Shape;91;p11"/>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92" name="Google Shape;92;p11"/>
          <p:cNvSpPr txBox="1">
            <a:spLocks noGrp="1"/>
          </p:cNvSpPr>
          <p:nvPr>
            <p:ph type="title" hasCustomPrompt="1"/>
          </p:nvPr>
        </p:nvSpPr>
        <p:spPr>
          <a:xfrm>
            <a:off x="1284000" y="1429725"/>
            <a:ext cx="6576000" cy="14088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60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3" name="Google Shape;93;p11"/>
          <p:cNvSpPr txBox="1">
            <a:spLocks noGrp="1"/>
          </p:cNvSpPr>
          <p:nvPr>
            <p:ph type="subTitle" idx="1"/>
          </p:nvPr>
        </p:nvSpPr>
        <p:spPr>
          <a:xfrm>
            <a:off x="1284000" y="2985500"/>
            <a:ext cx="6576000" cy="4971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1600"/>
              </a:spcBef>
              <a:spcAft>
                <a:spcPts val="0"/>
              </a:spcAft>
              <a:buSzPts val="1600"/>
              <a:buNone/>
              <a:defRPr sz="1600"/>
            </a:lvl3pPr>
            <a:lvl4pPr lvl="3" algn="ctr" rtl="0">
              <a:lnSpc>
                <a:spcPct val="100000"/>
              </a:lnSpc>
              <a:spcBef>
                <a:spcPts val="1600"/>
              </a:spcBef>
              <a:spcAft>
                <a:spcPts val="0"/>
              </a:spcAft>
              <a:buSzPts val="1600"/>
              <a:buNone/>
              <a:defRPr sz="1600"/>
            </a:lvl4pPr>
            <a:lvl5pPr lvl="4" algn="ctr" rtl="0">
              <a:lnSpc>
                <a:spcPct val="100000"/>
              </a:lnSpc>
              <a:spcBef>
                <a:spcPts val="1600"/>
              </a:spcBef>
              <a:spcAft>
                <a:spcPts val="0"/>
              </a:spcAft>
              <a:buSzPts val="1600"/>
              <a:buNone/>
              <a:defRPr sz="1600"/>
            </a:lvl5pPr>
            <a:lvl6pPr lvl="5" algn="ctr" rtl="0">
              <a:lnSpc>
                <a:spcPct val="100000"/>
              </a:lnSpc>
              <a:spcBef>
                <a:spcPts val="1600"/>
              </a:spcBef>
              <a:spcAft>
                <a:spcPts val="0"/>
              </a:spcAft>
              <a:buSzPts val="1600"/>
              <a:buNone/>
              <a:defRPr sz="1600"/>
            </a:lvl6pPr>
            <a:lvl7pPr lvl="6" algn="ctr" rtl="0">
              <a:lnSpc>
                <a:spcPct val="100000"/>
              </a:lnSpc>
              <a:spcBef>
                <a:spcPts val="1600"/>
              </a:spcBef>
              <a:spcAft>
                <a:spcPts val="0"/>
              </a:spcAft>
              <a:buSzPts val="1600"/>
              <a:buNone/>
              <a:defRPr sz="1600"/>
            </a:lvl7pPr>
            <a:lvl8pPr lvl="7" algn="ctr" rtl="0">
              <a:lnSpc>
                <a:spcPct val="100000"/>
              </a:lnSpc>
              <a:spcBef>
                <a:spcPts val="1600"/>
              </a:spcBef>
              <a:spcAft>
                <a:spcPts val="0"/>
              </a:spcAft>
              <a:buSzPts val="1600"/>
              <a:buNone/>
              <a:defRPr sz="1600"/>
            </a:lvl8pPr>
            <a:lvl9pPr lvl="8" algn="ctr" rtl="0">
              <a:lnSpc>
                <a:spcPct val="100000"/>
              </a:lnSpc>
              <a:spcBef>
                <a:spcPts val="1600"/>
              </a:spcBef>
              <a:spcAft>
                <a:spcPts val="160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2"/>
        </a:solidFill>
        <a:effectLst/>
      </p:bgPr>
    </p:bg>
    <p:spTree>
      <p:nvGrpSpPr>
        <p:cNvPr id="1" name="Shape 94"/>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95"/>
        <p:cNvGrpSpPr/>
        <p:nvPr/>
      </p:nvGrpSpPr>
      <p:grpSpPr>
        <a:xfrm>
          <a:off x="0" y="0"/>
          <a:ext cx="0" cy="0"/>
          <a:chOff x="0" y="0"/>
          <a:chExt cx="0" cy="0"/>
        </a:xfrm>
      </p:grpSpPr>
      <p:sp>
        <p:nvSpPr>
          <p:cNvPr id="96" name="Google Shape;96;p13"/>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8" name="Google Shape;98;p13"/>
          <p:cNvSpPr txBox="1">
            <a:spLocks noGrp="1"/>
          </p:cNvSpPr>
          <p:nvPr>
            <p:ph type="subTitle" idx="1"/>
          </p:nvPr>
        </p:nvSpPr>
        <p:spPr>
          <a:xfrm>
            <a:off x="713225" y="20181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99" name="Google Shape;99;p13"/>
          <p:cNvSpPr txBox="1">
            <a:spLocks noGrp="1"/>
          </p:cNvSpPr>
          <p:nvPr>
            <p:ph type="subTitle" idx="2"/>
          </p:nvPr>
        </p:nvSpPr>
        <p:spPr>
          <a:xfrm>
            <a:off x="713225" y="3870728"/>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0" name="Google Shape;100;p13"/>
          <p:cNvSpPr txBox="1">
            <a:spLocks noGrp="1"/>
          </p:cNvSpPr>
          <p:nvPr>
            <p:ph type="subTitle" idx="3"/>
          </p:nvPr>
        </p:nvSpPr>
        <p:spPr>
          <a:xfrm>
            <a:off x="3359125" y="38707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1" name="Google Shape;101;p13"/>
          <p:cNvSpPr txBox="1">
            <a:spLocks noGrp="1"/>
          </p:cNvSpPr>
          <p:nvPr>
            <p:ph type="subTitle" idx="4"/>
          </p:nvPr>
        </p:nvSpPr>
        <p:spPr>
          <a:xfrm>
            <a:off x="3359125" y="20180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2" name="Google Shape;102;p13"/>
          <p:cNvSpPr txBox="1">
            <a:spLocks noGrp="1"/>
          </p:cNvSpPr>
          <p:nvPr>
            <p:ph type="title" idx="5" hasCustomPrompt="1"/>
          </p:nvPr>
        </p:nvSpPr>
        <p:spPr>
          <a:xfrm>
            <a:off x="713225" y="1141288"/>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title" idx="6" hasCustomPrompt="1"/>
          </p:nvPr>
        </p:nvSpPr>
        <p:spPr>
          <a:xfrm>
            <a:off x="3359125"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4" name="Google Shape;104;p13"/>
          <p:cNvSpPr txBox="1">
            <a:spLocks noGrp="1"/>
          </p:cNvSpPr>
          <p:nvPr>
            <p:ph type="title" idx="7" hasCustomPrompt="1"/>
          </p:nvPr>
        </p:nvSpPr>
        <p:spPr>
          <a:xfrm>
            <a:off x="713225"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5" name="Google Shape;105;p13"/>
          <p:cNvSpPr txBox="1">
            <a:spLocks noGrp="1"/>
          </p:cNvSpPr>
          <p:nvPr>
            <p:ph type="title" idx="8" hasCustomPrompt="1"/>
          </p:nvPr>
        </p:nvSpPr>
        <p:spPr>
          <a:xfrm>
            <a:off x="3359125" y="1142055"/>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subTitle" idx="9"/>
          </p:nvPr>
        </p:nvSpPr>
        <p:spPr>
          <a:xfrm>
            <a:off x="5997638" y="38707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7" name="Google Shape;107;p13"/>
          <p:cNvSpPr txBox="1">
            <a:spLocks noGrp="1"/>
          </p:cNvSpPr>
          <p:nvPr>
            <p:ph type="subTitle" idx="13"/>
          </p:nvPr>
        </p:nvSpPr>
        <p:spPr>
          <a:xfrm>
            <a:off x="5997638" y="20180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8" name="Google Shape;108;p13"/>
          <p:cNvSpPr txBox="1">
            <a:spLocks noGrp="1"/>
          </p:cNvSpPr>
          <p:nvPr>
            <p:ph type="title" idx="14" hasCustomPrompt="1"/>
          </p:nvPr>
        </p:nvSpPr>
        <p:spPr>
          <a:xfrm>
            <a:off x="5997638"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9" name="Google Shape;109;p13"/>
          <p:cNvSpPr txBox="1">
            <a:spLocks noGrp="1"/>
          </p:cNvSpPr>
          <p:nvPr>
            <p:ph type="title" idx="15" hasCustomPrompt="1"/>
          </p:nvPr>
        </p:nvSpPr>
        <p:spPr>
          <a:xfrm>
            <a:off x="5997638" y="1142055"/>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0" name="Google Shape;110;p13"/>
          <p:cNvSpPr txBox="1">
            <a:spLocks noGrp="1"/>
          </p:cNvSpPr>
          <p:nvPr>
            <p:ph type="subTitle" idx="16"/>
          </p:nvPr>
        </p:nvSpPr>
        <p:spPr>
          <a:xfrm>
            <a:off x="713225"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1" name="Google Shape;111;p13"/>
          <p:cNvSpPr txBox="1">
            <a:spLocks noGrp="1"/>
          </p:cNvSpPr>
          <p:nvPr>
            <p:ph type="subTitle" idx="17"/>
          </p:nvPr>
        </p:nvSpPr>
        <p:spPr>
          <a:xfrm>
            <a:off x="713225" y="3447136"/>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2" name="Google Shape;112;p13"/>
          <p:cNvSpPr txBox="1">
            <a:spLocks noGrp="1"/>
          </p:cNvSpPr>
          <p:nvPr>
            <p:ph type="subTitle" idx="18"/>
          </p:nvPr>
        </p:nvSpPr>
        <p:spPr>
          <a:xfrm>
            <a:off x="3359125" y="3447125"/>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3" name="Google Shape;113;p13"/>
          <p:cNvSpPr txBox="1">
            <a:spLocks noGrp="1"/>
          </p:cNvSpPr>
          <p:nvPr>
            <p:ph type="subTitle" idx="19"/>
          </p:nvPr>
        </p:nvSpPr>
        <p:spPr>
          <a:xfrm>
            <a:off x="3359125"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4" name="Google Shape;114;p13"/>
          <p:cNvSpPr txBox="1">
            <a:spLocks noGrp="1"/>
          </p:cNvSpPr>
          <p:nvPr>
            <p:ph type="subTitle" idx="20"/>
          </p:nvPr>
        </p:nvSpPr>
        <p:spPr>
          <a:xfrm>
            <a:off x="5997638" y="3447125"/>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5" name="Google Shape;115;p13"/>
          <p:cNvSpPr txBox="1">
            <a:spLocks noGrp="1"/>
          </p:cNvSpPr>
          <p:nvPr>
            <p:ph type="subTitle" idx="21"/>
          </p:nvPr>
        </p:nvSpPr>
        <p:spPr>
          <a:xfrm>
            <a:off x="5997638"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cxnSp>
        <p:nvCxnSpPr>
          <p:cNvPr id="116" name="Google Shape;116;p13"/>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17" name="Google Shape;117;p13"/>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8" name="Google Shape;118;p13"/>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19" name="Google Shape;119;p13"/>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20" name="Google Shape;120;p1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21" name="Google Shape;121;p13"/>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22"/>
        <p:cNvGrpSpPr/>
        <p:nvPr/>
      </p:nvGrpSpPr>
      <p:grpSpPr>
        <a:xfrm>
          <a:off x="0" y="0"/>
          <a:ext cx="0" cy="0"/>
          <a:chOff x="0" y="0"/>
          <a:chExt cx="0" cy="0"/>
        </a:xfrm>
      </p:grpSpPr>
      <p:sp>
        <p:nvSpPr>
          <p:cNvPr id="123" name="Google Shape;123;p1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4" name="Google Shape;124;p1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25" name="Google Shape;125;p1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6" name="Google Shape;126;p1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27" name="Google Shape;127;p1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28" name="Google Shape;128;p1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29" name="Google Shape;129;p1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30" name="Google Shape;130;p14"/>
          <p:cNvSpPr txBox="1">
            <a:spLocks noGrp="1"/>
          </p:cNvSpPr>
          <p:nvPr>
            <p:ph type="title"/>
          </p:nvPr>
        </p:nvSpPr>
        <p:spPr>
          <a:xfrm>
            <a:off x="969900" y="3387600"/>
            <a:ext cx="7204200" cy="531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a:solidFill>
                  <a:schemeClr val="dk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31" name="Google Shape;131;p14"/>
          <p:cNvSpPr txBox="1">
            <a:spLocks noGrp="1"/>
          </p:cNvSpPr>
          <p:nvPr>
            <p:ph type="subTitle" idx="1"/>
          </p:nvPr>
        </p:nvSpPr>
        <p:spPr>
          <a:xfrm>
            <a:off x="969900" y="1312625"/>
            <a:ext cx="7204200" cy="147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1600"/>
              </a:spcBef>
              <a:spcAft>
                <a:spcPts val="0"/>
              </a:spcAft>
              <a:buSzPts val="3000"/>
              <a:buNone/>
              <a:defRPr sz="3000"/>
            </a:lvl3pPr>
            <a:lvl4pPr lvl="3" algn="ctr" rtl="0">
              <a:lnSpc>
                <a:spcPct val="100000"/>
              </a:lnSpc>
              <a:spcBef>
                <a:spcPts val="1600"/>
              </a:spcBef>
              <a:spcAft>
                <a:spcPts val="0"/>
              </a:spcAft>
              <a:buSzPts val="3000"/>
              <a:buNone/>
              <a:defRPr sz="3000"/>
            </a:lvl4pPr>
            <a:lvl5pPr lvl="4" algn="ctr" rtl="0">
              <a:lnSpc>
                <a:spcPct val="100000"/>
              </a:lnSpc>
              <a:spcBef>
                <a:spcPts val="1600"/>
              </a:spcBef>
              <a:spcAft>
                <a:spcPts val="0"/>
              </a:spcAft>
              <a:buSzPts val="3000"/>
              <a:buNone/>
              <a:defRPr sz="3000"/>
            </a:lvl5pPr>
            <a:lvl6pPr lvl="5" algn="ctr" rtl="0">
              <a:lnSpc>
                <a:spcPct val="100000"/>
              </a:lnSpc>
              <a:spcBef>
                <a:spcPts val="1600"/>
              </a:spcBef>
              <a:spcAft>
                <a:spcPts val="0"/>
              </a:spcAft>
              <a:buSzPts val="3000"/>
              <a:buNone/>
              <a:defRPr sz="3000"/>
            </a:lvl6pPr>
            <a:lvl7pPr lvl="6" algn="ctr" rtl="0">
              <a:lnSpc>
                <a:spcPct val="100000"/>
              </a:lnSpc>
              <a:spcBef>
                <a:spcPts val="1600"/>
              </a:spcBef>
              <a:spcAft>
                <a:spcPts val="0"/>
              </a:spcAft>
              <a:buSzPts val="3000"/>
              <a:buNone/>
              <a:defRPr sz="3000"/>
            </a:lvl7pPr>
            <a:lvl8pPr lvl="7" algn="ctr" rtl="0">
              <a:lnSpc>
                <a:spcPct val="100000"/>
              </a:lnSpc>
              <a:spcBef>
                <a:spcPts val="1600"/>
              </a:spcBef>
              <a:spcAft>
                <a:spcPts val="0"/>
              </a:spcAft>
              <a:buSzPts val="3000"/>
              <a:buNone/>
              <a:defRPr sz="3000"/>
            </a:lvl8pPr>
            <a:lvl9pPr lvl="8" algn="ctr" rtl="0">
              <a:lnSpc>
                <a:spcPct val="100000"/>
              </a:lnSpc>
              <a:spcBef>
                <a:spcPts val="1600"/>
              </a:spcBef>
              <a:spcAft>
                <a:spcPts val="160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p:cSld name="CUSTOM_9">
    <p:spTree>
      <p:nvGrpSpPr>
        <p:cNvPr id="1" name="Shape 132"/>
        <p:cNvGrpSpPr/>
        <p:nvPr/>
      </p:nvGrpSpPr>
      <p:grpSpPr>
        <a:xfrm>
          <a:off x="0" y="0"/>
          <a:ext cx="0" cy="0"/>
          <a:chOff x="0" y="0"/>
          <a:chExt cx="0" cy="0"/>
        </a:xfrm>
      </p:grpSpPr>
      <p:sp>
        <p:nvSpPr>
          <p:cNvPr id="133" name="Google Shape;133;p15"/>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 name="Google Shape;134;p15"/>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35" name="Google Shape;135;p15"/>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5"/>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37" name="Google Shape;137;p15"/>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38" name="Google Shape;138;p15"/>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39" name="Google Shape;139;p15"/>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40" name="Google Shape;140;p15"/>
          <p:cNvSpPr txBox="1">
            <a:spLocks noGrp="1"/>
          </p:cNvSpPr>
          <p:nvPr>
            <p:ph type="title"/>
          </p:nvPr>
        </p:nvSpPr>
        <p:spPr>
          <a:xfrm>
            <a:off x="720000" y="1148563"/>
            <a:ext cx="3944700" cy="16071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1" name="Google Shape;141;p15"/>
          <p:cNvSpPr txBox="1">
            <a:spLocks noGrp="1"/>
          </p:cNvSpPr>
          <p:nvPr>
            <p:ph type="subTitle" idx="1"/>
          </p:nvPr>
        </p:nvSpPr>
        <p:spPr>
          <a:xfrm>
            <a:off x="720000" y="2878638"/>
            <a:ext cx="3944700" cy="11163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160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42" name="Google Shape;142;p15"/>
          <p:cNvSpPr>
            <a:spLocks noGrp="1"/>
          </p:cNvSpPr>
          <p:nvPr>
            <p:ph type="pic" idx="2"/>
          </p:nvPr>
        </p:nvSpPr>
        <p:spPr>
          <a:xfrm>
            <a:off x="5149825" y="691038"/>
            <a:ext cx="3070800" cy="3761400"/>
          </a:xfrm>
          <a:prstGeom prst="ellipse">
            <a:avLst/>
          </a:prstGeom>
          <a:noFill/>
          <a:ln w="19050" cap="flat" cmpd="sng">
            <a:solidFill>
              <a:schemeClr val="dk2"/>
            </a:solidFill>
            <a:prstDash val="solid"/>
            <a:round/>
            <a:headEnd type="none" w="sm" len="sm"/>
            <a:tailEnd type="none" w="sm" len="sm"/>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43"/>
        <p:cNvGrpSpPr/>
        <p:nvPr/>
      </p:nvGrpSpPr>
      <p:grpSpPr>
        <a:xfrm>
          <a:off x="0" y="0"/>
          <a:ext cx="0" cy="0"/>
          <a:chOff x="0" y="0"/>
          <a:chExt cx="0" cy="0"/>
        </a:xfrm>
      </p:grpSpPr>
      <p:sp>
        <p:nvSpPr>
          <p:cNvPr id="144" name="Google Shape;144;p16"/>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5" name="Google Shape;145;p16"/>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46" name="Google Shape;146;p16"/>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7" name="Google Shape;147;p16"/>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48" name="Google Shape;148;p16"/>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49" name="Google Shape;149;p16"/>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50" name="Google Shape;150;p16"/>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51" name="Google Shape;151;p16"/>
          <p:cNvSpPr txBox="1">
            <a:spLocks noGrp="1"/>
          </p:cNvSpPr>
          <p:nvPr>
            <p:ph type="title"/>
          </p:nvPr>
        </p:nvSpPr>
        <p:spPr>
          <a:xfrm>
            <a:off x="720000" y="1568400"/>
            <a:ext cx="2891400" cy="700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52" name="Google Shape;152;p16"/>
          <p:cNvSpPr txBox="1">
            <a:spLocks noGrp="1"/>
          </p:cNvSpPr>
          <p:nvPr>
            <p:ph type="subTitle" idx="1"/>
          </p:nvPr>
        </p:nvSpPr>
        <p:spPr>
          <a:xfrm>
            <a:off x="720000" y="2268888"/>
            <a:ext cx="2891400" cy="1306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53"/>
        <p:cNvGrpSpPr/>
        <p:nvPr/>
      </p:nvGrpSpPr>
      <p:grpSpPr>
        <a:xfrm>
          <a:off x="0" y="0"/>
          <a:ext cx="0" cy="0"/>
          <a:chOff x="0" y="0"/>
          <a:chExt cx="0" cy="0"/>
        </a:xfrm>
      </p:grpSpPr>
      <p:sp>
        <p:nvSpPr>
          <p:cNvPr id="154" name="Google Shape;154;p17"/>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5" name="Google Shape;155;p17"/>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56" name="Google Shape;156;p17"/>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7" name="Google Shape;157;p17"/>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58" name="Google Shape;158;p17"/>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59" name="Google Shape;159;p17"/>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60" name="Google Shape;160;p17"/>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61" name="Google Shape;16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62" name="Google Shape;162;p17"/>
          <p:cNvSpPr txBox="1">
            <a:spLocks noGrp="1"/>
          </p:cNvSpPr>
          <p:nvPr>
            <p:ph type="subTitle" idx="1"/>
          </p:nvPr>
        </p:nvSpPr>
        <p:spPr>
          <a:xfrm>
            <a:off x="937625" y="3071250"/>
            <a:ext cx="2175300" cy="869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63" name="Google Shape;163;p17"/>
          <p:cNvSpPr txBox="1">
            <a:spLocks noGrp="1"/>
          </p:cNvSpPr>
          <p:nvPr>
            <p:ph type="subTitle" idx="2"/>
          </p:nvPr>
        </p:nvSpPr>
        <p:spPr>
          <a:xfrm>
            <a:off x="3484346" y="3071250"/>
            <a:ext cx="2175300" cy="869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64" name="Google Shape;164;p17"/>
          <p:cNvSpPr txBox="1">
            <a:spLocks noGrp="1"/>
          </p:cNvSpPr>
          <p:nvPr>
            <p:ph type="subTitle" idx="3"/>
          </p:nvPr>
        </p:nvSpPr>
        <p:spPr>
          <a:xfrm>
            <a:off x="6031074" y="3071250"/>
            <a:ext cx="2175300" cy="869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65" name="Google Shape;165;p17"/>
          <p:cNvSpPr txBox="1">
            <a:spLocks noGrp="1"/>
          </p:cNvSpPr>
          <p:nvPr>
            <p:ph type="subTitle" idx="4"/>
          </p:nvPr>
        </p:nvSpPr>
        <p:spPr>
          <a:xfrm>
            <a:off x="937625" y="2690250"/>
            <a:ext cx="2175300" cy="365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algn="ctr"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
        <p:nvSpPr>
          <p:cNvPr id="166" name="Google Shape;166;p17"/>
          <p:cNvSpPr txBox="1">
            <a:spLocks noGrp="1"/>
          </p:cNvSpPr>
          <p:nvPr>
            <p:ph type="subTitle" idx="5"/>
          </p:nvPr>
        </p:nvSpPr>
        <p:spPr>
          <a:xfrm>
            <a:off x="3484347" y="2690250"/>
            <a:ext cx="2175300" cy="365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algn="ctr"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
        <p:nvSpPr>
          <p:cNvPr id="167" name="Google Shape;167;p17"/>
          <p:cNvSpPr txBox="1">
            <a:spLocks noGrp="1"/>
          </p:cNvSpPr>
          <p:nvPr>
            <p:ph type="subTitle" idx="6"/>
          </p:nvPr>
        </p:nvSpPr>
        <p:spPr>
          <a:xfrm>
            <a:off x="6031075" y="2690250"/>
            <a:ext cx="2175300" cy="365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algn="ctr"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algn="ctr"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68"/>
        <p:cNvGrpSpPr/>
        <p:nvPr/>
      </p:nvGrpSpPr>
      <p:grpSpPr>
        <a:xfrm>
          <a:off x="0" y="0"/>
          <a:ext cx="0" cy="0"/>
          <a:chOff x="0" y="0"/>
          <a:chExt cx="0" cy="0"/>
        </a:xfrm>
      </p:grpSpPr>
      <p:sp>
        <p:nvSpPr>
          <p:cNvPr id="169" name="Google Shape;169;p18"/>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0" name="Google Shape;170;p18"/>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71" name="Google Shape;171;p18"/>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2" name="Google Shape;172;p18"/>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73" name="Google Shape;173;p18"/>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74" name="Google Shape;174;p18"/>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75" name="Google Shape;175;p18"/>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76" name="Google Shape;176;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18"/>
          <p:cNvSpPr txBox="1">
            <a:spLocks noGrp="1"/>
          </p:cNvSpPr>
          <p:nvPr>
            <p:ph type="subTitle" idx="1"/>
          </p:nvPr>
        </p:nvSpPr>
        <p:spPr>
          <a:xfrm>
            <a:off x="720025" y="1610942"/>
            <a:ext cx="7704000" cy="530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78" name="Google Shape;178;p18"/>
          <p:cNvSpPr txBox="1">
            <a:spLocks noGrp="1"/>
          </p:cNvSpPr>
          <p:nvPr>
            <p:ph type="subTitle" idx="2"/>
          </p:nvPr>
        </p:nvSpPr>
        <p:spPr>
          <a:xfrm>
            <a:off x="720025" y="2731125"/>
            <a:ext cx="77040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79" name="Google Shape;179;p18"/>
          <p:cNvSpPr txBox="1">
            <a:spLocks noGrp="1"/>
          </p:cNvSpPr>
          <p:nvPr>
            <p:ph type="subTitle" idx="3"/>
          </p:nvPr>
        </p:nvSpPr>
        <p:spPr>
          <a:xfrm>
            <a:off x="720025" y="3851625"/>
            <a:ext cx="77040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80" name="Google Shape;180;p18"/>
          <p:cNvSpPr txBox="1">
            <a:spLocks noGrp="1"/>
          </p:cNvSpPr>
          <p:nvPr>
            <p:ph type="subTitle" idx="4"/>
          </p:nvPr>
        </p:nvSpPr>
        <p:spPr>
          <a:xfrm>
            <a:off x="720025" y="1241274"/>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81" name="Google Shape;181;p18"/>
          <p:cNvSpPr txBox="1">
            <a:spLocks noGrp="1"/>
          </p:cNvSpPr>
          <p:nvPr>
            <p:ph type="subTitle" idx="5"/>
          </p:nvPr>
        </p:nvSpPr>
        <p:spPr>
          <a:xfrm>
            <a:off x="720025" y="2350125"/>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82" name="Google Shape;182;p18"/>
          <p:cNvSpPr txBox="1">
            <a:spLocks noGrp="1"/>
          </p:cNvSpPr>
          <p:nvPr>
            <p:ph type="subTitle" idx="6"/>
          </p:nvPr>
        </p:nvSpPr>
        <p:spPr>
          <a:xfrm>
            <a:off x="720025" y="3470625"/>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hree columns 2">
  <p:cSld name="CUSTOM_6_1_1">
    <p:spTree>
      <p:nvGrpSpPr>
        <p:cNvPr id="1" name="Shape 183"/>
        <p:cNvGrpSpPr/>
        <p:nvPr/>
      </p:nvGrpSpPr>
      <p:grpSpPr>
        <a:xfrm>
          <a:off x="0" y="0"/>
          <a:ext cx="0" cy="0"/>
          <a:chOff x="0" y="0"/>
          <a:chExt cx="0" cy="0"/>
        </a:xfrm>
      </p:grpSpPr>
      <p:sp>
        <p:nvSpPr>
          <p:cNvPr id="184" name="Google Shape;184;p19"/>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5" name="Google Shape;185;p19"/>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86" name="Google Shape;186;p19"/>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7" name="Google Shape;187;p19"/>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88" name="Google Shape;188;p19"/>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89" name="Google Shape;189;p19"/>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90" name="Google Shape;190;p19"/>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91" name="Google Shape;191;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2" name="Google Shape;192;p19"/>
          <p:cNvSpPr txBox="1">
            <a:spLocks noGrp="1"/>
          </p:cNvSpPr>
          <p:nvPr>
            <p:ph type="subTitle" idx="1"/>
          </p:nvPr>
        </p:nvSpPr>
        <p:spPr>
          <a:xfrm>
            <a:off x="1381625" y="1718025"/>
            <a:ext cx="70425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93" name="Google Shape;193;p19"/>
          <p:cNvSpPr txBox="1">
            <a:spLocks noGrp="1"/>
          </p:cNvSpPr>
          <p:nvPr>
            <p:ph type="subTitle" idx="2"/>
          </p:nvPr>
        </p:nvSpPr>
        <p:spPr>
          <a:xfrm>
            <a:off x="1381635" y="2861025"/>
            <a:ext cx="70425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94" name="Google Shape;194;p19"/>
          <p:cNvSpPr txBox="1">
            <a:spLocks noGrp="1"/>
          </p:cNvSpPr>
          <p:nvPr>
            <p:ph type="subTitle" idx="3"/>
          </p:nvPr>
        </p:nvSpPr>
        <p:spPr>
          <a:xfrm>
            <a:off x="1381635" y="4004025"/>
            <a:ext cx="70425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95" name="Google Shape;195;p19"/>
          <p:cNvSpPr txBox="1">
            <a:spLocks noGrp="1"/>
          </p:cNvSpPr>
          <p:nvPr>
            <p:ph type="subTitle" idx="4"/>
          </p:nvPr>
        </p:nvSpPr>
        <p:spPr>
          <a:xfrm>
            <a:off x="1381625" y="1406025"/>
            <a:ext cx="7042500" cy="33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
        <p:nvSpPr>
          <p:cNvPr id="196" name="Google Shape;196;p19"/>
          <p:cNvSpPr txBox="1">
            <a:spLocks noGrp="1"/>
          </p:cNvSpPr>
          <p:nvPr>
            <p:ph type="subTitle" idx="5"/>
          </p:nvPr>
        </p:nvSpPr>
        <p:spPr>
          <a:xfrm>
            <a:off x="1381625" y="2526575"/>
            <a:ext cx="7042500" cy="33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
        <p:nvSpPr>
          <p:cNvPr id="197" name="Google Shape;197;p19"/>
          <p:cNvSpPr txBox="1">
            <a:spLocks noGrp="1"/>
          </p:cNvSpPr>
          <p:nvPr>
            <p:ph type="subTitle" idx="6"/>
          </p:nvPr>
        </p:nvSpPr>
        <p:spPr>
          <a:xfrm>
            <a:off x="1381625" y="3647125"/>
            <a:ext cx="7042500" cy="33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6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600"/>
              <a:buFont typeface="Bebas Neue"/>
              <a:buNone/>
              <a:defRPr sz="2600">
                <a:latin typeface="Bebas Neue"/>
                <a:ea typeface="Bebas Neue"/>
                <a:cs typeface="Bebas Neue"/>
                <a:sym typeface="Bebas Neue"/>
              </a:defRPr>
            </a:lvl2pPr>
            <a:lvl3pPr lvl="2" rtl="0">
              <a:lnSpc>
                <a:spcPct val="100000"/>
              </a:lnSpc>
              <a:spcBef>
                <a:spcPts val="1600"/>
              </a:spcBef>
              <a:spcAft>
                <a:spcPts val="0"/>
              </a:spcAft>
              <a:buSzPts val="2600"/>
              <a:buFont typeface="Bebas Neue"/>
              <a:buNone/>
              <a:defRPr sz="2600">
                <a:latin typeface="Bebas Neue"/>
                <a:ea typeface="Bebas Neue"/>
                <a:cs typeface="Bebas Neue"/>
                <a:sym typeface="Bebas Neue"/>
              </a:defRPr>
            </a:lvl3pPr>
            <a:lvl4pPr lvl="3" rtl="0">
              <a:lnSpc>
                <a:spcPct val="100000"/>
              </a:lnSpc>
              <a:spcBef>
                <a:spcPts val="1600"/>
              </a:spcBef>
              <a:spcAft>
                <a:spcPts val="0"/>
              </a:spcAft>
              <a:buSzPts val="2600"/>
              <a:buFont typeface="Bebas Neue"/>
              <a:buNone/>
              <a:defRPr sz="2600">
                <a:latin typeface="Bebas Neue"/>
                <a:ea typeface="Bebas Neue"/>
                <a:cs typeface="Bebas Neue"/>
                <a:sym typeface="Bebas Neue"/>
              </a:defRPr>
            </a:lvl4pPr>
            <a:lvl5pPr lvl="4" rtl="0">
              <a:lnSpc>
                <a:spcPct val="100000"/>
              </a:lnSpc>
              <a:spcBef>
                <a:spcPts val="1600"/>
              </a:spcBef>
              <a:spcAft>
                <a:spcPts val="0"/>
              </a:spcAft>
              <a:buSzPts val="2600"/>
              <a:buFont typeface="Bebas Neue"/>
              <a:buNone/>
              <a:defRPr sz="2600">
                <a:latin typeface="Bebas Neue"/>
                <a:ea typeface="Bebas Neue"/>
                <a:cs typeface="Bebas Neue"/>
                <a:sym typeface="Bebas Neue"/>
              </a:defRPr>
            </a:lvl5pPr>
            <a:lvl6pPr lvl="5" rtl="0">
              <a:lnSpc>
                <a:spcPct val="100000"/>
              </a:lnSpc>
              <a:spcBef>
                <a:spcPts val="1600"/>
              </a:spcBef>
              <a:spcAft>
                <a:spcPts val="0"/>
              </a:spcAft>
              <a:buSzPts val="2600"/>
              <a:buFont typeface="Bebas Neue"/>
              <a:buNone/>
              <a:defRPr sz="2600">
                <a:latin typeface="Bebas Neue"/>
                <a:ea typeface="Bebas Neue"/>
                <a:cs typeface="Bebas Neue"/>
                <a:sym typeface="Bebas Neue"/>
              </a:defRPr>
            </a:lvl6pPr>
            <a:lvl7pPr lvl="6" rtl="0">
              <a:lnSpc>
                <a:spcPct val="100000"/>
              </a:lnSpc>
              <a:spcBef>
                <a:spcPts val="1600"/>
              </a:spcBef>
              <a:spcAft>
                <a:spcPts val="0"/>
              </a:spcAft>
              <a:buSzPts val="2600"/>
              <a:buFont typeface="Bebas Neue"/>
              <a:buNone/>
              <a:defRPr sz="2600">
                <a:latin typeface="Bebas Neue"/>
                <a:ea typeface="Bebas Neue"/>
                <a:cs typeface="Bebas Neue"/>
                <a:sym typeface="Bebas Neue"/>
              </a:defRPr>
            </a:lvl7pPr>
            <a:lvl8pPr lvl="7" rtl="0">
              <a:lnSpc>
                <a:spcPct val="100000"/>
              </a:lnSpc>
              <a:spcBef>
                <a:spcPts val="1600"/>
              </a:spcBef>
              <a:spcAft>
                <a:spcPts val="0"/>
              </a:spcAft>
              <a:buSzPts val="2600"/>
              <a:buFont typeface="Bebas Neue"/>
              <a:buNone/>
              <a:defRPr sz="2600">
                <a:latin typeface="Bebas Neue"/>
                <a:ea typeface="Bebas Neue"/>
                <a:cs typeface="Bebas Neue"/>
                <a:sym typeface="Bebas Neue"/>
              </a:defRPr>
            </a:lvl8pPr>
            <a:lvl9pPr lvl="8" rtl="0">
              <a:lnSpc>
                <a:spcPct val="100000"/>
              </a:lnSpc>
              <a:spcBef>
                <a:spcPts val="1600"/>
              </a:spcBef>
              <a:spcAft>
                <a:spcPts val="1600"/>
              </a:spcAft>
              <a:buSzPts val="2600"/>
              <a:buFont typeface="Bebas Neue"/>
              <a:buNone/>
              <a:defRPr sz="2600">
                <a:latin typeface="Bebas Neue"/>
                <a:ea typeface="Bebas Neue"/>
                <a:cs typeface="Bebas Neue"/>
                <a:sym typeface="Bebas Neu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98"/>
        <p:cNvGrpSpPr/>
        <p:nvPr/>
      </p:nvGrpSpPr>
      <p:grpSpPr>
        <a:xfrm>
          <a:off x="0" y="0"/>
          <a:ext cx="0" cy="0"/>
          <a:chOff x="0" y="0"/>
          <a:chExt cx="0" cy="0"/>
        </a:xfrm>
      </p:grpSpPr>
      <p:sp>
        <p:nvSpPr>
          <p:cNvPr id="199" name="Google Shape;199;p20"/>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 name="Google Shape;200;p20"/>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01" name="Google Shape;201;p20"/>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2" name="Google Shape;202;p20"/>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03" name="Google Shape;203;p20"/>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04" name="Google Shape;204;p2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05" name="Google Shape;205;p20"/>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206" name="Google Shape;206;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07" name="Google Shape;207;p20"/>
          <p:cNvSpPr txBox="1">
            <a:spLocks noGrp="1"/>
          </p:cNvSpPr>
          <p:nvPr>
            <p:ph type="subTitle" idx="1"/>
          </p:nvPr>
        </p:nvSpPr>
        <p:spPr>
          <a:xfrm>
            <a:off x="1545775" y="1975263"/>
            <a:ext cx="2556900" cy="91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08" name="Google Shape;208;p20"/>
          <p:cNvSpPr txBox="1">
            <a:spLocks noGrp="1"/>
          </p:cNvSpPr>
          <p:nvPr>
            <p:ph type="subTitle" idx="2"/>
          </p:nvPr>
        </p:nvSpPr>
        <p:spPr>
          <a:xfrm>
            <a:off x="5041325" y="1975263"/>
            <a:ext cx="2556900" cy="91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09" name="Google Shape;209;p20"/>
          <p:cNvSpPr txBox="1">
            <a:spLocks noGrp="1"/>
          </p:cNvSpPr>
          <p:nvPr>
            <p:ph type="subTitle" idx="3"/>
          </p:nvPr>
        </p:nvSpPr>
        <p:spPr>
          <a:xfrm>
            <a:off x="1545775" y="3691500"/>
            <a:ext cx="2556900" cy="91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10" name="Google Shape;210;p20"/>
          <p:cNvSpPr txBox="1">
            <a:spLocks noGrp="1"/>
          </p:cNvSpPr>
          <p:nvPr>
            <p:ph type="subTitle" idx="4"/>
          </p:nvPr>
        </p:nvSpPr>
        <p:spPr>
          <a:xfrm>
            <a:off x="5041325" y="3691500"/>
            <a:ext cx="2556900" cy="91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11" name="Google Shape;211;p20"/>
          <p:cNvSpPr txBox="1">
            <a:spLocks noGrp="1"/>
          </p:cNvSpPr>
          <p:nvPr>
            <p:ph type="subTitle" idx="5"/>
          </p:nvPr>
        </p:nvSpPr>
        <p:spPr>
          <a:xfrm>
            <a:off x="1545775" y="1670463"/>
            <a:ext cx="2556900" cy="354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00000"/>
              </a:lnSpc>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212" name="Google Shape;212;p20"/>
          <p:cNvSpPr txBox="1">
            <a:spLocks noGrp="1"/>
          </p:cNvSpPr>
          <p:nvPr>
            <p:ph type="subTitle" idx="6"/>
          </p:nvPr>
        </p:nvSpPr>
        <p:spPr>
          <a:xfrm>
            <a:off x="5041325" y="1670463"/>
            <a:ext cx="2556900" cy="354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00000"/>
              </a:lnSpc>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213" name="Google Shape;213;p20"/>
          <p:cNvSpPr txBox="1">
            <a:spLocks noGrp="1"/>
          </p:cNvSpPr>
          <p:nvPr>
            <p:ph type="subTitle" idx="7"/>
          </p:nvPr>
        </p:nvSpPr>
        <p:spPr>
          <a:xfrm>
            <a:off x="1545775" y="3386700"/>
            <a:ext cx="2556900" cy="354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00000"/>
              </a:lnSpc>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214" name="Google Shape;214;p20"/>
          <p:cNvSpPr txBox="1">
            <a:spLocks noGrp="1"/>
          </p:cNvSpPr>
          <p:nvPr>
            <p:ph type="subTitle" idx="8"/>
          </p:nvPr>
        </p:nvSpPr>
        <p:spPr>
          <a:xfrm>
            <a:off x="5041325" y="3386700"/>
            <a:ext cx="2556900" cy="354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00000"/>
              </a:lnSpc>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six columns">
  <p:cSld name="CUSTOM_7_1">
    <p:spTree>
      <p:nvGrpSpPr>
        <p:cNvPr id="1" name="Shape 215"/>
        <p:cNvGrpSpPr/>
        <p:nvPr/>
      </p:nvGrpSpPr>
      <p:grpSpPr>
        <a:xfrm>
          <a:off x="0" y="0"/>
          <a:ext cx="0" cy="0"/>
          <a:chOff x="0" y="0"/>
          <a:chExt cx="0" cy="0"/>
        </a:xfrm>
      </p:grpSpPr>
      <p:sp>
        <p:nvSpPr>
          <p:cNvPr id="216" name="Google Shape;216;p21"/>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7" name="Google Shape;217;p21"/>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18" name="Google Shape;218;p21"/>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 name="Google Shape;219;p21"/>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20" name="Google Shape;220;p21"/>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21" name="Google Shape;221;p2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22" name="Google Shape;222;p21"/>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223" name="Google Shape;223;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24" name="Google Shape;224;p21"/>
          <p:cNvSpPr txBox="1">
            <a:spLocks noGrp="1"/>
          </p:cNvSpPr>
          <p:nvPr>
            <p:ph type="subTitle" idx="1"/>
          </p:nvPr>
        </p:nvSpPr>
        <p:spPr>
          <a:xfrm>
            <a:off x="903950" y="2149201"/>
            <a:ext cx="21912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25" name="Google Shape;225;p21"/>
          <p:cNvSpPr txBox="1">
            <a:spLocks noGrp="1"/>
          </p:cNvSpPr>
          <p:nvPr>
            <p:ph type="subTitle" idx="2"/>
          </p:nvPr>
        </p:nvSpPr>
        <p:spPr>
          <a:xfrm>
            <a:off x="3478550" y="2149201"/>
            <a:ext cx="21825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26" name="Google Shape;226;p21"/>
          <p:cNvSpPr txBox="1">
            <a:spLocks noGrp="1"/>
          </p:cNvSpPr>
          <p:nvPr>
            <p:ph type="subTitle" idx="3"/>
          </p:nvPr>
        </p:nvSpPr>
        <p:spPr>
          <a:xfrm>
            <a:off x="903950" y="3579425"/>
            <a:ext cx="21912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27" name="Google Shape;227;p21"/>
          <p:cNvSpPr txBox="1">
            <a:spLocks noGrp="1"/>
          </p:cNvSpPr>
          <p:nvPr>
            <p:ph type="subTitle" idx="4"/>
          </p:nvPr>
        </p:nvSpPr>
        <p:spPr>
          <a:xfrm>
            <a:off x="3478550" y="3579425"/>
            <a:ext cx="21825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28" name="Google Shape;228;p21"/>
          <p:cNvSpPr txBox="1">
            <a:spLocks noGrp="1"/>
          </p:cNvSpPr>
          <p:nvPr>
            <p:ph type="subTitle" idx="5"/>
          </p:nvPr>
        </p:nvSpPr>
        <p:spPr>
          <a:xfrm>
            <a:off x="6048850" y="2149201"/>
            <a:ext cx="21999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29" name="Google Shape;229;p21"/>
          <p:cNvSpPr txBox="1">
            <a:spLocks noGrp="1"/>
          </p:cNvSpPr>
          <p:nvPr>
            <p:ph type="subTitle" idx="6"/>
          </p:nvPr>
        </p:nvSpPr>
        <p:spPr>
          <a:xfrm>
            <a:off x="6048850" y="3579425"/>
            <a:ext cx="2199900" cy="6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30" name="Google Shape;230;p21"/>
          <p:cNvSpPr txBox="1">
            <a:spLocks noGrp="1"/>
          </p:cNvSpPr>
          <p:nvPr>
            <p:ph type="subTitle" idx="7"/>
          </p:nvPr>
        </p:nvSpPr>
        <p:spPr>
          <a:xfrm>
            <a:off x="908250" y="1656600"/>
            <a:ext cx="21825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31" name="Google Shape;231;p21"/>
          <p:cNvSpPr txBox="1">
            <a:spLocks noGrp="1"/>
          </p:cNvSpPr>
          <p:nvPr>
            <p:ph type="subTitle" idx="8"/>
          </p:nvPr>
        </p:nvSpPr>
        <p:spPr>
          <a:xfrm>
            <a:off x="3482836" y="1656600"/>
            <a:ext cx="21738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32" name="Google Shape;232;p21"/>
          <p:cNvSpPr txBox="1">
            <a:spLocks noGrp="1"/>
          </p:cNvSpPr>
          <p:nvPr>
            <p:ph type="subTitle" idx="9"/>
          </p:nvPr>
        </p:nvSpPr>
        <p:spPr>
          <a:xfrm>
            <a:off x="6053173" y="1656600"/>
            <a:ext cx="21912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33" name="Google Shape;233;p21"/>
          <p:cNvSpPr txBox="1">
            <a:spLocks noGrp="1"/>
          </p:cNvSpPr>
          <p:nvPr>
            <p:ph type="subTitle" idx="13"/>
          </p:nvPr>
        </p:nvSpPr>
        <p:spPr>
          <a:xfrm>
            <a:off x="908250" y="3086800"/>
            <a:ext cx="21825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34" name="Google Shape;234;p21"/>
          <p:cNvSpPr txBox="1">
            <a:spLocks noGrp="1"/>
          </p:cNvSpPr>
          <p:nvPr>
            <p:ph type="subTitle" idx="14"/>
          </p:nvPr>
        </p:nvSpPr>
        <p:spPr>
          <a:xfrm>
            <a:off x="3482836" y="3086800"/>
            <a:ext cx="21738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35" name="Google Shape;235;p21"/>
          <p:cNvSpPr txBox="1">
            <a:spLocks noGrp="1"/>
          </p:cNvSpPr>
          <p:nvPr>
            <p:ph type="subTitle" idx="15"/>
          </p:nvPr>
        </p:nvSpPr>
        <p:spPr>
          <a:xfrm>
            <a:off x="6053173" y="3086800"/>
            <a:ext cx="2191200" cy="4425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Numbers and text">
  <p:cSld name="CUSTOM_8_1">
    <p:spTree>
      <p:nvGrpSpPr>
        <p:cNvPr id="1" name="Shape 236"/>
        <p:cNvGrpSpPr/>
        <p:nvPr/>
      </p:nvGrpSpPr>
      <p:grpSpPr>
        <a:xfrm>
          <a:off x="0" y="0"/>
          <a:ext cx="0" cy="0"/>
          <a:chOff x="0" y="0"/>
          <a:chExt cx="0" cy="0"/>
        </a:xfrm>
      </p:grpSpPr>
      <p:sp>
        <p:nvSpPr>
          <p:cNvPr id="237" name="Google Shape;237;p22"/>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8" name="Google Shape;238;p22"/>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39" name="Google Shape;239;p22"/>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0" name="Google Shape;240;p22"/>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41" name="Google Shape;241;p22"/>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42" name="Google Shape;242;p2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43" name="Google Shape;243;p22"/>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244" name="Google Shape;244;p22"/>
          <p:cNvSpPr txBox="1">
            <a:spLocks noGrp="1"/>
          </p:cNvSpPr>
          <p:nvPr>
            <p:ph type="title" hasCustomPrompt="1"/>
          </p:nvPr>
        </p:nvSpPr>
        <p:spPr>
          <a:xfrm>
            <a:off x="2223600" y="552112"/>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45" name="Google Shape;245;p22"/>
          <p:cNvSpPr txBox="1">
            <a:spLocks noGrp="1"/>
          </p:cNvSpPr>
          <p:nvPr>
            <p:ph type="subTitle" idx="1"/>
          </p:nvPr>
        </p:nvSpPr>
        <p:spPr>
          <a:xfrm>
            <a:off x="2223600" y="1364275"/>
            <a:ext cx="4696800" cy="428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Clr>
                <a:schemeClr val="dk1"/>
              </a:buClr>
              <a:buSzPts val="2400"/>
              <a:buFont typeface="PT Sans"/>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246" name="Google Shape;246;p22"/>
          <p:cNvSpPr txBox="1">
            <a:spLocks noGrp="1"/>
          </p:cNvSpPr>
          <p:nvPr>
            <p:ph type="title" idx="2" hasCustomPrompt="1"/>
          </p:nvPr>
        </p:nvSpPr>
        <p:spPr>
          <a:xfrm>
            <a:off x="2223600" y="1904368"/>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dk2"/>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47" name="Google Shape;247;p22"/>
          <p:cNvSpPr txBox="1">
            <a:spLocks noGrp="1"/>
          </p:cNvSpPr>
          <p:nvPr>
            <p:ph type="subTitle" idx="3"/>
          </p:nvPr>
        </p:nvSpPr>
        <p:spPr>
          <a:xfrm>
            <a:off x="2223600" y="2716527"/>
            <a:ext cx="4696800" cy="446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Clr>
                <a:schemeClr val="dk1"/>
              </a:buClr>
              <a:buSzPts val="2400"/>
              <a:buFont typeface="PT Sans"/>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248" name="Google Shape;248;p22"/>
          <p:cNvSpPr txBox="1">
            <a:spLocks noGrp="1"/>
          </p:cNvSpPr>
          <p:nvPr>
            <p:ph type="title" idx="4" hasCustomPrompt="1"/>
          </p:nvPr>
        </p:nvSpPr>
        <p:spPr>
          <a:xfrm>
            <a:off x="2223600" y="3256624"/>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49" name="Google Shape;249;p22"/>
          <p:cNvSpPr txBox="1">
            <a:spLocks noGrp="1"/>
          </p:cNvSpPr>
          <p:nvPr>
            <p:ph type="subTitle" idx="5"/>
          </p:nvPr>
        </p:nvSpPr>
        <p:spPr>
          <a:xfrm>
            <a:off x="2223600" y="4068797"/>
            <a:ext cx="4696800" cy="4467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Clr>
                <a:schemeClr val="dk1"/>
              </a:buClr>
              <a:buSzPts val="2400"/>
              <a:buFont typeface="PT Sans"/>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250"/>
        <p:cNvGrpSpPr/>
        <p:nvPr/>
      </p:nvGrpSpPr>
      <p:grpSpPr>
        <a:xfrm>
          <a:off x="0" y="0"/>
          <a:ext cx="0" cy="0"/>
          <a:chOff x="0" y="0"/>
          <a:chExt cx="0" cy="0"/>
        </a:xfrm>
      </p:grpSpPr>
      <p:sp>
        <p:nvSpPr>
          <p:cNvPr id="251" name="Google Shape;251;p23"/>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3"/>
          <p:cNvSpPr txBox="1">
            <a:spLocks noGrp="1"/>
          </p:cNvSpPr>
          <p:nvPr>
            <p:ph type="title"/>
          </p:nvPr>
        </p:nvSpPr>
        <p:spPr>
          <a:xfrm>
            <a:off x="2347938" y="540000"/>
            <a:ext cx="4448100" cy="1058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sz="7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53" name="Google Shape;253;p23"/>
          <p:cNvSpPr txBox="1">
            <a:spLocks noGrp="1"/>
          </p:cNvSpPr>
          <p:nvPr>
            <p:ph type="subTitle" idx="1"/>
          </p:nvPr>
        </p:nvSpPr>
        <p:spPr>
          <a:xfrm>
            <a:off x="2347900" y="1717825"/>
            <a:ext cx="4448100" cy="123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54" name="Google Shape;254;p23"/>
          <p:cNvSpPr txBox="1"/>
          <p:nvPr/>
        </p:nvSpPr>
        <p:spPr>
          <a:xfrm>
            <a:off x="2099100" y="3611950"/>
            <a:ext cx="4945800" cy="556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300"/>
              </a:spcBef>
              <a:spcAft>
                <a:spcPts val="0"/>
              </a:spcAft>
              <a:buNone/>
            </a:pPr>
            <a:r>
              <a:rPr lang="en" sz="1200">
                <a:solidFill>
                  <a:schemeClr val="dk1"/>
                </a:solidFill>
                <a:latin typeface="Mulish"/>
                <a:ea typeface="Mulish"/>
                <a:cs typeface="Mulish"/>
                <a:sym typeface="Mulish"/>
              </a:rPr>
              <a:t>CREDITS: This presentation template was created by </a:t>
            </a:r>
            <a:r>
              <a:rPr lang="en" sz="1200" b="1" u="sng">
                <a:solidFill>
                  <a:schemeClr val="dk1"/>
                </a:solidFill>
                <a:latin typeface="Mulish"/>
                <a:ea typeface="Mulish"/>
                <a:cs typeface="Mulish"/>
                <a:sym typeface="Mulish"/>
                <a:hlinkClick r:id="rId2">
                  <a:extLst>
                    <a:ext uri="{A12FA001-AC4F-418D-AE19-62706E023703}">
                      <ahyp:hlinkClr xmlns:ahyp="http://schemas.microsoft.com/office/drawing/2018/hyperlinkcolor" val="tx"/>
                    </a:ext>
                  </a:extLst>
                </a:hlinkClick>
              </a:rPr>
              <a:t>Slidesgo</a:t>
            </a:r>
            <a:r>
              <a:rPr lang="en" sz="1200" b="1">
                <a:solidFill>
                  <a:schemeClr val="dk1"/>
                </a:solidFill>
                <a:latin typeface="Mulish"/>
                <a:ea typeface="Mulish"/>
                <a:cs typeface="Mulish"/>
                <a:sym typeface="Mulish"/>
              </a:rPr>
              <a:t>,</a:t>
            </a:r>
            <a:r>
              <a:rPr lang="en" sz="1200">
                <a:solidFill>
                  <a:schemeClr val="dk1"/>
                </a:solidFill>
                <a:latin typeface="Mulish"/>
                <a:ea typeface="Mulish"/>
                <a:cs typeface="Mulish"/>
                <a:sym typeface="Mulish"/>
              </a:rPr>
              <a:t> and includes icons by</a:t>
            </a:r>
            <a:r>
              <a:rPr lang="en" sz="1200" b="1">
                <a:solidFill>
                  <a:schemeClr val="dk1"/>
                </a:solidFill>
                <a:latin typeface="Mulish"/>
                <a:ea typeface="Mulish"/>
                <a:cs typeface="Mulish"/>
                <a:sym typeface="Mulish"/>
              </a:rPr>
              <a:t> </a:t>
            </a:r>
            <a:r>
              <a:rPr lang="en" sz="1200" b="1" u="sng">
                <a:solidFill>
                  <a:schemeClr val="dk1"/>
                </a:solidFill>
                <a:latin typeface="Mulish"/>
                <a:ea typeface="Mulish"/>
                <a:cs typeface="Mulish"/>
                <a:sym typeface="Mulish"/>
                <a:hlinkClick r:id="rId3">
                  <a:extLst>
                    <a:ext uri="{A12FA001-AC4F-418D-AE19-62706E023703}">
                      <ahyp:hlinkClr xmlns:ahyp="http://schemas.microsoft.com/office/drawing/2018/hyperlinkcolor" val="tx"/>
                    </a:ext>
                  </a:extLst>
                </a:hlinkClick>
              </a:rPr>
              <a:t>Flaticon</a:t>
            </a:r>
            <a:r>
              <a:rPr lang="en" sz="1200" b="1">
                <a:solidFill>
                  <a:schemeClr val="dk1"/>
                </a:solidFill>
                <a:latin typeface="Mulish"/>
                <a:ea typeface="Mulish"/>
                <a:cs typeface="Mulish"/>
                <a:sym typeface="Mulish"/>
              </a:rPr>
              <a:t>,</a:t>
            </a:r>
            <a:r>
              <a:rPr lang="en" sz="1200">
                <a:solidFill>
                  <a:schemeClr val="dk1"/>
                </a:solidFill>
                <a:latin typeface="Mulish"/>
                <a:ea typeface="Mulish"/>
                <a:cs typeface="Mulish"/>
                <a:sym typeface="Mulish"/>
              </a:rPr>
              <a:t> and infographics &amp; images by </a:t>
            </a:r>
            <a:r>
              <a:rPr lang="en" sz="1200" b="1" u="sng">
                <a:solidFill>
                  <a:schemeClr val="dk1"/>
                </a:solidFill>
                <a:latin typeface="Mulish"/>
                <a:ea typeface="Mulish"/>
                <a:cs typeface="Mulish"/>
                <a:sym typeface="Mulish"/>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Mulish"/>
                <a:ea typeface="Mulish"/>
                <a:cs typeface="Mulish"/>
                <a:sym typeface="Mulish"/>
              </a:rPr>
              <a:t> </a:t>
            </a:r>
            <a:endParaRPr sz="1200" b="1" u="sng">
              <a:solidFill>
                <a:schemeClr val="dk1"/>
              </a:solidFill>
              <a:latin typeface="Mulish"/>
              <a:ea typeface="Mulish"/>
              <a:cs typeface="Mulish"/>
              <a:sym typeface="Mulish"/>
            </a:endParaRPr>
          </a:p>
        </p:txBody>
      </p:sp>
      <p:cxnSp>
        <p:nvCxnSpPr>
          <p:cNvPr id="255" name="Google Shape;255;p23"/>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56" name="Google Shape;256;p23"/>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7" name="Google Shape;257;p23"/>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58" name="Google Shape;258;p23"/>
          <p:cNvCxnSpPr/>
          <p:nvPr/>
        </p:nvCxnSpPr>
        <p:spPr>
          <a:xfrm rot="10800000" flipH="1">
            <a:off x="347659" y="4749851"/>
            <a:ext cx="8448600" cy="330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259"/>
        <p:cNvGrpSpPr/>
        <p:nvPr/>
      </p:nvGrpSpPr>
      <p:grpSpPr>
        <a:xfrm>
          <a:off x="0" y="0"/>
          <a:ext cx="0" cy="0"/>
          <a:chOff x="0" y="0"/>
          <a:chExt cx="0" cy="0"/>
        </a:xfrm>
      </p:grpSpPr>
      <p:sp>
        <p:nvSpPr>
          <p:cNvPr id="260" name="Google Shape;260;p2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cxnSp>
        <p:nvCxnSpPr>
          <p:cNvPr id="262" name="Google Shape;262;p2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63" name="Google Shape;263;p2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4" name="Google Shape;264;p2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65" name="Google Shape;265;p2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66" name="Google Shape;266;p24"/>
          <p:cNvSpPr txBox="1">
            <a:spLocks noGrp="1"/>
          </p:cNvSpPr>
          <p:nvPr>
            <p:ph type="sldNum" idx="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lt1"/>
                </a:solidFill>
              </a:defRPr>
            </a:lvl1pPr>
            <a:lvl2pPr lvl="1" algn="ctr" rtl="0">
              <a:buNone/>
              <a:defRPr>
                <a:solidFill>
                  <a:schemeClr val="lt1"/>
                </a:solidFill>
              </a:defRPr>
            </a:lvl2pPr>
            <a:lvl3pPr lvl="2" algn="ctr" rtl="0">
              <a:buNone/>
              <a:defRPr>
                <a:solidFill>
                  <a:schemeClr val="lt1"/>
                </a:solidFill>
              </a:defRPr>
            </a:lvl3pPr>
            <a:lvl4pPr lvl="3" algn="ctr" rtl="0">
              <a:buNone/>
              <a:defRPr>
                <a:solidFill>
                  <a:schemeClr val="lt1"/>
                </a:solidFill>
              </a:defRPr>
            </a:lvl4pPr>
            <a:lvl5pPr lvl="4" algn="ctr" rtl="0">
              <a:buNone/>
              <a:defRPr>
                <a:solidFill>
                  <a:schemeClr val="lt1"/>
                </a:solidFill>
              </a:defRPr>
            </a:lvl5pPr>
            <a:lvl6pPr lvl="5" algn="ctr" rtl="0">
              <a:buNone/>
              <a:defRPr>
                <a:solidFill>
                  <a:schemeClr val="lt1"/>
                </a:solidFill>
              </a:defRPr>
            </a:lvl6pPr>
            <a:lvl7pPr lvl="6" algn="ctr" rtl="0">
              <a:buNone/>
              <a:defRPr>
                <a:solidFill>
                  <a:schemeClr val="lt1"/>
                </a:solidFill>
              </a:defRPr>
            </a:lvl7pPr>
            <a:lvl8pPr lvl="7" algn="ctr" rtl="0">
              <a:buNone/>
              <a:defRPr>
                <a:solidFill>
                  <a:schemeClr val="lt1"/>
                </a:solidFill>
              </a:defRPr>
            </a:lvl8pPr>
            <a:lvl9pPr lvl="8" algn="ctr" rtl="0">
              <a:buNone/>
              <a:defRPr>
                <a:solidFill>
                  <a:schemeClr val="lt1"/>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67" name="Google Shape;267;p2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268"/>
        <p:cNvGrpSpPr/>
        <p:nvPr/>
      </p:nvGrpSpPr>
      <p:grpSpPr>
        <a:xfrm>
          <a:off x="0" y="0"/>
          <a:ext cx="0" cy="0"/>
          <a:chOff x="0" y="0"/>
          <a:chExt cx="0" cy="0"/>
        </a:xfrm>
      </p:grpSpPr>
      <p:sp>
        <p:nvSpPr>
          <p:cNvPr id="269" name="Google Shape;269;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70" name="Google Shape;270;p25"/>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5"/>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72" name="Google Shape;272;p25"/>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3" name="Google Shape;273;p25"/>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74" name="Google Shape;274;p25"/>
          <p:cNvCxnSpPr/>
          <p:nvPr/>
        </p:nvCxnSpPr>
        <p:spPr>
          <a:xfrm rot="10800000" flipH="1">
            <a:off x="347659" y="4749851"/>
            <a:ext cx="8448600" cy="330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1pPr>
            <a:lvl2pPr lvl="1"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2pPr>
            <a:lvl3pPr lvl="2"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3pPr>
            <a:lvl4pPr lvl="3"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4pPr>
            <a:lvl5pPr lvl="4"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5pPr>
            <a:lvl6pPr lvl="5"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6pPr>
            <a:lvl7pPr lvl="6"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7pPr>
            <a:lvl8pPr lvl="7"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8pPr>
            <a:lvl9pPr lvl="8"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9pPr>
          </a:lstStyle>
          <a:p>
            <a:endParaRPr/>
          </a:p>
        </p:txBody>
      </p:sp>
      <p:sp>
        <p:nvSpPr>
          <p:cNvPr id="7" name="Google Shape;7;p1"/>
          <p:cNvSpPr txBox="1">
            <a:spLocks noGrp="1"/>
          </p:cNvSpPr>
          <p:nvPr>
            <p:ph type="body" idx="1"/>
          </p:nvPr>
        </p:nvSpPr>
        <p:spPr>
          <a:xfrm>
            <a:off x="713400"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1pPr>
            <a:lvl2pPr marL="914400" lvl="1"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2pPr>
            <a:lvl3pPr marL="1371600" lvl="2"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3pPr>
            <a:lvl4pPr marL="1828800" lvl="3"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4pPr>
            <a:lvl5pPr marL="2286000" lvl="4"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5pPr>
            <a:lvl6pPr marL="2743200" lvl="5"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6pPr>
            <a:lvl7pPr marL="3200400" lvl="6"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7pPr>
            <a:lvl8pPr marL="3657600" lvl="7"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8pPr>
            <a:lvl9pPr marL="4114800" lvl="8" indent="-317500">
              <a:lnSpc>
                <a:spcPct val="115000"/>
              </a:lnSpc>
              <a:spcBef>
                <a:spcPts val="1600"/>
              </a:spcBef>
              <a:spcAft>
                <a:spcPts val="1600"/>
              </a:spcAft>
              <a:buClr>
                <a:schemeClr val="dk1"/>
              </a:buClr>
              <a:buSzPts val="1400"/>
              <a:buFont typeface="Mulish"/>
              <a:buChar char="■"/>
              <a:defRPr>
                <a:solidFill>
                  <a:schemeClr val="dk1"/>
                </a:solidFill>
                <a:latin typeface="Mulish"/>
                <a:ea typeface="Mulish"/>
                <a:cs typeface="Mulish"/>
                <a:sym typeface="Mulish"/>
              </a:defRPr>
            </a:lvl9pPr>
          </a:lstStyle>
          <a:p>
            <a:endParaRPr/>
          </a:p>
        </p:txBody>
      </p:sp>
      <p:sp>
        <p:nvSpPr>
          <p:cNvPr id="8" name="Google Shape;8;p1"/>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a:buNone/>
              <a:defRPr sz="1300">
                <a:solidFill>
                  <a:schemeClr val="dk1"/>
                </a:solidFill>
                <a:latin typeface="Mulish"/>
                <a:ea typeface="Mulish"/>
                <a:cs typeface="Mulish"/>
                <a:sym typeface="Mulish"/>
              </a:defRPr>
            </a:lvl1pPr>
            <a:lvl2pPr lvl="1" algn="r">
              <a:buNone/>
              <a:defRPr sz="1300">
                <a:solidFill>
                  <a:schemeClr val="dk1"/>
                </a:solidFill>
                <a:latin typeface="Mulish"/>
                <a:ea typeface="Mulish"/>
                <a:cs typeface="Mulish"/>
                <a:sym typeface="Mulish"/>
              </a:defRPr>
            </a:lvl2pPr>
            <a:lvl3pPr lvl="2" algn="r">
              <a:buNone/>
              <a:defRPr sz="1300">
                <a:solidFill>
                  <a:schemeClr val="dk1"/>
                </a:solidFill>
                <a:latin typeface="Mulish"/>
                <a:ea typeface="Mulish"/>
                <a:cs typeface="Mulish"/>
                <a:sym typeface="Mulish"/>
              </a:defRPr>
            </a:lvl3pPr>
            <a:lvl4pPr lvl="3" algn="r">
              <a:buNone/>
              <a:defRPr sz="1300">
                <a:solidFill>
                  <a:schemeClr val="dk1"/>
                </a:solidFill>
                <a:latin typeface="Mulish"/>
                <a:ea typeface="Mulish"/>
                <a:cs typeface="Mulish"/>
                <a:sym typeface="Mulish"/>
              </a:defRPr>
            </a:lvl4pPr>
            <a:lvl5pPr lvl="4" algn="r">
              <a:buNone/>
              <a:defRPr sz="1300">
                <a:solidFill>
                  <a:schemeClr val="dk1"/>
                </a:solidFill>
                <a:latin typeface="Mulish"/>
                <a:ea typeface="Mulish"/>
                <a:cs typeface="Mulish"/>
                <a:sym typeface="Mulish"/>
              </a:defRPr>
            </a:lvl5pPr>
            <a:lvl6pPr lvl="5" algn="r">
              <a:buNone/>
              <a:defRPr sz="1300">
                <a:solidFill>
                  <a:schemeClr val="dk1"/>
                </a:solidFill>
                <a:latin typeface="Mulish"/>
                <a:ea typeface="Mulish"/>
                <a:cs typeface="Mulish"/>
                <a:sym typeface="Mulish"/>
              </a:defRPr>
            </a:lvl6pPr>
            <a:lvl7pPr lvl="6" algn="r">
              <a:buNone/>
              <a:defRPr sz="1300">
                <a:solidFill>
                  <a:schemeClr val="dk1"/>
                </a:solidFill>
                <a:latin typeface="Mulish"/>
                <a:ea typeface="Mulish"/>
                <a:cs typeface="Mulish"/>
                <a:sym typeface="Mulish"/>
              </a:defRPr>
            </a:lvl7pPr>
            <a:lvl8pPr lvl="7" algn="r">
              <a:buNone/>
              <a:defRPr sz="1300">
                <a:solidFill>
                  <a:schemeClr val="dk1"/>
                </a:solidFill>
                <a:latin typeface="Mulish"/>
                <a:ea typeface="Mulish"/>
                <a:cs typeface="Mulish"/>
                <a:sym typeface="Mulish"/>
              </a:defRPr>
            </a:lvl8pPr>
            <a:lvl9pPr lvl="8" algn="r">
              <a:buNone/>
              <a:defRPr sz="1300">
                <a:solidFill>
                  <a:schemeClr val="dk1"/>
                </a:solidFill>
                <a:latin typeface="Mulish"/>
                <a:ea typeface="Mulish"/>
                <a:cs typeface="Mulish"/>
                <a:sym typeface="Mulish"/>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hyperlink" Target="http://bit.ly/30B07Gq" TargetMode="External"/><Relationship Id="rId13" Type="http://schemas.openxmlformats.org/officeDocument/2006/relationships/hyperlink" Target="https://wepik.com/?utm_source=slidesgo_template&amp;utm_medium=referral-link&amp;utm_campaign=promo-slide&amp;utm_term=slidesgo&amp;utm_content=wepik" TargetMode="External"/><Relationship Id="rId3" Type="http://schemas.openxmlformats.org/officeDocument/2006/relationships/slide" Target="slide31.xml"/><Relationship Id="rId7" Type="http://schemas.openxmlformats.org/officeDocument/2006/relationships/hyperlink" Target="https://bit.ly/3A1uf1Q" TargetMode="External"/><Relationship Id="rId12" Type="http://schemas.openxmlformats.org/officeDocument/2006/relationships/hyperlink" Target="https://storyset.com/?utm_source=slidesgo_template&amp;utm_medium=referral-link&amp;utm_campaign=promo-slide&amp;utm_term=slidesgo&amp;utm_content=storyset"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1" Type="http://schemas.openxmlformats.org/officeDocument/2006/relationships/hyperlink" Target="https://www.flaticon.com/?utm_source=slidesgo_template&amp;utm_medium=referral-link&amp;utm_campaign=promo-slide&amp;utm_term=slidesgo&amp;utm_content=flaticon" TargetMode="External"/><Relationship Id="rId5" Type="http://schemas.openxmlformats.org/officeDocument/2006/relationships/slide" Target="slide29.xml"/><Relationship Id="rId10" Type="http://schemas.openxmlformats.org/officeDocument/2006/relationships/hyperlink" Target="https://www.freepik.com/?utm_source=slidesgo_template&amp;utm_medium=referral-link&amp;utm_campaign=promo-slide&amp;utm_term=slidesgo&amp;utm_content=freepik" TargetMode="External"/><Relationship Id="rId4" Type="http://schemas.openxmlformats.org/officeDocument/2006/relationships/slide" Target="slide30.xml"/><Relationship Id="rId9" Type="http://schemas.openxmlformats.org/officeDocument/2006/relationships/hyperlink" Target="http://bit.ly/33VAFh3" TargetMode="External"/><Relationship Id="rId14" Type="http://schemas.openxmlformats.org/officeDocument/2006/relationships/hyperlink" Target="https://www.videvo.net/?utm_source=slidesgo_template&amp;utm_medium=referral-link&amp;utm_campaign=sg_resources&amp;utm_content=videvo"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1.xml"/><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hyperlink" Target="https://docs.google.com/spreadsheets/d/1BOlGjWaimK6yTT6fiPmsmbWpBpOEoj2T9VeQoV-kLS4/copy#gid=0"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2.xml"/><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hyperlink" Target="https://docs.google.com/spreadsheets/d/1BOlGjWaimK6yTT6fiPmsmbWpBpOEoj2T9VeQoV-kLS4/copy#gid=910018300"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7.xml"/><Relationship Id="rId1" Type="http://schemas.openxmlformats.org/officeDocument/2006/relationships/slideLayout" Target="../slideLayouts/slideLayout15.xml"/><Relationship Id="rId4" Type="http://schemas.openxmlformats.org/officeDocument/2006/relationships/image" Target="../media/image7.jp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3" Type="http://schemas.openxmlformats.org/officeDocument/2006/relationships/hyperlink" Target="https://www.freepik.com/free-vector/flat-sparkling-stars-collection_15628188.htm/?utm_source=slidesgo_template&amp;utm_medium=referral-link&amp;utm_campaign=sg_resources&amp;utm_content=freepik" TargetMode="External"/><Relationship Id="rId2" Type="http://schemas.openxmlformats.org/officeDocument/2006/relationships/notesSlide" Target="../notesSlides/notesSlide29.xml"/><Relationship Id="rId1" Type="http://schemas.openxmlformats.org/officeDocument/2006/relationships/slideLayout" Target="../slideLayouts/slideLayout3.xml"/><Relationship Id="rId5" Type="http://schemas.openxmlformats.org/officeDocument/2006/relationships/hyperlink" Target="https://www.freepik.com/free-vector/calligraphic-ornamental-divider-collection_12062176.htm/?utm_source=slidesgo_template&amp;utm_medium=referral-link&amp;utm_campaign=sg_resources&amp;utm_content=freepik" TargetMode="External"/><Relationship Id="rId4" Type="http://schemas.openxmlformats.org/officeDocument/2006/relationships/hyperlink" Target="https://www.freepik.com/free-vector/dividers-collection-hand-drawn-style_2384912.htm/?utm_source=slidesgo_template&amp;utm_medium=referral-link&amp;utm_campaign=sg_resources&amp;utm_content=freepik"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www.freepik.com/free-vector/flat-design-formal-wedding-invitations_22110705.htm/?utm_source=slidesgo_template&amp;utm_medium=referral-link&amp;utm_campaign=sg_resources&amp;utm_content=freepik"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www.freepik.com/free-photo/university-colleagues-talking-library_12296579.htm/?utm_source=slidesgo_template&amp;utm_medium=referral-link&amp;utm_campaign=sg_resources&amp;utm_content=freepik" TargetMode="External"/><Relationship Id="rId4" Type="http://schemas.openxmlformats.org/officeDocument/2006/relationships/hyperlink" Target="https://www.freepik.com/free-photo/crop-woman-drinking-reading-table_2914659.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84"/>
        <p:cNvGrpSpPr/>
        <p:nvPr/>
      </p:nvGrpSpPr>
      <p:grpSpPr>
        <a:xfrm>
          <a:off x="0" y="0"/>
          <a:ext cx="0" cy="0"/>
          <a:chOff x="0" y="0"/>
          <a:chExt cx="0" cy="0"/>
        </a:xfrm>
      </p:grpSpPr>
      <p:sp>
        <p:nvSpPr>
          <p:cNvPr id="285" name="Google Shape;285;p29"/>
          <p:cNvSpPr txBox="1">
            <a:spLocks noGrp="1"/>
          </p:cNvSpPr>
          <p:nvPr>
            <p:ph type="ctrTitle"/>
          </p:nvPr>
        </p:nvSpPr>
        <p:spPr>
          <a:xfrm>
            <a:off x="1609200" y="1424875"/>
            <a:ext cx="5925600" cy="207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700"/>
              <a:t>Elegant </a:t>
            </a:r>
            <a:r>
              <a:rPr lang="en" sz="5900">
                <a:solidFill>
                  <a:schemeClr val="dk2"/>
                </a:solidFill>
              </a:rPr>
              <a:t>Bachelor Thesis</a:t>
            </a:r>
            <a:endParaRPr sz="5900">
              <a:solidFill>
                <a:schemeClr val="dk2"/>
              </a:solidFill>
            </a:endParaRPr>
          </a:p>
        </p:txBody>
      </p:sp>
      <p:sp>
        <p:nvSpPr>
          <p:cNvPr id="286" name="Google Shape;286;p29"/>
          <p:cNvSpPr txBox="1">
            <a:spLocks noGrp="1"/>
          </p:cNvSpPr>
          <p:nvPr>
            <p:ph type="subTitle" idx="1"/>
          </p:nvPr>
        </p:nvSpPr>
        <p:spPr>
          <a:xfrm>
            <a:off x="1609200" y="3573775"/>
            <a:ext cx="5942700" cy="47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is where your presentation begins</a:t>
            </a:r>
            <a:endParaRPr/>
          </a:p>
        </p:txBody>
      </p:sp>
      <p:cxnSp>
        <p:nvCxnSpPr>
          <p:cNvPr id="287" name="Google Shape;287;p29"/>
          <p:cNvCxnSpPr/>
          <p:nvPr/>
        </p:nvCxnSpPr>
        <p:spPr>
          <a:xfrm rot="10800000" flipH="1">
            <a:off x="1600600" y="2544888"/>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288" name="Google Shape;288;p29"/>
          <p:cNvCxnSpPr/>
          <p:nvPr/>
        </p:nvCxnSpPr>
        <p:spPr>
          <a:xfrm rot="10800000" flipH="1">
            <a:off x="1600600" y="1348663"/>
            <a:ext cx="5942700" cy="6600"/>
          </a:xfrm>
          <a:prstGeom prst="straightConnector1">
            <a:avLst/>
          </a:prstGeom>
          <a:noFill/>
          <a:ln w="19050" cap="flat" cmpd="sng">
            <a:solidFill>
              <a:schemeClr val="lt1"/>
            </a:solidFill>
            <a:prstDash val="solid"/>
            <a:round/>
            <a:headEnd type="oval" w="med" len="med"/>
            <a:tailEnd type="oval" w="med" len="med"/>
          </a:ln>
        </p:spPr>
      </p:cxnSp>
      <p:sp>
        <p:nvSpPr>
          <p:cNvPr id="289" name="Google Shape;289;p29"/>
          <p:cNvSpPr/>
          <p:nvPr/>
        </p:nvSpPr>
        <p:spPr>
          <a:xfrm>
            <a:off x="2422825" y="186552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9"/>
          <p:cNvSpPr/>
          <p:nvPr/>
        </p:nvSpPr>
        <p:spPr>
          <a:xfrm>
            <a:off x="6733600" y="186552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投影片編號版面配置區 4">
            <a:extLst>
              <a:ext uri="{FF2B5EF4-FFF2-40B4-BE49-F238E27FC236}">
                <a16:creationId xmlns:a16="http://schemas.microsoft.com/office/drawing/2014/main" id="{48B135ED-3464-92DB-B786-AED08559977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2</a:t>
            </a:fld>
            <a:endParaRPr lang="en" dirty="0"/>
          </a:p>
        </p:txBody>
      </p:sp>
      <p:pic>
        <p:nvPicPr>
          <p:cNvPr id="8" name="圖片 7">
            <a:extLst>
              <a:ext uri="{FF2B5EF4-FFF2-40B4-BE49-F238E27FC236}">
                <a16:creationId xmlns:a16="http://schemas.microsoft.com/office/drawing/2014/main" id="{696DBD62-B84F-9BE7-23AC-84AE9F434C16}"/>
              </a:ext>
            </a:extLst>
          </p:cNvPr>
          <p:cNvPicPr>
            <a:picLocks noChangeAspect="1"/>
          </p:cNvPicPr>
          <p:nvPr/>
        </p:nvPicPr>
        <p:blipFill>
          <a:blip r:embed="rId2"/>
          <a:srcRect l="11980" t="16472" r="12943" b="11442"/>
          <a:stretch>
            <a:fillRect/>
          </a:stretch>
        </p:blipFill>
        <p:spPr>
          <a:xfrm>
            <a:off x="1533111" y="1171672"/>
            <a:ext cx="6077777" cy="3282419"/>
          </a:xfrm>
          <a:prstGeom prst="rect">
            <a:avLst/>
          </a:prstGeom>
          <a:ln>
            <a:solidFill>
              <a:schemeClr val="bg1">
                <a:lumMod val="10000"/>
              </a:schemeClr>
            </a:solidFill>
          </a:ln>
        </p:spPr>
      </p:pic>
      <p:sp>
        <p:nvSpPr>
          <p:cNvPr id="9" name="矩形 8">
            <a:extLst>
              <a:ext uri="{FF2B5EF4-FFF2-40B4-BE49-F238E27FC236}">
                <a16:creationId xmlns:a16="http://schemas.microsoft.com/office/drawing/2014/main" id="{A97A2A50-3168-0B7B-3678-C91F1999BC41}"/>
              </a:ext>
            </a:extLst>
          </p:cNvPr>
          <p:cNvSpPr/>
          <p:nvPr/>
        </p:nvSpPr>
        <p:spPr>
          <a:xfrm>
            <a:off x="3761522" y="373825"/>
            <a:ext cx="1620957" cy="523220"/>
          </a:xfrm>
          <a:prstGeom prst="rect">
            <a:avLst/>
          </a:prstGeom>
          <a:noFill/>
        </p:spPr>
        <p:txBody>
          <a:bodyPr wrap="none" lIns="91440" tIns="45720" rIns="91440" bIns="45720">
            <a:spAutoFit/>
          </a:bodyPr>
          <a:lstStyle/>
          <a:p>
            <a:pPr algn="ctr"/>
            <a:r>
              <a:rPr lang="zh-TW" altLang="en-US" sz="2800" dirty="0">
                <a:ln w="0"/>
                <a:gradFill>
                  <a:gsLst>
                    <a:gs pos="21000">
                      <a:srgbClr val="53575C"/>
                    </a:gs>
                    <a:gs pos="88000">
                      <a:srgbClr val="C5C7CA"/>
                    </a:gs>
                  </a:gsLst>
                  <a:lin ang="5400000"/>
                </a:gradFill>
              </a:rPr>
              <a:t>成果展示</a:t>
            </a:r>
          </a:p>
        </p:txBody>
      </p:sp>
    </p:spTree>
    <p:extLst>
      <p:ext uri="{BB962C8B-B14F-4D97-AF65-F5344CB8AC3E}">
        <p14:creationId xmlns:p14="http://schemas.microsoft.com/office/powerpoint/2010/main" val="2679588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Contents of this template</a:t>
            </a:r>
            <a:endParaRPr dirty="0"/>
          </a:p>
        </p:txBody>
      </p:sp>
      <p:sp>
        <p:nvSpPr>
          <p:cNvPr id="296" name="Google Shape;296;p30"/>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delete this slide when you’re done editing the presentation</a:t>
            </a:r>
            <a:endParaRPr/>
          </a:p>
        </p:txBody>
      </p:sp>
      <p:graphicFrame>
        <p:nvGraphicFramePr>
          <p:cNvPr id="297" name="Google Shape;297;p30"/>
          <p:cNvGraphicFramePr/>
          <p:nvPr/>
        </p:nvGraphicFramePr>
        <p:xfrm>
          <a:off x="720000" y="1696900"/>
          <a:ext cx="7704000" cy="2169150"/>
        </p:xfrm>
        <a:graphic>
          <a:graphicData uri="http://schemas.openxmlformats.org/drawingml/2006/table">
            <a:tbl>
              <a:tblPr>
                <a:noFill/>
                <a:tableStyleId>{38147E4A-F1A0-4772-A7C4-912096BC5CC2}</a:tableStyleId>
              </a:tblPr>
              <a:tblGrid>
                <a:gridCol w="2496750">
                  <a:extLst>
                    <a:ext uri="{9D8B030D-6E8A-4147-A177-3AD203B41FA5}">
                      <a16:colId xmlns:a16="http://schemas.microsoft.com/office/drawing/2014/main" val="20000"/>
                    </a:ext>
                  </a:extLst>
                </a:gridCol>
                <a:gridCol w="5207250">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100" b="1" dirty="0">
                          <a:solidFill>
                            <a:schemeClr val="dk1"/>
                          </a:solidFill>
                          <a:uFill>
                            <a:noFill/>
                          </a:uFill>
                          <a:latin typeface="IBM Plex Sans"/>
                          <a:ea typeface="IBM Plex Sans"/>
                          <a:cs typeface="IBM Plex Sans"/>
                          <a:sym typeface="IBM Plex Sans"/>
                          <a:hlinkClick r:id="" action="ppaction://noaction">
                            <a:extLst>
                              <a:ext uri="{A12FA001-AC4F-418D-AE19-62706E023703}">
                                <ahyp:hlinkClr xmlns:ahyp="http://schemas.microsoft.com/office/drawing/2018/hyperlinkcolor" val="tx"/>
                              </a:ext>
                            </a:extLst>
                          </a:hlinkClick>
                        </a:rPr>
                        <a:t>Fonts</a:t>
                      </a:r>
                      <a:endParaRPr sz="1100" b="1" dirty="0">
                        <a:solidFill>
                          <a:schemeClr val="dk1"/>
                        </a:solidFill>
                        <a:latin typeface="IBM Plex Sans"/>
                        <a:ea typeface="IBM Plex Sans"/>
                        <a:cs typeface="IBM Plex Sans"/>
                        <a:sym typeface="IBM Plex Sans"/>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Mulish"/>
                          <a:ea typeface="Mulish"/>
                          <a:cs typeface="Mulish"/>
                          <a:sym typeface="Mulish"/>
                        </a:rPr>
                        <a:t>To view this template correctly in PowerPoint, download and install the fonts we used</a:t>
                      </a:r>
                      <a:endParaRPr sz="100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100" b="1">
                          <a:solidFill>
                            <a:schemeClr val="dk1"/>
                          </a:solidFill>
                          <a:uFill>
                            <a:noFill/>
                          </a:uFill>
                          <a:latin typeface="IBM Plex Sans"/>
                          <a:ea typeface="IBM Plex Sans"/>
                          <a:cs typeface="IBM Plex Sans"/>
                          <a:sym typeface="IBM Plex Sans"/>
                          <a:hlinkClick r:id="rId3" action="ppaction://hlinksldjump">
                            <a:extLst>
                              <a:ext uri="{A12FA001-AC4F-418D-AE19-62706E023703}">
                                <ahyp:hlinkClr xmlns:ahyp="http://schemas.microsoft.com/office/drawing/2018/hyperlinkcolor" val="tx"/>
                              </a:ext>
                            </a:extLst>
                          </a:hlinkClick>
                        </a:rPr>
                        <a:t>Used </a:t>
                      </a:r>
                      <a:r>
                        <a:rPr lang="en" sz="1100" b="1">
                          <a:solidFill>
                            <a:schemeClr val="dk1"/>
                          </a:solidFill>
                          <a:latin typeface="IBM Plex Sans"/>
                          <a:ea typeface="IBM Plex Sans"/>
                          <a:cs typeface="IBM Plex Sans"/>
                          <a:sym typeface="IBM Plex Sans"/>
                        </a:rPr>
                        <a:t>and </a:t>
                      </a:r>
                      <a:r>
                        <a:rPr lang="en" sz="1100" b="1">
                          <a:solidFill>
                            <a:schemeClr val="dk1"/>
                          </a:solidFill>
                          <a:uFill>
                            <a:noFill/>
                          </a:uFill>
                          <a:latin typeface="IBM Plex Sans"/>
                          <a:ea typeface="IBM Plex Sans"/>
                          <a:cs typeface="IBM Plex Sans"/>
                          <a:sym typeface="IBM Plex Sans"/>
                          <a:hlinkClick r:id="rId4" action="ppaction://hlinksldjump">
                            <a:extLst>
                              <a:ext uri="{A12FA001-AC4F-418D-AE19-62706E023703}">
                                <ahyp:hlinkClr xmlns:ahyp="http://schemas.microsoft.com/office/drawing/2018/hyperlinkcolor" val="tx"/>
                              </a:ext>
                            </a:extLst>
                          </a:hlinkClick>
                        </a:rPr>
                        <a:t>alternative resources</a:t>
                      </a:r>
                      <a:endParaRPr sz="1100" b="1">
                        <a:solidFill>
                          <a:schemeClr val="dk1"/>
                        </a:solidFill>
                        <a:latin typeface="IBM Plex Sans"/>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1000">
                          <a:solidFill>
                            <a:schemeClr val="dk1"/>
                          </a:solidFill>
                          <a:latin typeface="Mulish"/>
                          <a:ea typeface="Mulish"/>
                          <a:cs typeface="Mulish"/>
                          <a:sym typeface="Mulish"/>
                        </a:rPr>
                        <a:t>An assortment of graphic resources that are suitable for use in this presentation</a:t>
                      </a:r>
                      <a:endParaRPr sz="100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100" b="1">
                          <a:solidFill>
                            <a:schemeClr val="dk1"/>
                          </a:solidFill>
                          <a:uFill>
                            <a:noFill/>
                          </a:uFill>
                          <a:latin typeface="IBM Plex Sans"/>
                          <a:ea typeface="IBM Plex Sans"/>
                          <a:cs typeface="IBM Plex Sans"/>
                          <a:sym typeface="IBM Plex Sans"/>
                          <a:hlinkClick r:id="rId5" action="ppaction://hlinksldjump">
                            <a:extLst>
                              <a:ext uri="{A12FA001-AC4F-418D-AE19-62706E023703}">
                                <ahyp:hlinkClr xmlns:ahyp="http://schemas.microsoft.com/office/drawing/2018/hyperlinkcolor" val="tx"/>
                              </a:ext>
                            </a:extLst>
                          </a:hlinkClick>
                        </a:rPr>
                        <a:t>Thanks slide</a:t>
                      </a:r>
                      <a:endParaRPr sz="1100" b="1">
                        <a:solidFill>
                          <a:schemeClr val="dk1"/>
                        </a:solidFill>
                        <a:latin typeface="IBM Plex Sans"/>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dirty="0">
                          <a:solidFill>
                            <a:schemeClr val="dk1"/>
                          </a:solidFill>
                          <a:latin typeface="Mulish"/>
                          <a:ea typeface="Mulish"/>
                          <a:cs typeface="Mulish"/>
                          <a:sym typeface="Mulish"/>
                        </a:rPr>
                        <a:t>You must keep it so that proper credits for our design are given</a:t>
                      </a:r>
                      <a:endParaRPr sz="1000" dirty="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100" b="1">
                          <a:solidFill>
                            <a:schemeClr val="dk1"/>
                          </a:solidFill>
                          <a:uFill>
                            <a:noFill/>
                          </a:uFill>
                          <a:latin typeface="IBM Plex Sans"/>
                          <a:ea typeface="IBM Plex Sans"/>
                          <a:cs typeface="IBM Plex Sans"/>
                          <a:sym typeface="IBM Plex Sans"/>
                          <a:hlinkClick r:id="" action="ppaction://noaction">
                            <a:extLst>
                              <a:ext uri="{A12FA001-AC4F-418D-AE19-62706E023703}">
                                <ahyp:hlinkClr xmlns:ahyp="http://schemas.microsoft.com/office/drawing/2018/hyperlinkcolor" val="tx"/>
                              </a:ext>
                            </a:extLst>
                          </a:hlinkClick>
                        </a:rPr>
                        <a:t>Colors</a:t>
                      </a:r>
                      <a:endParaRPr sz="1100" b="1">
                        <a:solidFill>
                          <a:schemeClr val="dk1"/>
                        </a:solidFill>
                        <a:latin typeface="IBM Plex Sans"/>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Mulish"/>
                          <a:ea typeface="Mulish"/>
                          <a:cs typeface="Mulish"/>
                          <a:sym typeface="Mulish"/>
                        </a:rPr>
                        <a:t>All the colors used in this presentation</a:t>
                      </a:r>
                      <a:endParaRPr sz="100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100" b="1">
                          <a:solidFill>
                            <a:schemeClr val="dk1"/>
                          </a:solidFill>
                          <a:uFill>
                            <a:noFill/>
                          </a:uFill>
                          <a:latin typeface="IBM Plex Sans"/>
                          <a:ea typeface="IBM Plex Sans"/>
                          <a:cs typeface="IBM Plex Sans"/>
                          <a:sym typeface="IBM Plex Sans"/>
                          <a:hlinkClick r:id="" action="ppaction://noaction">
                            <a:extLst>
                              <a:ext uri="{A12FA001-AC4F-418D-AE19-62706E023703}">
                                <ahyp:hlinkClr xmlns:ahyp="http://schemas.microsoft.com/office/drawing/2018/hyperlinkcolor" val="tx"/>
                              </a:ext>
                            </a:extLst>
                          </a:hlinkClick>
                        </a:rPr>
                        <a:t>Icons </a:t>
                      </a:r>
                      <a:r>
                        <a:rPr lang="en" sz="1100" b="1">
                          <a:solidFill>
                            <a:schemeClr val="dk1"/>
                          </a:solidFill>
                          <a:latin typeface="IBM Plex Sans"/>
                          <a:ea typeface="IBM Plex Sans"/>
                          <a:cs typeface="IBM Plex Sans"/>
                          <a:sym typeface="IBM Plex Sans"/>
                        </a:rPr>
                        <a:t>and</a:t>
                      </a:r>
                      <a:r>
                        <a:rPr lang="en" sz="1100" b="1">
                          <a:solidFill>
                            <a:schemeClr val="dk1"/>
                          </a:solidFill>
                          <a:uFill>
                            <a:noFill/>
                          </a:uFill>
                          <a:latin typeface="IBM Plex Sans"/>
                          <a:ea typeface="IBM Plex Sans"/>
                          <a:cs typeface="IBM Plex Sans"/>
                          <a:sym typeface="IBM Plex Sans"/>
                          <a:hlinkClick r:id="" action="ppaction://noaction">
                            <a:extLst>
                              <a:ext uri="{A12FA001-AC4F-418D-AE19-62706E023703}">
                                <ahyp:hlinkClr xmlns:ahyp="http://schemas.microsoft.com/office/drawing/2018/hyperlinkcolor" val="tx"/>
                              </a:ext>
                            </a:extLst>
                          </a:hlinkClick>
                        </a:rPr>
                        <a:t> infographic resources</a:t>
                      </a:r>
                      <a:endParaRPr sz="1100" b="1">
                        <a:solidFill>
                          <a:schemeClr val="dk1"/>
                        </a:solidFill>
                        <a:latin typeface="IBM Plex Sans"/>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Mulish"/>
                          <a:ea typeface="Mulish"/>
                          <a:cs typeface="Mulish"/>
                          <a:sym typeface="Mulish"/>
                        </a:rPr>
                        <a:t>These can be used in the template, and their size and color can be edited</a:t>
                      </a:r>
                      <a:endParaRPr sz="100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100" b="1">
                          <a:solidFill>
                            <a:schemeClr val="dk1"/>
                          </a:solidFill>
                          <a:latin typeface="IBM Plex Sans"/>
                          <a:ea typeface="IBM Plex Sans"/>
                          <a:cs typeface="IBM Plex Sans"/>
                          <a:sym typeface="IBM Plex Sans"/>
                        </a:rPr>
                        <a:t>Editable presentation theme </a:t>
                      </a:r>
                      <a:endParaRPr sz="1100" b="1">
                        <a:solidFill>
                          <a:schemeClr val="dk1"/>
                        </a:solidFill>
                        <a:latin typeface="IBM Plex Sans"/>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595959">
                          <a:alpha val="0"/>
                        </a:srgbClr>
                      </a:solidFill>
                      <a:prstDash val="solid"/>
                      <a:round/>
                      <a:headEnd type="none" w="sm" len="sm"/>
                      <a:tailEnd type="none" w="sm" len="sm"/>
                    </a:lnB>
                  </a:tcPr>
                </a:tc>
                <a:tc>
                  <a:txBody>
                    <a:bodyPr/>
                    <a:lstStyle/>
                    <a:p>
                      <a:pPr marL="0" lvl="0" indent="0" algn="l" rtl="0">
                        <a:spcBef>
                          <a:spcPts val="0"/>
                        </a:spcBef>
                        <a:spcAft>
                          <a:spcPts val="1600"/>
                        </a:spcAft>
                        <a:buNone/>
                      </a:pPr>
                      <a:r>
                        <a:rPr lang="en" sz="1000" dirty="0">
                          <a:solidFill>
                            <a:schemeClr val="dk1"/>
                          </a:solidFill>
                          <a:latin typeface="Mulish"/>
                          <a:ea typeface="Mulish"/>
                          <a:cs typeface="Mulish"/>
                          <a:sym typeface="Mulish"/>
                        </a:rPr>
                        <a:t>You can edit the master slides easily. For more info, click </a:t>
                      </a:r>
                      <a:r>
                        <a:rPr lang="en" sz="1100" b="1" dirty="0">
                          <a:solidFill>
                            <a:schemeClr val="dk1"/>
                          </a:solidFill>
                          <a:uFill>
                            <a:noFill/>
                          </a:uFill>
                          <a:latin typeface="Mulish"/>
                          <a:ea typeface="Mulish"/>
                          <a:cs typeface="Mulish"/>
                          <a:sym typeface="Mulish"/>
                          <a:hlinkClick r:id="rId6">
                            <a:extLst>
                              <a:ext uri="{A12FA001-AC4F-418D-AE19-62706E023703}">
                                <ahyp:hlinkClr xmlns:ahyp="http://schemas.microsoft.com/office/drawing/2018/hyperlinkcolor" val="tx"/>
                              </a:ext>
                            </a:extLst>
                          </a:hlinkClick>
                        </a:rPr>
                        <a:t>here</a:t>
                      </a:r>
                      <a:endParaRPr sz="1000" dirty="0">
                        <a:solidFill>
                          <a:schemeClr val="dk1"/>
                        </a:solidFill>
                        <a:latin typeface="Mulish"/>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595959">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98" name="Google Shape;298;p30"/>
          <p:cNvSpPr txBox="1"/>
          <p:nvPr/>
        </p:nvSpPr>
        <p:spPr>
          <a:xfrm>
            <a:off x="713225" y="4057475"/>
            <a:ext cx="25035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b="1">
                <a:solidFill>
                  <a:schemeClr val="dk1"/>
                </a:solidFill>
                <a:latin typeface="Mulish"/>
                <a:ea typeface="Mulish"/>
                <a:cs typeface="Mulish"/>
                <a:sym typeface="Mulish"/>
              </a:rPr>
              <a:t>For more info:</a:t>
            </a:r>
            <a:br>
              <a:rPr lang="en" sz="800" b="1">
                <a:solidFill>
                  <a:schemeClr val="dk1"/>
                </a:solidFill>
                <a:latin typeface="Mulish"/>
                <a:ea typeface="Mulish"/>
                <a:cs typeface="Mulish"/>
                <a:sym typeface="Mulish"/>
              </a:rPr>
            </a:br>
            <a:r>
              <a:rPr lang="en" sz="1000" b="1">
                <a:solidFill>
                  <a:schemeClr val="dk1"/>
                </a:solidFill>
                <a:uFill>
                  <a:noFill/>
                </a:uFill>
                <a:latin typeface="Mulish"/>
                <a:ea typeface="Mulish"/>
                <a:cs typeface="Mulish"/>
                <a:sym typeface="Mulish"/>
                <a:hlinkClick r:id="rId7">
                  <a:extLst>
                    <a:ext uri="{A12FA001-AC4F-418D-AE19-62706E023703}">
                      <ahyp:hlinkClr xmlns:ahyp="http://schemas.microsoft.com/office/drawing/2018/hyperlinkcolor" val="tx"/>
                    </a:ext>
                  </a:extLst>
                </a:hlinkClick>
              </a:rPr>
              <a:t>SLIDESGO </a:t>
            </a:r>
            <a:r>
              <a:rPr lang="en" sz="1000" b="1">
                <a:solidFill>
                  <a:schemeClr val="dk1"/>
                </a:solidFill>
                <a:latin typeface="Mulish"/>
                <a:ea typeface="Mulish"/>
                <a:cs typeface="Mulish"/>
                <a:sym typeface="Mulish"/>
              </a:rPr>
              <a:t>| </a:t>
            </a:r>
            <a:r>
              <a:rPr lang="en" sz="1000" b="1">
                <a:solidFill>
                  <a:schemeClr val="dk1"/>
                </a:solidFill>
                <a:uFill>
                  <a:noFill/>
                </a:uFill>
                <a:latin typeface="Mulish"/>
                <a:ea typeface="Mulish"/>
                <a:cs typeface="Mulish"/>
                <a:sym typeface="Mulish"/>
                <a:hlinkClick r:id="rId8">
                  <a:extLst>
                    <a:ext uri="{A12FA001-AC4F-418D-AE19-62706E023703}">
                      <ahyp:hlinkClr xmlns:ahyp="http://schemas.microsoft.com/office/drawing/2018/hyperlinkcolor" val="tx"/>
                    </a:ext>
                  </a:extLst>
                </a:hlinkClick>
              </a:rPr>
              <a:t>BLOG</a:t>
            </a:r>
            <a:r>
              <a:rPr lang="en" sz="1000" b="1">
                <a:solidFill>
                  <a:schemeClr val="dk1"/>
                </a:solidFill>
                <a:latin typeface="Mulish"/>
                <a:ea typeface="Mulish"/>
                <a:cs typeface="Mulish"/>
                <a:sym typeface="Mulish"/>
              </a:rPr>
              <a:t> | </a:t>
            </a:r>
            <a:r>
              <a:rPr lang="en" sz="1000" b="1">
                <a:solidFill>
                  <a:schemeClr val="dk1"/>
                </a:solidFill>
                <a:uFill>
                  <a:noFill/>
                </a:uFill>
                <a:latin typeface="Mulish"/>
                <a:ea typeface="Mulish"/>
                <a:cs typeface="Mulish"/>
                <a:sym typeface="Mulish"/>
                <a:hlinkClick r:id="rId9">
                  <a:extLst>
                    <a:ext uri="{A12FA001-AC4F-418D-AE19-62706E023703}">
                      <ahyp:hlinkClr xmlns:ahyp="http://schemas.microsoft.com/office/drawing/2018/hyperlinkcolor" val="tx"/>
                    </a:ext>
                  </a:extLst>
                </a:hlinkClick>
              </a:rPr>
              <a:t>FAQ</a:t>
            </a:r>
            <a:r>
              <a:rPr lang="en" sz="1000" b="1">
                <a:solidFill>
                  <a:schemeClr val="dk1"/>
                </a:solidFill>
                <a:latin typeface="Mulish"/>
                <a:ea typeface="Mulish"/>
                <a:cs typeface="Mulish"/>
                <a:sym typeface="Mulish"/>
              </a:rPr>
              <a:t>s</a:t>
            </a:r>
            <a:endParaRPr sz="1000" b="1">
              <a:solidFill>
                <a:schemeClr val="dk1"/>
              </a:solidFill>
              <a:latin typeface="Mulish"/>
              <a:ea typeface="Mulish"/>
              <a:cs typeface="Mulish"/>
              <a:sym typeface="Mulish"/>
            </a:endParaRPr>
          </a:p>
        </p:txBody>
      </p:sp>
      <p:sp>
        <p:nvSpPr>
          <p:cNvPr id="299" name="Google Shape;299;p30"/>
          <p:cNvSpPr txBox="1"/>
          <p:nvPr/>
        </p:nvSpPr>
        <p:spPr>
          <a:xfrm>
            <a:off x="4595537" y="4057475"/>
            <a:ext cx="34401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b="1">
                <a:solidFill>
                  <a:schemeClr val="dk1"/>
                </a:solidFill>
                <a:latin typeface="Mulish"/>
                <a:ea typeface="Mulish"/>
                <a:cs typeface="Mulish"/>
                <a:sym typeface="Mulish"/>
              </a:rPr>
              <a:t>You can visit our sister projects:</a:t>
            </a:r>
            <a:br>
              <a:rPr lang="en" sz="800" b="1">
                <a:solidFill>
                  <a:schemeClr val="dk1"/>
                </a:solidFill>
                <a:latin typeface="Mulish"/>
                <a:ea typeface="Mulish"/>
                <a:cs typeface="Mulish"/>
                <a:sym typeface="Mulish"/>
              </a:rPr>
            </a:br>
            <a:r>
              <a:rPr lang="en" sz="1000" b="1">
                <a:solidFill>
                  <a:schemeClr val="dk1"/>
                </a:solidFill>
                <a:uFill>
                  <a:noFill/>
                </a:uFill>
                <a:latin typeface="Mulish"/>
                <a:ea typeface="Mulish"/>
                <a:cs typeface="Mulish"/>
                <a:sym typeface="Mulish"/>
                <a:hlinkClick r:id="rId10">
                  <a:extLst>
                    <a:ext uri="{A12FA001-AC4F-418D-AE19-62706E023703}">
                      <ahyp:hlinkClr xmlns:ahyp="http://schemas.microsoft.com/office/drawing/2018/hyperlinkcolor" val="tx"/>
                    </a:ext>
                  </a:extLst>
                </a:hlinkClick>
              </a:rPr>
              <a:t>FREEPIK</a:t>
            </a:r>
            <a:r>
              <a:rPr lang="en" sz="1000" b="1">
                <a:solidFill>
                  <a:schemeClr val="dk1"/>
                </a:solidFill>
                <a:latin typeface="Mulish"/>
                <a:ea typeface="Mulish"/>
                <a:cs typeface="Mulish"/>
                <a:sym typeface="Mulish"/>
              </a:rPr>
              <a:t> | </a:t>
            </a:r>
            <a:r>
              <a:rPr lang="en" sz="1000" b="1">
                <a:solidFill>
                  <a:schemeClr val="dk1"/>
                </a:solidFill>
                <a:uFill>
                  <a:noFill/>
                </a:uFill>
                <a:latin typeface="Mulish"/>
                <a:ea typeface="Mulish"/>
                <a:cs typeface="Mulish"/>
                <a:sym typeface="Mulish"/>
                <a:hlinkClick r:id="rId11">
                  <a:extLst>
                    <a:ext uri="{A12FA001-AC4F-418D-AE19-62706E023703}">
                      <ahyp:hlinkClr xmlns:ahyp="http://schemas.microsoft.com/office/drawing/2018/hyperlinkcolor" val="tx"/>
                    </a:ext>
                  </a:extLst>
                </a:hlinkClick>
              </a:rPr>
              <a:t>FLATICON</a:t>
            </a:r>
            <a:r>
              <a:rPr lang="en" sz="1000" b="1">
                <a:solidFill>
                  <a:schemeClr val="dk1"/>
                </a:solidFill>
                <a:latin typeface="Mulish"/>
                <a:ea typeface="Mulish"/>
                <a:cs typeface="Mulish"/>
                <a:sym typeface="Mulish"/>
              </a:rPr>
              <a:t> | </a:t>
            </a:r>
            <a:r>
              <a:rPr lang="en" sz="1000" b="1">
                <a:solidFill>
                  <a:schemeClr val="dk1"/>
                </a:solidFill>
                <a:uFill>
                  <a:noFill/>
                </a:uFill>
                <a:latin typeface="Mulish"/>
                <a:ea typeface="Mulish"/>
                <a:cs typeface="Mulish"/>
                <a:sym typeface="Mulish"/>
                <a:hlinkClick r:id="rId12">
                  <a:extLst>
                    <a:ext uri="{A12FA001-AC4F-418D-AE19-62706E023703}">
                      <ahyp:hlinkClr xmlns:ahyp="http://schemas.microsoft.com/office/drawing/2018/hyperlinkcolor" val="tx"/>
                    </a:ext>
                  </a:extLst>
                </a:hlinkClick>
              </a:rPr>
              <a:t>STORYSET</a:t>
            </a:r>
            <a:r>
              <a:rPr lang="en" sz="1000" b="1">
                <a:solidFill>
                  <a:schemeClr val="dk1"/>
                </a:solidFill>
                <a:latin typeface="Mulish"/>
                <a:ea typeface="Mulish"/>
                <a:cs typeface="Mulish"/>
                <a:sym typeface="Mulish"/>
              </a:rPr>
              <a:t> | </a:t>
            </a:r>
            <a:r>
              <a:rPr lang="en" sz="1000" b="1">
                <a:solidFill>
                  <a:schemeClr val="dk1"/>
                </a:solidFill>
                <a:uFill>
                  <a:noFill/>
                </a:uFill>
                <a:latin typeface="Mulish"/>
                <a:ea typeface="Mulish"/>
                <a:cs typeface="Mulish"/>
                <a:sym typeface="Mulish"/>
                <a:hlinkClick r:id="rId13">
                  <a:extLst>
                    <a:ext uri="{A12FA001-AC4F-418D-AE19-62706E023703}">
                      <ahyp:hlinkClr xmlns:ahyp="http://schemas.microsoft.com/office/drawing/2018/hyperlinkcolor" val="tx"/>
                    </a:ext>
                  </a:extLst>
                </a:hlinkClick>
              </a:rPr>
              <a:t>WEPIK </a:t>
            </a:r>
            <a:r>
              <a:rPr lang="en" sz="1000" b="1">
                <a:solidFill>
                  <a:schemeClr val="dk1"/>
                </a:solidFill>
                <a:latin typeface="Mulish"/>
                <a:ea typeface="Mulish"/>
                <a:cs typeface="Mulish"/>
                <a:sym typeface="Mulish"/>
              </a:rPr>
              <a:t>| </a:t>
            </a:r>
            <a:r>
              <a:rPr lang="en" sz="1000" b="1">
                <a:solidFill>
                  <a:schemeClr val="dk1"/>
                </a:solidFill>
                <a:uFill>
                  <a:noFill/>
                </a:uFill>
                <a:latin typeface="Mulish"/>
                <a:ea typeface="Mulish"/>
                <a:cs typeface="Mulish"/>
                <a:sym typeface="Mulish"/>
                <a:hlinkClick r:id="rId14">
                  <a:extLst>
                    <a:ext uri="{A12FA001-AC4F-418D-AE19-62706E023703}">
                      <ahyp:hlinkClr xmlns:ahyp="http://schemas.microsoft.com/office/drawing/2018/hyperlinkcolor" val="tx"/>
                    </a:ext>
                  </a:extLst>
                </a:hlinkClick>
              </a:rPr>
              <a:t>VIDEVO</a:t>
            </a:r>
            <a:endParaRPr sz="1000" b="1">
              <a:solidFill>
                <a:schemeClr val="dk1"/>
              </a:solidFill>
              <a:latin typeface="Mulish"/>
              <a:ea typeface="Mulish"/>
              <a:cs typeface="Mulish"/>
              <a:sym typeface="Mulish"/>
            </a:endParaRPr>
          </a:p>
        </p:txBody>
      </p:sp>
      <p:sp>
        <p:nvSpPr>
          <p:cNvPr id="300" name="Google Shape;300;p3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306" name="Google Shape;306;p31"/>
          <p:cNvSpPr txBox="1">
            <a:spLocks noGrp="1"/>
          </p:cNvSpPr>
          <p:nvPr>
            <p:ph type="subTitle" idx="3"/>
          </p:nvPr>
        </p:nvSpPr>
        <p:spPr>
          <a:xfrm>
            <a:off x="3359125" y="3870725"/>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sz="1600"/>
          </a:p>
        </p:txBody>
      </p:sp>
      <p:sp>
        <p:nvSpPr>
          <p:cNvPr id="307" name="Google Shape;307;p31"/>
          <p:cNvSpPr txBox="1">
            <a:spLocks noGrp="1"/>
          </p:cNvSpPr>
          <p:nvPr>
            <p:ph type="subTitle" idx="1"/>
          </p:nvPr>
        </p:nvSpPr>
        <p:spPr>
          <a:xfrm>
            <a:off x="713225" y="2018125"/>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308" name="Google Shape;308;p31"/>
          <p:cNvSpPr txBox="1">
            <a:spLocks noGrp="1"/>
          </p:cNvSpPr>
          <p:nvPr>
            <p:ph type="subTitle" idx="2"/>
          </p:nvPr>
        </p:nvSpPr>
        <p:spPr>
          <a:xfrm>
            <a:off x="713225" y="3870728"/>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309" name="Google Shape;309;p31"/>
          <p:cNvSpPr txBox="1">
            <a:spLocks noGrp="1"/>
          </p:cNvSpPr>
          <p:nvPr>
            <p:ph type="subTitle" idx="4"/>
          </p:nvPr>
        </p:nvSpPr>
        <p:spPr>
          <a:xfrm>
            <a:off x="3359125" y="2018025"/>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310" name="Google Shape;310;p31"/>
          <p:cNvSpPr txBox="1">
            <a:spLocks noGrp="1"/>
          </p:cNvSpPr>
          <p:nvPr>
            <p:ph type="title" idx="5"/>
          </p:nvPr>
        </p:nvSpPr>
        <p:spPr>
          <a:xfrm>
            <a:off x="713225" y="1141288"/>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sp>
        <p:nvSpPr>
          <p:cNvPr id="311" name="Google Shape;311;p31"/>
          <p:cNvSpPr txBox="1">
            <a:spLocks noGrp="1"/>
          </p:cNvSpPr>
          <p:nvPr>
            <p:ph type="title" idx="6"/>
          </p:nvPr>
        </p:nvSpPr>
        <p:spPr>
          <a:xfrm>
            <a:off x="33591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sp>
        <p:nvSpPr>
          <p:cNvPr id="312" name="Google Shape;312;p31"/>
          <p:cNvSpPr txBox="1">
            <a:spLocks noGrp="1"/>
          </p:cNvSpPr>
          <p:nvPr>
            <p:ph type="title" idx="7"/>
          </p:nvPr>
        </p:nvSpPr>
        <p:spPr>
          <a:xfrm>
            <a:off x="7132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313" name="Google Shape;313;p31"/>
          <p:cNvSpPr txBox="1">
            <a:spLocks noGrp="1"/>
          </p:cNvSpPr>
          <p:nvPr>
            <p:ph type="title" idx="8"/>
          </p:nvPr>
        </p:nvSpPr>
        <p:spPr>
          <a:xfrm>
            <a:off x="3359125" y="1142055"/>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314" name="Google Shape;314;p31"/>
          <p:cNvSpPr txBox="1">
            <a:spLocks noGrp="1"/>
          </p:cNvSpPr>
          <p:nvPr>
            <p:ph type="subTitle" idx="9"/>
          </p:nvPr>
        </p:nvSpPr>
        <p:spPr>
          <a:xfrm>
            <a:off x="5997638" y="3870725"/>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315" name="Google Shape;315;p31"/>
          <p:cNvSpPr txBox="1">
            <a:spLocks noGrp="1"/>
          </p:cNvSpPr>
          <p:nvPr>
            <p:ph type="subTitle" idx="13"/>
          </p:nvPr>
        </p:nvSpPr>
        <p:spPr>
          <a:xfrm>
            <a:off x="5997638" y="2018025"/>
            <a:ext cx="2426100" cy="53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316" name="Google Shape;316;p31"/>
          <p:cNvSpPr txBox="1">
            <a:spLocks noGrp="1"/>
          </p:cNvSpPr>
          <p:nvPr>
            <p:ph type="title" idx="14"/>
          </p:nvPr>
        </p:nvSpPr>
        <p:spPr>
          <a:xfrm>
            <a:off x="5997638"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06</a:t>
            </a:r>
            <a:endParaRPr/>
          </a:p>
        </p:txBody>
      </p:sp>
      <p:sp>
        <p:nvSpPr>
          <p:cNvPr id="317" name="Google Shape;317;p31"/>
          <p:cNvSpPr txBox="1">
            <a:spLocks noGrp="1"/>
          </p:cNvSpPr>
          <p:nvPr>
            <p:ph type="title" idx="15"/>
          </p:nvPr>
        </p:nvSpPr>
        <p:spPr>
          <a:xfrm>
            <a:off x="5997638" y="1142055"/>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318" name="Google Shape;318;p31"/>
          <p:cNvSpPr txBox="1">
            <a:spLocks noGrp="1"/>
          </p:cNvSpPr>
          <p:nvPr>
            <p:ph type="subTitle" idx="16"/>
          </p:nvPr>
        </p:nvSpPr>
        <p:spPr>
          <a:xfrm>
            <a:off x="713225" y="1594575"/>
            <a:ext cx="2423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Statement</a:t>
            </a:r>
            <a:endParaRPr/>
          </a:p>
        </p:txBody>
      </p:sp>
      <p:sp>
        <p:nvSpPr>
          <p:cNvPr id="319" name="Google Shape;319;p31"/>
          <p:cNvSpPr txBox="1">
            <a:spLocks noGrp="1"/>
          </p:cNvSpPr>
          <p:nvPr>
            <p:ph type="subTitle" idx="17"/>
          </p:nvPr>
        </p:nvSpPr>
        <p:spPr>
          <a:xfrm>
            <a:off x="713225" y="3447136"/>
            <a:ext cx="2423100" cy="42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Methodology</a:t>
            </a:r>
            <a:endParaRPr/>
          </a:p>
        </p:txBody>
      </p:sp>
      <p:sp>
        <p:nvSpPr>
          <p:cNvPr id="320" name="Google Shape;320;p31"/>
          <p:cNvSpPr txBox="1">
            <a:spLocks noGrp="1"/>
          </p:cNvSpPr>
          <p:nvPr>
            <p:ph type="subTitle" idx="18"/>
          </p:nvPr>
        </p:nvSpPr>
        <p:spPr>
          <a:xfrm>
            <a:off x="3359125" y="3447125"/>
            <a:ext cx="2423100" cy="42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Analysis</a:t>
            </a:r>
            <a:endParaRPr/>
          </a:p>
        </p:txBody>
      </p:sp>
      <p:sp>
        <p:nvSpPr>
          <p:cNvPr id="321" name="Google Shape;321;p31"/>
          <p:cNvSpPr txBox="1">
            <a:spLocks noGrp="1"/>
          </p:cNvSpPr>
          <p:nvPr>
            <p:ph type="subTitle" idx="19"/>
          </p:nvPr>
        </p:nvSpPr>
        <p:spPr>
          <a:xfrm>
            <a:off x="3359125" y="1594575"/>
            <a:ext cx="2423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Hypothesis</a:t>
            </a:r>
            <a:endParaRPr/>
          </a:p>
        </p:txBody>
      </p:sp>
      <p:sp>
        <p:nvSpPr>
          <p:cNvPr id="322" name="Google Shape;322;p31"/>
          <p:cNvSpPr txBox="1">
            <a:spLocks noGrp="1"/>
          </p:cNvSpPr>
          <p:nvPr>
            <p:ph type="subTitle" idx="20"/>
          </p:nvPr>
        </p:nvSpPr>
        <p:spPr>
          <a:xfrm>
            <a:off x="5997638" y="3447125"/>
            <a:ext cx="2423100" cy="428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Conclusions</a:t>
            </a:r>
            <a:endParaRPr/>
          </a:p>
        </p:txBody>
      </p:sp>
      <p:sp>
        <p:nvSpPr>
          <p:cNvPr id="323" name="Google Shape;323;p31"/>
          <p:cNvSpPr txBox="1">
            <a:spLocks noGrp="1"/>
          </p:cNvSpPr>
          <p:nvPr>
            <p:ph type="subTitle" idx="21"/>
          </p:nvPr>
        </p:nvSpPr>
        <p:spPr>
          <a:xfrm>
            <a:off x="5997638" y="1594575"/>
            <a:ext cx="2423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Objectives</a:t>
            </a:r>
            <a:endParaRPr/>
          </a:p>
        </p:txBody>
      </p:sp>
      <p:sp>
        <p:nvSpPr>
          <p:cNvPr id="324" name="Google Shape;324;p3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a:spLocks noGrp="1"/>
          </p:cNvSpPr>
          <p:nvPr>
            <p:ph type="title"/>
          </p:nvPr>
        </p:nvSpPr>
        <p:spPr>
          <a:xfrm>
            <a:off x="3579950" y="1854500"/>
            <a:ext cx="36048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Statement</a:t>
            </a:r>
            <a:endParaRPr/>
          </a:p>
        </p:txBody>
      </p:sp>
      <p:sp>
        <p:nvSpPr>
          <p:cNvPr id="330" name="Google Shape;330;p32"/>
          <p:cNvSpPr txBox="1">
            <a:spLocks noGrp="1"/>
          </p:cNvSpPr>
          <p:nvPr>
            <p:ph type="subTitle" idx="1"/>
          </p:nvPr>
        </p:nvSpPr>
        <p:spPr>
          <a:xfrm>
            <a:off x="1959250" y="2939075"/>
            <a:ext cx="5225400" cy="446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You can describe the topic of the section here</a:t>
            </a:r>
            <a:endParaRPr/>
          </a:p>
        </p:txBody>
      </p:sp>
      <p:sp>
        <p:nvSpPr>
          <p:cNvPr id="331" name="Google Shape;331;p32"/>
          <p:cNvSpPr txBox="1">
            <a:spLocks noGrp="1"/>
          </p:cNvSpPr>
          <p:nvPr>
            <p:ph type="title" idx="2"/>
          </p:nvPr>
        </p:nvSpPr>
        <p:spPr>
          <a:xfrm>
            <a:off x="1959250" y="1854500"/>
            <a:ext cx="11898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32" name="Google Shape;332;p3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5</a:t>
            </a:fld>
            <a:endParaRPr/>
          </a:p>
        </p:txBody>
      </p:sp>
      <p:cxnSp>
        <p:nvCxnSpPr>
          <p:cNvPr id="333" name="Google Shape;333;p32"/>
          <p:cNvCxnSpPr/>
          <p:nvPr/>
        </p:nvCxnSpPr>
        <p:spPr>
          <a:xfrm rot="10800000" flipH="1">
            <a:off x="1600600" y="2910566"/>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334" name="Google Shape;334;p32"/>
          <p:cNvCxnSpPr/>
          <p:nvPr/>
        </p:nvCxnSpPr>
        <p:spPr>
          <a:xfrm rot="10800000" flipH="1">
            <a:off x="1600600" y="1714341"/>
            <a:ext cx="5942700" cy="6600"/>
          </a:xfrm>
          <a:prstGeom prst="straightConnector1">
            <a:avLst/>
          </a:prstGeom>
          <a:noFill/>
          <a:ln w="19050" cap="flat" cmpd="sng">
            <a:solidFill>
              <a:schemeClr val="lt1"/>
            </a:solidFill>
            <a:prstDash val="solid"/>
            <a:round/>
            <a:headEnd type="oval" w="med" len="med"/>
            <a:tailEnd type="oval" w="med" len="med"/>
          </a:ln>
        </p:spPr>
      </p:cxnSp>
      <p:sp>
        <p:nvSpPr>
          <p:cNvPr id="335" name="Google Shape;335;p32"/>
          <p:cNvSpPr/>
          <p:nvPr/>
        </p:nvSpPr>
        <p:spPr>
          <a:xfrm>
            <a:off x="3244800"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2"/>
          <p:cNvSpPr/>
          <p:nvPr/>
        </p:nvSpPr>
        <p:spPr>
          <a:xfrm>
            <a:off x="7280500"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Purpose statement</a:t>
            </a:r>
            <a:endParaRPr/>
          </a:p>
        </p:txBody>
      </p:sp>
      <p:sp>
        <p:nvSpPr>
          <p:cNvPr id="342" name="Google Shape;342;p33"/>
          <p:cNvSpPr txBox="1">
            <a:spLocks noGrp="1"/>
          </p:cNvSpPr>
          <p:nvPr>
            <p:ph type="subTitle" idx="1"/>
          </p:nvPr>
        </p:nvSpPr>
        <p:spPr>
          <a:xfrm>
            <a:off x="720025" y="1610942"/>
            <a:ext cx="7704000" cy="53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 The planet’s name has nothing to do with the liquid metal</a:t>
            </a:r>
            <a:endParaRPr/>
          </a:p>
        </p:txBody>
      </p:sp>
      <p:sp>
        <p:nvSpPr>
          <p:cNvPr id="343" name="Google Shape;343;p33"/>
          <p:cNvSpPr txBox="1">
            <a:spLocks noGrp="1"/>
          </p:cNvSpPr>
          <p:nvPr>
            <p:ph type="subTitle" idx="2"/>
          </p:nvPr>
        </p:nvSpPr>
        <p:spPr>
          <a:xfrm>
            <a:off x="720025" y="2731125"/>
            <a:ext cx="77040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hot—even hotter than Mercury—and its atmosphere is extremely poisonous</a:t>
            </a:r>
            <a:endParaRPr/>
          </a:p>
        </p:txBody>
      </p:sp>
      <p:sp>
        <p:nvSpPr>
          <p:cNvPr id="344" name="Google Shape;344;p33"/>
          <p:cNvSpPr txBox="1">
            <a:spLocks noGrp="1"/>
          </p:cNvSpPr>
          <p:nvPr>
            <p:ph type="subTitle" idx="3"/>
          </p:nvPr>
        </p:nvSpPr>
        <p:spPr>
          <a:xfrm>
            <a:off x="720025" y="3851625"/>
            <a:ext cx="77040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 It was named after the Roman god of the skies and lightning</a:t>
            </a:r>
            <a:endParaRPr/>
          </a:p>
        </p:txBody>
      </p:sp>
      <p:sp>
        <p:nvSpPr>
          <p:cNvPr id="345" name="Google Shape;345;p33"/>
          <p:cNvSpPr txBox="1">
            <a:spLocks noGrp="1"/>
          </p:cNvSpPr>
          <p:nvPr>
            <p:ph type="subTitle" idx="4"/>
          </p:nvPr>
        </p:nvSpPr>
        <p:spPr>
          <a:xfrm>
            <a:off x="720025" y="1241274"/>
            <a:ext cx="77040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about Mercury?</a:t>
            </a:r>
            <a:endParaRPr/>
          </a:p>
        </p:txBody>
      </p:sp>
      <p:sp>
        <p:nvSpPr>
          <p:cNvPr id="346" name="Google Shape;346;p33"/>
          <p:cNvSpPr txBox="1">
            <a:spLocks noGrp="1"/>
          </p:cNvSpPr>
          <p:nvPr>
            <p:ph type="subTitle" idx="5"/>
          </p:nvPr>
        </p:nvSpPr>
        <p:spPr>
          <a:xfrm>
            <a:off x="720025" y="2350125"/>
            <a:ext cx="77040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about Venus?</a:t>
            </a:r>
            <a:endParaRPr/>
          </a:p>
        </p:txBody>
      </p:sp>
      <p:sp>
        <p:nvSpPr>
          <p:cNvPr id="347" name="Google Shape;347;p33"/>
          <p:cNvSpPr txBox="1">
            <a:spLocks noGrp="1"/>
          </p:cNvSpPr>
          <p:nvPr>
            <p:ph type="subTitle" idx="6"/>
          </p:nvPr>
        </p:nvSpPr>
        <p:spPr>
          <a:xfrm>
            <a:off x="720025" y="3470625"/>
            <a:ext cx="77040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about Jupiter?</a:t>
            </a:r>
            <a:endParaRPr/>
          </a:p>
        </p:txBody>
      </p:sp>
      <p:sp>
        <p:nvSpPr>
          <p:cNvPr id="348" name="Google Shape;348;p3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4"/>
          <p:cNvSpPr txBox="1">
            <a:spLocks noGrp="1"/>
          </p:cNvSpPr>
          <p:nvPr>
            <p:ph type="subTitle" idx="1"/>
          </p:nvPr>
        </p:nvSpPr>
        <p:spPr>
          <a:xfrm>
            <a:off x="969900" y="1312625"/>
            <a:ext cx="7204200" cy="147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p:txBody>
      </p:sp>
      <p:sp>
        <p:nvSpPr>
          <p:cNvPr id="354" name="Google Shape;354;p34"/>
          <p:cNvSpPr txBox="1">
            <a:spLocks noGrp="1"/>
          </p:cNvSpPr>
          <p:nvPr>
            <p:ph type="title"/>
          </p:nvPr>
        </p:nvSpPr>
        <p:spPr>
          <a:xfrm>
            <a:off x="969900" y="3387600"/>
            <a:ext cx="7204200" cy="531900"/>
          </a:xfrm>
          <a:prstGeom prst="rect">
            <a:avLst/>
          </a:prstGeom>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t>—Someone Famous</a:t>
            </a:r>
            <a:endParaRPr/>
          </a:p>
        </p:txBody>
      </p:sp>
      <p:sp>
        <p:nvSpPr>
          <p:cNvPr id="355" name="Google Shape;355;p3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7</a:t>
            </a:fld>
            <a:endParaRPr/>
          </a:p>
        </p:txBody>
      </p:sp>
      <p:cxnSp>
        <p:nvCxnSpPr>
          <p:cNvPr id="356" name="Google Shape;356;p34"/>
          <p:cNvCxnSpPr/>
          <p:nvPr/>
        </p:nvCxnSpPr>
        <p:spPr>
          <a:xfrm rot="10800000" flipH="1">
            <a:off x="2553150" y="3923150"/>
            <a:ext cx="4037700" cy="6600"/>
          </a:xfrm>
          <a:prstGeom prst="straightConnector1">
            <a:avLst/>
          </a:prstGeom>
          <a:noFill/>
          <a:ln w="19050" cap="flat" cmpd="sng">
            <a:solidFill>
              <a:schemeClr val="lt1"/>
            </a:solidFill>
            <a:prstDash val="solid"/>
            <a:round/>
            <a:headEnd type="oval" w="med" len="med"/>
            <a:tailEnd type="oval" w="med" len="med"/>
          </a:ln>
        </p:spPr>
      </p:cxnSp>
      <p:cxnSp>
        <p:nvCxnSpPr>
          <p:cNvPr id="357" name="Google Shape;357;p34"/>
          <p:cNvCxnSpPr/>
          <p:nvPr/>
        </p:nvCxnSpPr>
        <p:spPr>
          <a:xfrm rot="10800000" flipH="1">
            <a:off x="2553150" y="3325025"/>
            <a:ext cx="4037700" cy="66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5"/>
          <p:cNvSpPr txBox="1">
            <a:spLocks noGrp="1"/>
          </p:cNvSpPr>
          <p:nvPr>
            <p:ph type="title"/>
          </p:nvPr>
        </p:nvSpPr>
        <p:spPr>
          <a:xfrm>
            <a:off x="1284000" y="1429725"/>
            <a:ext cx="6576000" cy="140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98,300,000</a:t>
            </a:r>
            <a:endParaRPr/>
          </a:p>
        </p:txBody>
      </p:sp>
      <p:sp>
        <p:nvSpPr>
          <p:cNvPr id="363" name="Google Shape;363;p35"/>
          <p:cNvSpPr txBox="1">
            <a:spLocks noGrp="1"/>
          </p:cNvSpPr>
          <p:nvPr>
            <p:ph type="subTitle" idx="1"/>
          </p:nvPr>
        </p:nvSpPr>
        <p:spPr>
          <a:xfrm>
            <a:off x="1284000" y="2985500"/>
            <a:ext cx="6576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catch your audience’s attention</a:t>
            </a:r>
            <a:endParaRPr/>
          </a:p>
        </p:txBody>
      </p:sp>
      <p:sp>
        <p:nvSpPr>
          <p:cNvPr id="364" name="Google Shape;364;p35"/>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36"/>
          <p:cNvSpPr txBox="1">
            <a:spLocks noGrp="1"/>
          </p:cNvSpPr>
          <p:nvPr>
            <p:ph type="subTitle" idx="1"/>
          </p:nvPr>
        </p:nvSpPr>
        <p:spPr>
          <a:xfrm>
            <a:off x="2223600" y="1364275"/>
            <a:ext cx="4696800" cy="42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Jupiter's rotation period</a:t>
            </a:r>
            <a:endParaRPr/>
          </a:p>
        </p:txBody>
      </p:sp>
      <p:sp>
        <p:nvSpPr>
          <p:cNvPr id="370" name="Google Shape;370;p36"/>
          <p:cNvSpPr txBox="1">
            <a:spLocks noGrp="1"/>
          </p:cNvSpPr>
          <p:nvPr>
            <p:ph type="title"/>
          </p:nvPr>
        </p:nvSpPr>
        <p:spPr>
          <a:xfrm>
            <a:off x="2223600" y="552112"/>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9h 55m 23s</a:t>
            </a:r>
            <a:endParaRPr/>
          </a:p>
        </p:txBody>
      </p:sp>
      <p:sp>
        <p:nvSpPr>
          <p:cNvPr id="371" name="Google Shape;371;p36"/>
          <p:cNvSpPr txBox="1">
            <a:spLocks noGrp="1"/>
          </p:cNvSpPr>
          <p:nvPr>
            <p:ph type="title" idx="2"/>
          </p:nvPr>
        </p:nvSpPr>
        <p:spPr>
          <a:xfrm>
            <a:off x="2223600" y="1904368"/>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333,000</a:t>
            </a:r>
            <a:endParaRPr/>
          </a:p>
        </p:txBody>
      </p:sp>
      <p:sp>
        <p:nvSpPr>
          <p:cNvPr id="372" name="Google Shape;372;p36"/>
          <p:cNvSpPr txBox="1">
            <a:spLocks noGrp="1"/>
          </p:cNvSpPr>
          <p:nvPr>
            <p:ph type="subTitle" idx="3"/>
          </p:nvPr>
        </p:nvSpPr>
        <p:spPr>
          <a:xfrm>
            <a:off x="2223600" y="2716527"/>
            <a:ext cx="4696800" cy="44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 Sun’s mass compared to Earth’s</a:t>
            </a:r>
            <a:endParaRPr/>
          </a:p>
        </p:txBody>
      </p:sp>
      <p:sp>
        <p:nvSpPr>
          <p:cNvPr id="373" name="Google Shape;373;p36"/>
          <p:cNvSpPr txBox="1">
            <a:spLocks noGrp="1"/>
          </p:cNvSpPr>
          <p:nvPr>
            <p:ph type="title" idx="4"/>
          </p:nvPr>
        </p:nvSpPr>
        <p:spPr>
          <a:xfrm>
            <a:off x="2223600" y="3256624"/>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386,000 km</a:t>
            </a:r>
            <a:endParaRPr/>
          </a:p>
        </p:txBody>
      </p:sp>
      <p:sp>
        <p:nvSpPr>
          <p:cNvPr id="374" name="Google Shape;374;p36"/>
          <p:cNvSpPr txBox="1">
            <a:spLocks noGrp="1"/>
          </p:cNvSpPr>
          <p:nvPr>
            <p:ph type="subTitle" idx="5"/>
          </p:nvPr>
        </p:nvSpPr>
        <p:spPr>
          <a:xfrm>
            <a:off x="2223600" y="4068797"/>
            <a:ext cx="4696800" cy="44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Distance between Earth and the Moon</a:t>
            </a:r>
            <a:endParaRPr/>
          </a:p>
        </p:txBody>
      </p:sp>
      <p:sp>
        <p:nvSpPr>
          <p:cNvPr id="375" name="Google Shape;375;p36"/>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9</a:t>
            </a:fld>
            <a:endParaRPr>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pic>
        <p:nvPicPr>
          <p:cNvPr id="380" name="Google Shape;380;p37"/>
          <p:cNvPicPr preferRelativeResize="0">
            <a:picLocks noGrp="1"/>
          </p:cNvPicPr>
          <p:nvPr>
            <p:ph type="pic" idx="2"/>
          </p:nvPr>
        </p:nvPicPr>
        <p:blipFill rotWithShape="1">
          <a:blip r:embed="rId3">
            <a:alphaModFix/>
          </a:blip>
          <a:srcRect l="22793" r="22793"/>
          <a:stretch/>
        </p:blipFill>
        <p:spPr>
          <a:xfrm>
            <a:off x="5149825" y="691038"/>
            <a:ext cx="3070800" cy="3761400"/>
          </a:xfrm>
          <a:prstGeom prst="ellipse">
            <a:avLst/>
          </a:prstGeom>
        </p:spPr>
      </p:pic>
      <p:sp>
        <p:nvSpPr>
          <p:cNvPr id="381" name="Google Shape;381;p37"/>
          <p:cNvSpPr txBox="1">
            <a:spLocks noGrp="1"/>
          </p:cNvSpPr>
          <p:nvPr>
            <p:ph type="title"/>
          </p:nvPr>
        </p:nvSpPr>
        <p:spPr>
          <a:xfrm>
            <a:off x="720000" y="1148563"/>
            <a:ext cx="3944700" cy="160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always reinforces </a:t>
            </a:r>
            <a:endParaRPr/>
          </a:p>
          <a:p>
            <a:pPr marL="0" lvl="0" indent="0" algn="l" rtl="0">
              <a:spcBef>
                <a:spcPts val="0"/>
              </a:spcBef>
              <a:spcAft>
                <a:spcPts val="0"/>
              </a:spcAft>
              <a:buNone/>
            </a:pPr>
            <a:r>
              <a:rPr lang="en"/>
              <a:t>the concept</a:t>
            </a:r>
            <a:endParaRPr/>
          </a:p>
        </p:txBody>
      </p:sp>
      <p:sp>
        <p:nvSpPr>
          <p:cNvPr id="382" name="Google Shape;382;p37"/>
          <p:cNvSpPr txBox="1">
            <a:spLocks noGrp="1"/>
          </p:cNvSpPr>
          <p:nvPr>
            <p:ph type="subTitle" idx="1"/>
          </p:nvPr>
        </p:nvSpPr>
        <p:spPr>
          <a:xfrm>
            <a:off x="720000" y="2878638"/>
            <a:ext cx="3944700" cy="1116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Images reveal large amounts of data, so remember: use an image instead of a long text. Your audience will appreciate it</a:t>
            </a:r>
            <a:endParaRPr/>
          </a:p>
        </p:txBody>
      </p:sp>
      <p:sp>
        <p:nvSpPr>
          <p:cNvPr id="383" name="Google Shape;383;p37"/>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38"/>
          <p:cNvPicPr preferRelativeResize="0">
            <a:picLocks noGrp="1"/>
          </p:cNvPicPr>
          <p:nvPr>
            <p:ph type="pic" idx="2"/>
          </p:nvPr>
        </p:nvPicPr>
        <p:blipFill rotWithShape="1">
          <a:blip r:embed="rId3">
            <a:alphaModFix amt="85000"/>
          </a:blip>
          <a:srcRect t="7798" b="7806"/>
          <a:stretch/>
        </p:blipFill>
        <p:spPr>
          <a:xfrm>
            <a:off x="0" y="0"/>
            <a:ext cx="9144003" cy="5143501"/>
          </a:xfrm>
          <a:prstGeom prst="rect">
            <a:avLst/>
          </a:prstGeom>
        </p:spPr>
      </p:pic>
      <p:sp>
        <p:nvSpPr>
          <p:cNvPr id="389" name="Google Shape;389;p38"/>
          <p:cNvSpPr txBox="1">
            <a:spLocks noGrp="1"/>
          </p:cNvSpPr>
          <p:nvPr>
            <p:ph type="title"/>
          </p:nvPr>
        </p:nvSpPr>
        <p:spPr>
          <a:xfrm>
            <a:off x="613350" y="4162975"/>
            <a:ext cx="7917300" cy="541500"/>
          </a:xfrm>
          <a:prstGeom prst="rect">
            <a:avLst/>
          </a:prstGeom>
          <a:solidFill>
            <a:schemeClr val="lt2"/>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sp>
        <p:nvSpPr>
          <p:cNvPr id="390" name="Google Shape;390;p38"/>
          <p:cNvSpPr txBox="1">
            <a:spLocks noGrp="1"/>
          </p:cNvSpPr>
          <p:nvPr>
            <p:ph type="sldNum" idx="4294967295"/>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a:t>11</a:t>
            </a:fld>
            <a:endParaRPr/>
          </a:p>
        </p:txBody>
      </p:sp>
      <p:sp>
        <p:nvSpPr>
          <p:cNvPr id="391" name="Google Shape;391;p38"/>
          <p:cNvSpPr/>
          <p:nvPr/>
        </p:nvSpPr>
        <p:spPr>
          <a:xfrm>
            <a:off x="780625" y="431402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8"/>
          <p:cNvSpPr/>
          <p:nvPr/>
        </p:nvSpPr>
        <p:spPr>
          <a:xfrm>
            <a:off x="8123975" y="431402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39"/>
          <p:cNvSpPr txBox="1">
            <a:spLocks noGrp="1"/>
          </p:cNvSpPr>
          <p:nvPr>
            <p:ph type="title"/>
          </p:nvPr>
        </p:nvSpPr>
        <p:spPr>
          <a:xfrm>
            <a:off x="969825" y="2079259"/>
            <a:ext cx="7204500" cy="879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a:t>
            </a:r>
            <a:r>
              <a:rPr lang="en">
                <a:solidFill>
                  <a:schemeClr val="dk2"/>
                </a:solidFill>
              </a:rPr>
              <a:t>words</a:t>
            </a:r>
            <a:endParaRPr>
              <a:solidFill>
                <a:schemeClr val="dk2"/>
              </a:solidFill>
            </a:endParaRPr>
          </a:p>
        </p:txBody>
      </p:sp>
      <p:sp>
        <p:nvSpPr>
          <p:cNvPr id="398" name="Google Shape;398;p39"/>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12</a:t>
            </a:fld>
            <a:endParaRPr/>
          </a:p>
        </p:txBody>
      </p:sp>
      <p:cxnSp>
        <p:nvCxnSpPr>
          <p:cNvPr id="399" name="Google Shape;399;p39"/>
          <p:cNvCxnSpPr/>
          <p:nvPr/>
        </p:nvCxnSpPr>
        <p:spPr>
          <a:xfrm>
            <a:off x="813900" y="1874675"/>
            <a:ext cx="7516200" cy="0"/>
          </a:xfrm>
          <a:prstGeom prst="straightConnector1">
            <a:avLst/>
          </a:prstGeom>
          <a:noFill/>
          <a:ln w="19050" cap="flat" cmpd="sng">
            <a:solidFill>
              <a:schemeClr val="lt1"/>
            </a:solidFill>
            <a:prstDash val="solid"/>
            <a:round/>
            <a:headEnd type="oval" w="med" len="med"/>
            <a:tailEnd type="oval" w="med" len="med"/>
          </a:ln>
        </p:spPr>
      </p:cxnSp>
      <p:cxnSp>
        <p:nvCxnSpPr>
          <p:cNvPr id="400" name="Google Shape;400;p39"/>
          <p:cNvCxnSpPr/>
          <p:nvPr/>
        </p:nvCxnSpPr>
        <p:spPr>
          <a:xfrm>
            <a:off x="813900" y="3268825"/>
            <a:ext cx="7516200" cy="0"/>
          </a:xfrm>
          <a:prstGeom prst="straightConnector1">
            <a:avLst/>
          </a:prstGeom>
          <a:noFill/>
          <a:ln w="19050" cap="flat" cmpd="sng">
            <a:solidFill>
              <a:schemeClr val="lt1"/>
            </a:solidFill>
            <a:prstDash val="solid"/>
            <a:round/>
            <a:headEnd type="oval" w="med" len="med"/>
            <a:tailEnd type="oval" w="med" len="med"/>
          </a:ln>
        </p:spPr>
      </p:cxnSp>
      <p:sp>
        <p:nvSpPr>
          <p:cNvPr id="401" name="Google Shape;401;p39"/>
          <p:cNvSpPr/>
          <p:nvPr/>
        </p:nvSpPr>
        <p:spPr>
          <a:xfrm>
            <a:off x="891838" y="2452050"/>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9"/>
          <p:cNvSpPr/>
          <p:nvPr/>
        </p:nvSpPr>
        <p:spPr>
          <a:xfrm>
            <a:off x="8012763" y="2452050"/>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Current situation &amp; problems statement</a:t>
            </a:r>
            <a:endParaRPr/>
          </a:p>
        </p:txBody>
      </p:sp>
      <p:sp>
        <p:nvSpPr>
          <p:cNvPr id="408" name="Google Shape;408;p40"/>
          <p:cNvSpPr txBox="1"/>
          <p:nvPr/>
        </p:nvSpPr>
        <p:spPr>
          <a:xfrm>
            <a:off x="722491" y="1689200"/>
            <a:ext cx="2557200" cy="488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rgbClr val="000000"/>
              </a:buClr>
              <a:buSzPts val="1100"/>
              <a:buFont typeface="Arial"/>
              <a:buNone/>
            </a:pPr>
            <a:r>
              <a:rPr lang="en" sz="2000" b="1">
                <a:solidFill>
                  <a:schemeClr val="dk1"/>
                </a:solidFill>
                <a:latin typeface="Quicksand"/>
                <a:ea typeface="Quicksand"/>
                <a:cs typeface="Quicksand"/>
                <a:sym typeface="Quicksand"/>
              </a:rPr>
              <a:t>Current situation</a:t>
            </a:r>
            <a:endParaRPr sz="2000" b="1">
              <a:solidFill>
                <a:schemeClr val="dk1"/>
              </a:solidFill>
              <a:latin typeface="Quicksand"/>
              <a:ea typeface="Quicksand"/>
              <a:cs typeface="Quicksand"/>
              <a:sym typeface="Quicksand"/>
            </a:endParaRPr>
          </a:p>
        </p:txBody>
      </p:sp>
      <p:sp>
        <p:nvSpPr>
          <p:cNvPr id="409" name="Google Shape;409;p40"/>
          <p:cNvSpPr txBox="1"/>
          <p:nvPr/>
        </p:nvSpPr>
        <p:spPr>
          <a:xfrm>
            <a:off x="722450" y="2177300"/>
            <a:ext cx="2557200" cy="1397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Jupiter is a gas giant and the biggest planet in the Solar System. It's the fourth-brightest object in the night sky. It was named after the Roman god of the skies and lightning</a:t>
            </a:r>
            <a:endParaRPr sz="1200">
              <a:solidFill>
                <a:schemeClr val="dk1"/>
              </a:solidFill>
              <a:latin typeface="Mulish"/>
              <a:ea typeface="Mulish"/>
              <a:cs typeface="Mulish"/>
              <a:sym typeface="Mulish"/>
            </a:endParaRPr>
          </a:p>
          <a:p>
            <a:pPr marL="0" lvl="0" indent="0" algn="l" rtl="0">
              <a:lnSpc>
                <a:spcPct val="115000"/>
              </a:lnSpc>
              <a:spcBef>
                <a:spcPts val="0"/>
              </a:spcBef>
              <a:spcAft>
                <a:spcPts val="0"/>
              </a:spcAft>
              <a:buNone/>
            </a:pPr>
            <a:endParaRPr sz="1200">
              <a:solidFill>
                <a:schemeClr val="dk1"/>
              </a:solidFill>
              <a:latin typeface="Mulish"/>
              <a:ea typeface="Mulish"/>
              <a:cs typeface="Mulish"/>
              <a:sym typeface="Mulish"/>
            </a:endParaRPr>
          </a:p>
        </p:txBody>
      </p:sp>
      <p:sp>
        <p:nvSpPr>
          <p:cNvPr id="410" name="Google Shape;410;p40"/>
          <p:cNvSpPr txBox="1"/>
          <p:nvPr/>
        </p:nvSpPr>
        <p:spPr>
          <a:xfrm>
            <a:off x="6965403" y="1875800"/>
            <a:ext cx="1465500" cy="409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rgbClr val="000000"/>
              </a:buClr>
              <a:buSzPts val="1100"/>
              <a:buFont typeface="Arial"/>
              <a:buNone/>
            </a:pPr>
            <a:r>
              <a:rPr lang="en" sz="2000" b="1">
                <a:solidFill>
                  <a:schemeClr val="dk1"/>
                </a:solidFill>
                <a:latin typeface="Quicksand"/>
                <a:ea typeface="Quicksand"/>
                <a:cs typeface="Quicksand"/>
                <a:sym typeface="Quicksand"/>
              </a:rPr>
              <a:t>Earth</a:t>
            </a:r>
            <a:endParaRPr sz="2000" b="1">
              <a:solidFill>
                <a:schemeClr val="dk1"/>
              </a:solidFill>
              <a:latin typeface="Quicksand"/>
              <a:ea typeface="Quicksand"/>
              <a:cs typeface="Quicksand"/>
              <a:sym typeface="Quicksand"/>
            </a:endParaRPr>
          </a:p>
        </p:txBody>
      </p:sp>
      <p:sp>
        <p:nvSpPr>
          <p:cNvPr id="411" name="Google Shape;411;p40"/>
          <p:cNvSpPr txBox="1"/>
          <p:nvPr/>
        </p:nvSpPr>
        <p:spPr>
          <a:xfrm>
            <a:off x="6427425" y="2184850"/>
            <a:ext cx="20034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Earth is the third planet from the Sun and has life</a:t>
            </a:r>
            <a:endParaRPr sz="1200">
              <a:solidFill>
                <a:schemeClr val="dk1"/>
              </a:solidFill>
              <a:latin typeface="Mulish"/>
              <a:ea typeface="Mulish"/>
              <a:cs typeface="Mulish"/>
              <a:sym typeface="Mulish"/>
            </a:endParaRPr>
          </a:p>
        </p:txBody>
      </p:sp>
      <p:sp>
        <p:nvSpPr>
          <p:cNvPr id="412" name="Google Shape;412;p40"/>
          <p:cNvSpPr txBox="1"/>
          <p:nvPr/>
        </p:nvSpPr>
        <p:spPr>
          <a:xfrm>
            <a:off x="3570312" y="2778625"/>
            <a:ext cx="1465500" cy="4095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100"/>
              <a:buFont typeface="Arial"/>
              <a:buNone/>
            </a:pPr>
            <a:r>
              <a:rPr lang="en" sz="2000" b="1">
                <a:solidFill>
                  <a:schemeClr val="dk1"/>
                </a:solidFill>
                <a:latin typeface="Quicksand"/>
                <a:ea typeface="Quicksand"/>
                <a:cs typeface="Quicksand"/>
                <a:sym typeface="Quicksand"/>
              </a:rPr>
              <a:t>Mars</a:t>
            </a:r>
            <a:endParaRPr sz="2000" b="1">
              <a:solidFill>
                <a:schemeClr val="dk1"/>
              </a:solidFill>
              <a:latin typeface="Quicksand"/>
              <a:ea typeface="Quicksand"/>
              <a:cs typeface="Quicksand"/>
              <a:sym typeface="Quicksand"/>
            </a:endParaRPr>
          </a:p>
        </p:txBody>
      </p:sp>
      <p:sp>
        <p:nvSpPr>
          <p:cNvPr id="413" name="Google Shape;413;p40"/>
          <p:cNvSpPr txBox="1"/>
          <p:nvPr/>
        </p:nvSpPr>
        <p:spPr>
          <a:xfrm>
            <a:off x="3570288" y="3087675"/>
            <a:ext cx="2003400" cy="5727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0"/>
              </a:spcAft>
              <a:buNone/>
            </a:pPr>
            <a:r>
              <a:rPr lang="en" sz="1200">
                <a:solidFill>
                  <a:schemeClr val="dk1"/>
                </a:solidFill>
                <a:latin typeface="Mulish"/>
                <a:ea typeface="Mulish"/>
                <a:cs typeface="Mulish"/>
                <a:sym typeface="Mulish"/>
              </a:rPr>
              <a:t>Despite being red, Mars is actually a cold place</a:t>
            </a:r>
            <a:endParaRPr sz="1200">
              <a:solidFill>
                <a:schemeClr val="dk1"/>
              </a:solidFill>
              <a:latin typeface="Mulish"/>
              <a:ea typeface="Mulish"/>
              <a:cs typeface="Mulish"/>
              <a:sym typeface="Mulish"/>
            </a:endParaRPr>
          </a:p>
        </p:txBody>
      </p:sp>
      <p:sp>
        <p:nvSpPr>
          <p:cNvPr id="414" name="Google Shape;414;p40"/>
          <p:cNvSpPr txBox="1"/>
          <p:nvPr/>
        </p:nvSpPr>
        <p:spPr>
          <a:xfrm>
            <a:off x="6965337" y="3721125"/>
            <a:ext cx="1465500" cy="409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rgbClr val="000000"/>
              </a:buClr>
              <a:buSzPts val="1100"/>
              <a:buFont typeface="Arial"/>
              <a:buNone/>
            </a:pPr>
            <a:r>
              <a:rPr lang="en" sz="2000" b="1">
                <a:solidFill>
                  <a:schemeClr val="dk1"/>
                </a:solidFill>
                <a:latin typeface="Quicksand"/>
                <a:ea typeface="Quicksand"/>
                <a:cs typeface="Quicksand"/>
                <a:sym typeface="Quicksand"/>
              </a:rPr>
              <a:t>Mercury</a:t>
            </a:r>
            <a:endParaRPr sz="2000" b="1">
              <a:solidFill>
                <a:schemeClr val="dk1"/>
              </a:solidFill>
              <a:latin typeface="Quicksand"/>
              <a:ea typeface="Quicksand"/>
              <a:cs typeface="Quicksand"/>
              <a:sym typeface="Quicksand"/>
            </a:endParaRPr>
          </a:p>
        </p:txBody>
      </p:sp>
      <p:sp>
        <p:nvSpPr>
          <p:cNvPr id="415" name="Google Shape;415;p40"/>
          <p:cNvSpPr txBox="1"/>
          <p:nvPr/>
        </p:nvSpPr>
        <p:spPr>
          <a:xfrm>
            <a:off x="6427413" y="4030175"/>
            <a:ext cx="20034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Mercury is the closest planet to the Sun</a:t>
            </a:r>
            <a:endParaRPr sz="1200">
              <a:solidFill>
                <a:schemeClr val="dk1"/>
              </a:solidFill>
              <a:latin typeface="Mulish"/>
              <a:ea typeface="Mulish"/>
              <a:cs typeface="Mulish"/>
              <a:sym typeface="Mulish"/>
            </a:endParaRPr>
          </a:p>
        </p:txBody>
      </p:sp>
      <p:sp>
        <p:nvSpPr>
          <p:cNvPr id="416" name="Google Shape;416;p40"/>
          <p:cNvSpPr/>
          <p:nvPr/>
        </p:nvSpPr>
        <p:spPr>
          <a:xfrm>
            <a:off x="6547652" y="1875803"/>
            <a:ext cx="367800" cy="333600"/>
          </a:xfrm>
          <a:prstGeom prst="ellipse">
            <a:avLst/>
          </a:prstGeom>
          <a:noFill/>
          <a:ln w="19050" cap="flat" cmpd="sng">
            <a:solidFill>
              <a:schemeClr val="lt1"/>
            </a:solidFill>
            <a:prstDash val="solid"/>
            <a:round/>
            <a:headEnd type="none" w="sm" len="sm"/>
            <a:tailEnd type="none" w="sm" len="sm"/>
          </a:ln>
        </p:spPr>
        <p:txBody>
          <a:bodyPr spcFirstLastPara="1" wrap="square" lIns="0" tIns="91425" rIns="0" bIns="91425" anchor="ctr"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1</a:t>
            </a:r>
            <a:endParaRPr sz="1800" b="1">
              <a:solidFill>
                <a:schemeClr val="dk2"/>
              </a:solidFill>
              <a:latin typeface="Quicksand"/>
              <a:ea typeface="Quicksand"/>
              <a:cs typeface="Quicksand"/>
              <a:sym typeface="Quicksand"/>
            </a:endParaRPr>
          </a:p>
        </p:txBody>
      </p:sp>
      <p:sp>
        <p:nvSpPr>
          <p:cNvPr id="417" name="Google Shape;417;p40"/>
          <p:cNvSpPr/>
          <p:nvPr/>
        </p:nvSpPr>
        <p:spPr>
          <a:xfrm>
            <a:off x="5072788" y="2778628"/>
            <a:ext cx="367800" cy="367800"/>
          </a:xfrm>
          <a:prstGeom prst="ellipse">
            <a:avLst/>
          </a:prstGeom>
          <a:noFill/>
          <a:ln w="19050" cap="flat" cmpd="sng">
            <a:solidFill>
              <a:schemeClr val="lt1"/>
            </a:solidFill>
            <a:prstDash val="solid"/>
            <a:round/>
            <a:headEnd type="none" w="sm" len="sm"/>
            <a:tailEnd type="none" w="sm" len="sm"/>
          </a:ln>
        </p:spPr>
        <p:txBody>
          <a:bodyPr spcFirstLastPara="1" wrap="square" lIns="0" tIns="91425" rIns="0" bIns="91425" anchor="ctr"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2</a:t>
            </a:r>
            <a:endParaRPr sz="1800" b="1">
              <a:solidFill>
                <a:schemeClr val="dk2"/>
              </a:solidFill>
              <a:latin typeface="Quicksand"/>
              <a:ea typeface="Quicksand"/>
              <a:cs typeface="Quicksand"/>
              <a:sym typeface="Quicksand"/>
            </a:endParaRPr>
          </a:p>
        </p:txBody>
      </p:sp>
      <p:sp>
        <p:nvSpPr>
          <p:cNvPr id="418" name="Google Shape;418;p40"/>
          <p:cNvSpPr/>
          <p:nvPr/>
        </p:nvSpPr>
        <p:spPr>
          <a:xfrm>
            <a:off x="6527187" y="3715653"/>
            <a:ext cx="367800" cy="367800"/>
          </a:xfrm>
          <a:prstGeom prst="ellipse">
            <a:avLst/>
          </a:prstGeom>
          <a:noFill/>
          <a:ln w="19050" cap="flat" cmpd="sng">
            <a:solidFill>
              <a:schemeClr val="lt1"/>
            </a:solidFill>
            <a:prstDash val="solid"/>
            <a:round/>
            <a:headEnd type="none" w="sm" len="sm"/>
            <a:tailEnd type="none" w="sm" len="sm"/>
          </a:ln>
        </p:spPr>
        <p:txBody>
          <a:bodyPr spcFirstLastPara="1" wrap="square" lIns="0" tIns="91425" rIns="0" bIns="91425" anchor="ctr"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3</a:t>
            </a:r>
            <a:endParaRPr sz="1800" b="1">
              <a:solidFill>
                <a:schemeClr val="dk2"/>
              </a:solidFill>
              <a:latin typeface="Quicksand"/>
              <a:ea typeface="Quicksand"/>
              <a:cs typeface="Quicksand"/>
              <a:sym typeface="Quicksand"/>
            </a:endParaRPr>
          </a:p>
        </p:txBody>
      </p:sp>
      <p:sp>
        <p:nvSpPr>
          <p:cNvPr id="419" name="Google Shape;419;p40"/>
          <p:cNvSpPr txBox="1"/>
          <p:nvPr/>
        </p:nvSpPr>
        <p:spPr>
          <a:xfrm>
            <a:off x="5293712" y="1363282"/>
            <a:ext cx="1522800" cy="3747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Clr>
                <a:srgbClr val="000000"/>
              </a:buClr>
              <a:buSzPts val="1100"/>
              <a:buFont typeface="Arial"/>
              <a:buNone/>
            </a:pPr>
            <a:r>
              <a:rPr lang="en" sz="2000" b="1">
                <a:solidFill>
                  <a:schemeClr val="dk1"/>
                </a:solidFill>
                <a:latin typeface="Quicksand"/>
                <a:ea typeface="Quicksand"/>
                <a:cs typeface="Quicksand"/>
                <a:sym typeface="Quicksand"/>
              </a:rPr>
              <a:t>Problems</a:t>
            </a:r>
            <a:endParaRPr sz="2000" b="1">
              <a:solidFill>
                <a:schemeClr val="dk1"/>
              </a:solidFill>
              <a:latin typeface="Quicksand"/>
              <a:ea typeface="Quicksand"/>
              <a:cs typeface="Quicksand"/>
              <a:sym typeface="Quicksand"/>
            </a:endParaRPr>
          </a:p>
        </p:txBody>
      </p:sp>
      <p:sp>
        <p:nvSpPr>
          <p:cNvPr id="420" name="Google Shape;420;p4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13</a:t>
            </a:fld>
            <a:endParaRPr/>
          </a:p>
        </p:txBody>
      </p:sp>
      <p:cxnSp>
        <p:nvCxnSpPr>
          <p:cNvPr id="421" name="Google Shape;421;p40"/>
          <p:cNvCxnSpPr/>
          <p:nvPr/>
        </p:nvCxnSpPr>
        <p:spPr>
          <a:xfrm>
            <a:off x="6055100" y="1812625"/>
            <a:ext cx="0" cy="2619900"/>
          </a:xfrm>
          <a:prstGeom prst="straightConnector1">
            <a:avLst/>
          </a:prstGeom>
          <a:noFill/>
          <a:ln w="19050" cap="flat" cmpd="sng">
            <a:solidFill>
              <a:schemeClr val="lt1"/>
            </a:solidFill>
            <a:prstDash val="solid"/>
            <a:round/>
            <a:headEnd type="none" w="med" len="med"/>
            <a:tailEnd type="triangle" w="med" len="med"/>
          </a:ln>
        </p:spPr>
      </p:cxnSp>
      <p:cxnSp>
        <p:nvCxnSpPr>
          <p:cNvPr id="422" name="Google Shape;422;p40"/>
          <p:cNvCxnSpPr>
            <a:stCxn id="416" idx="2"/>
          </p:cNvCxnSpPr>
          <p:nvPr/>
        </p:nvCxnSpPr>
        <p:spPr>
          <a:xfrm rot="10800000">
            <a:off x="5513552" y="2042603"/>
            <a:ext cx="1034100" cy="0"/>
          </a:xfrm>
          <a:prstGeom prst="straightConnector1">
            <a:avLst/>
          </a:prstGeom>
          <a:noFill/>
          <a:ln w="19050" cap="flat" cmpd="sng">
            <a:solidFill>
              <a:schemeClr val="lt1"/>
            </a:solidFill>
            <a:prstDash val="solid"/>
            <a:round/>
            <a:headEnd type="none" w="med" len="med"/>
            <a:tailEnd type="oval" w="med" len="med"/>
          </a:ln>
        </p:spPr>
      </p:cxnSp>
      <p:cxnSp>
        <p:nvCxnSpPr>
          <p:cNvPr id="423" name="Google Shape;423;p40"/>
          <p:cNvCxnSpPr>
            <a:stCxn id="417" idx="6"/>
          </p:cNvCxnSpPr>
          <p:nvPr/>
        </p:nvCxnSpPr>
        <p:spPr>
          <a:xfrm>
            <a:off x="5440588" y="2962528"/>
            <a:ext cx="1020300" cy="0"/>
          </a:xfrm>
          <a:prstGeom prst="straightConnector1">
            <a:avLst/>
          </a:prstGeom>
          <a:noFill/>
          <a:ln w="19050" cap="flat" cmpd="sng">
            <a:solidFill>
              <a:schemeClr val="lt1"/>
            </a:solidFill>
            <a:prstDash val="solid"/>
            <a:round/>
            <a:headEnd type="none" w="med" len="med"/>
            <a:tailEnd type="oval" w="med" len="med"/>
          </a:ln>
        </p:spPr>
      </p:cxnSp>
      <p:grpSp>
        <p:nvGrpSpPr>
          <p:cNvPr id="424" name="Google Shape;424;p40"/>
          <p:cNvGrpSpPr/>
          <p:nvPr/>
        </p:nvGrpSpPr>
        <p:grpSpPr>
          <a:xfrm>
            <a:off x="5096625" y="1846312"/>
            <a:ext cx="320143" cy="392581"/>
            <a:chOff x="3086313" y="2877049"/>
            <a:chExt cx="320143" cy="392581"/>
          </a:xfrm>
        </p:grpSpPr>
        <p:sp>
          <p:nvSpPr>
            <p:cNvPr id="425" name="Google Shape;425;p40"/>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40"/>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40"/>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40"/>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40"/>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40"/>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40"/>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40"/>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40"/>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40"/>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40"/>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40"/>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37" name="Google Shape;437;p40"/>
          <p:cNvCxnSpPr>
            <a:stCxn id="418" idx="2"/>
          </p:cNvCxnSpPr>
          <p:nvPr/>
        </p:nvCxnSpPr>
        <p:spPr>
          <a:xfrm rot="10800000">
            <a:off x="5513487" y="3899553"/>
            <a:ext cx="1013700" cy="0"/>
          </a:xfrm>
          <a:prstGeom prst="straightConnector1">
            <a:avLst/>
          </a:prstGeom>
          <a:noFill/>
          <a:ln w="19050" cap="flat" cmpd="sng">
            <a:solidFill>
              <a:schemeClr val="lt1"/>
            </a:solidFill>
            <a:prstDash val="solid"/>
            <a:round/>
            <a:headEnd type="none" w="med" len="med"/>
            <a:tailEnd type="oval" w="med" len="med"/>
          </a:ln>
        </p:spPr>
      </p:cxnSp>
      <p:sp>
        <p:nvSpPr>
          <p:cNvPr id="438" name="Google Shape;438;p40"/>
          <p:cNvSpPr/>
          <p:nvPr/>
        </p:nvSpPr>
        <p:spPr>
          <a:xfrm>
            <a:off x="6606946" y="2822071"/>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9" name="Google Shape;439;p40"/>
          <p:cNvGrpSpPr/>
          <p:nvPr/>
        </p:nvGrpSpPr>
        <p:grpSpPr>
          <a:xfrm>
            <a:off x="5114276" y="3753658"/>
            <a:ext cx="284847" cy="373627"/>
            <a:chOff x="1805901" y="1960358"/>
            <a:chExt cx="284847" cy="373627"/>
          </a:xfrm>
        </p:grpSpPr>
        <p:sp>
          <p:nvSpPr>
            <p:cNvPr id="440" name="Google Shape;440;p40"/>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40"/>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42" name="Google Shape;442;p40"/>
          <p:cNvCxnSpPr/>
          <p:nvPr/>
        </p:nvCxnSpPr>
        <p:spPr>
          <a:xfrm>
            <a:off x="3427825" y="1428350"/>
            <a:ext cx="0" cy="30042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Hypotheses</a:t>
            </a:r>
            <a:endParaRPr/>
          </a:p>
        </p:txBody>
      </p:sp>
      <p:sp>
        <p:nvSpPr>
          <p:cNvPr id="448" name="Google Shape;448;p41"/>
          <p:cNvSpPr txBox="1">
            <a:spLocks noGrp="1"/>
          </p:cNvSpPr>
          <p:nvPr>
            <p:ph type="subTitle" idx="1"/>
          </p:nvPr>
        </p:nvSpPr>
        <p:spPr>
          <a:xfrm>
            <a:off x="1381625" y="1718025"/>
            <a:ext cx="70425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 All humans live on this planet</a:t>
            </a:r>
            <a:endParaRPr/>
          </a:p>
        </p:txBody>
      </p:sp>
      <p:sp>
        <p:nvSpPr>
          <p:cNvPr id="449" name="Google Shape;449;p41"/>
          <p:cNvSpPr txBox="1">
            <a:spLocks noGrp="1"/>
          </p:cNvSpPr>
          <p:nvPr>
            <p:ph type="subTitle" idx="2"/>
          </p:nvPr>
        </p:nvSpPr>
        <p:spPr>
          <a:xfrm>
            <a:off x="1381635" y="2861025"/>
            <a:ext cx="70425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hot—even hotter than Mercury—and its atmosphere is extremely poisonous</a:t>
            </a:r>
            <a:endParaRPr/>
          </a:p>
        </p:txBody>
      </p:sp>
      <p:sp>
        <p:nvSpPr>
          <p:cNvPr id="450" name="Google Shape;450;p41"/>
          <p:cNvSpPr txBox="1">
            <a:spLocks noGrp="1"/>
          </p:cNvSpPr>
          <p:nvPr>
            <p:ph type="subTitle" idx="3"/>
          </p:nvPr>
        </p:nvSpPr>
        <p:spPr>
          <a:xfrm>
            <a:off x="1381635" y="4004025"/>
            <a:ext cx="70425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451" name="Google Shape;451;p41"/>
          <p:cNvSpPr/>
          <p:nvPr/>
        </p:nvSpPr>
        <p:spPr>
          <a:xfrm>
            <a:off x="720000" y="1340462"/>
            <a:ext cx="429000" cy="4290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100" b="1">
                <a:solidFill>
                  <a:schemeClr val="dk2"/>
                </a:solidFill>
                <a:latin typeface="Quicksand"/>
                <a:ea typeface="Quicksand"/>
                <a:cs typeface="Quicksand"/>
                <a:sym typeface="Quicksand"/>
              </a:rPr>
              <a:t>1</a:t>
            </a:r>
            <a:endParaRPr sz="2100" b="1">
              <a:solidFill>
                <a:schemeClr val="dk2"/>
              </a:solidFill>
              <a:latin typeface="Quicksand"/>
              <a:ea typeface="Quicksand"/>
              <a:cs typeface="Quicksand"/>
              <a:sym typeface="Quicksand"/>
            </a:endParaRPr>
          </a:p>
        </p:txBody>
      </p:sp>
      <p:sp>
        <p:nvSpPr>
          <p:cNvPr id="452" name="Google Shape;452;p41"/>
          <p:cNvSpPr/>
          <p:nvPr/>
        </p:nvSpPr>
        <p:spPr>
          <a:xfrm>
            <a:off x="720001" y="2478864"/>
            <a:ext cx="429000" cy="4290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100" b="1">
                <a:solidFill>
                  <a:schemeClr val="dk2"/>
                </a:solidFill>
                <a:latin typeface="Quicksand"/>
                <a:ea typeface="Quicksand"/>
                <a:cs typeface="Quicksand"/>
                <a:sym typeface="Quicksand"/>
              </a:rPr>
              <a:t>2</a:t>
            </a:r>
            <a:endParaRPr sz="2100" b="1">
              <a:solidFill>
                <a:schemeClr val="dk2"/>
              </a:solidFill>
              <a:latin typeface="Quicksand"/>
              <a:ea typeface="Quicksand"/>
              <a:cs typeface="Quicksand"/>
              <a:sym typeface="Quicksand"/>
            </a:endParaRPr>
          </a:p>
        </p:txBody>
      </p:sp>
      <p:sp>
        <p:nvSpPr>
          <p:cNvPr id="453" name="Google Shape;453;p41"/>
          <p:cNvSpPr/>
          <p:nvPr/>
        </p:nvSpPr>
        <p:spPr>
          <a:xfrm>
            <a:off x="719999" y="3617286"/>
            <a:ext cx="429000" cy="4290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100" b="1">
                <a:solidFill>
                  <a:schemeClr val="dk2"/>
                </a:solidFill>
                <a:latin typeface="Quicksand"/>
                <a:ea typeface="Quicksand"/>
                <a:cs typeface="Quicksand"/>
                <a:sym typeface="Quicksand"/>
              </a:rPr>
              <a:t>3</a:t>
            </a:r>
            <a:endParaRPr sz="2100" b="1">
              <a:solidFill>
                <a:schemeClr val="dk2"/>
              </a:solidFill>
              <a:latin typeface="Quicksand"/>
              <a:ea typeface="Quicksand"/>
              <a:cs typeface="Quicksand"/>
              <a:sym typeface="Quicksand"/>
            </a:endParaRPr>
          </a:p>
        </p:txBody>
      </p:sp>
      <p:sp>
        <p:nvSpPr>
          <p:cNvPr id="454" name="Google Shape;454;p41"/>
          <p:cNvSpPr txBox="1">
            <a:spLocks noGrp="1"/>
          </p:cNvSpPr>
          <p:nvPr>
            <p:ph type="subTitle" idx="4"/>
          </p:nvPr>
        </p:nvSpPr>
        <p:spPr>
          <a:xfrm>
            <a:off x="1381625" y="1406025"/>
            <a:ext cx="7042500" cy="33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Hypothesis 1</a:t>
            </a:r>
            <a:endParaRPr/>
          </a:p>
        </p:txBody>
      </p:sp>
      <p:sp>
        <p:nvSpPr>
          <p:cNvPr id="455" name="Google Shape;455;p41"/>
          <p:cNvSpPr txBox="1">
            <a:spLocks noGrp="1"/>
          </p:cNvSpPr>
          <p:nvPr>
            <p:ph type="subTitle" idx="5"/>
          </p:nvPr>
        </p:nvSpPr>
        <p:spPr>
          <a:xfrm>
            <a:off x="1381625" y="2526575"/>
            <a:ext cx="7042500" cy="33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Hypothesis 2</a:t>
            </a:r>
            <a:endParaRPr/>
          </a:p>
        </p:txBody>
      </p:sp>
      <p:sp>
        <p:nvSpPr>
          <p:cNvPr id="456" name="Google Shape;456;p41"/>
          <p:cNvSpPr txBox="1">
            <a:spLocks noGrp="1"/>
          </p:cNvSpPr>
          <p:nvPr>
            <p:ph type="subTitle" idx="6"/>
          </p:nvPr>
        </p:nvSpPr>
        <p:spPr>
          <a:xfrm>
            <a:off x="1381625" y="3647125"/>
            <a:ext cx="7042500" cy="33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Hypothesis 3</a:t>
            </a:r>
            <a:endParaRPr/>
          </a:p>
        </p:txBody>
      </p:sp>
      <p:sp>
        <p:nvSpPr>
          <p:cNvPr id="457" name="Google Shape;457;p4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Study objectives</a:t>
            </a:r>
            <a:endParaRPr/>
          </a:p>
        </p:txBody>
      </p:sp>
      <p:sp>
        <p:nvSpPr>
          <p:cNvPr id="463" name="Google Shape;463;p42"/>
          <p:cNvSpPr txBox="1">
            <a:spLocks noGrp="1"/>
          </p:cNvSpPr>
          <p:nvPr>
            <p:ph type="subTitle" idx="1"/>
          </p:nvPr>
        </p:nvSpPr>
        <p:spPr>
          <a:xfrm>
            <a:off x="937625" y="3071250"/>
            <a:ext cx="21753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464" name="Google Shape;464;p42"/>
          <p:cNvSpPr txBox="1">
            <a:spLocks noGrp="1"/>
          </p:cNvSpPr>
          <p:nvPr>
            <p:ph type="subTitle" idx="2"/>
          </p:nvPr>
        </p:nvSpPr>
        <p:spPr>
          <a:xfrm>
            <a:off x="3484346" y="3071250"/>
            <a:ext cx="21753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465" name="Google Shape;465;p42"/>
          <p:cNvSpPr txBox="1">
            <a:spLocks noGrp="1"/>
          </p:cNvSpPr>
          <p:nvPr>
            <p:ph type="subTitle" idx="3"/>
          </p:nvPr>
        </p:nvSpPr>
        <p:spPr>
          <a:xfrm>
            <a:off x="6031074" y="3071250"/>
            <a:ext cx="21753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466" name="Google Shape;466;p42"/>
          <p:cNvSpPr txBox="1">
            <a:spLocks noGrp="1"/>
          </p:cNvSpPr>
          <p:nvPr>
            <p:ph type="subTitle" idx="4"/>
          </p:nvPr>
        </p:nvSpPr>
        <p:spPr>
          <a:xfrm>
            <a:off x="937625" y="2690250"/>
            <a:ext cx="21753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467" name="Google Shape;467;p42"/>
          <p:cNvSpPr txBox="1">
            <a:spLocks noGrp="1"/>
          </p:cNvSpPr>
          <p:nvPr>
            <p:ph type="subTitle" idx="5"/>
          </p:nvPr>
        </p:nvSpPr>
        <p:spPr>
          <a:xfrm>
            <a:off x="3484347" y="2690250"/>
            <a:ext cx="21753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468" name="Google Shape;468;p42"/>
          <p:cNvSpPr txBox="1">
            <a:spLocks noGrp="1"/>
          </p:cNvSpPr>
          <p:nvPr>
            <p:ph type="subTitle" idx="6"/>
          </p:nvPr>
        </p:nvSpPr>
        <p:spPr>
          <a:xfrm>
            <a:off x="6031075" y="2690250"/>
            <a:ext cx="21753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469" name="Google Shape;469;p4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15</a:t>
            </a:fld>
            <a:endParaRPr/>
          </a:p>
        </p:txBody>
      </p:sp>
      <p:sp>
        <p:nvSpPr>
          <p:cNvPr id="470" name="Google Shape;470;p42"/>
          <p:cNvSpPr/>
          <p:nvPr/>
        </p:nvSpPr>
        <p:spPr>
          <a:xfrm>
            <a:off x="1870222" y="1952750"/>
            <a:ext cx="310119" cy="481363"/>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nvGrpSpPr>
          <p:cNvPr id="471" name="Google Shape;471;p42"/>
          <p:cNvGrpSpPr/>
          <p:nvPr/>
        </p:nvGrpSpPr>
        <p:grpSpPr>
          <a:xfrm>
            <a:off x="4376300" y="1952865"/>
            <a:ext cx="391405" cy="481390"/>
            <a:chOff x="5782845" y="2906521"/>
            <a:chExt cx="301661" cy="371013"/>
          </a:xfrm>
        </p:grpSpPr>
        <p:sp>
          <p:nvSpPr>
            <p:cNvPr id="472" name="Google Shape;472;p42"/>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42"/>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42"/>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 name="Google Shape;475;p42"/>
          <p:cNvGrpSpPr/>
          <p:nvPr/>
        </p:nvGrpSpPr>
        <p:grpSpPr>
          <a:xfrm>
            <a:off x="6877526" y="1952919"/>
            <a:ext cx="482341" cy="481379"/>
            <a:chOff x="975800" y="1925575"/>
            <a:chExt cx="363400" cy="362675"/>
          </a:xfrm>
        </p:grpSpPr>
        <p:sp>
          <p:nvSpPr>
            <p:cNvPr id="476" name="Google Shape;476;p42"/>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42"/>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42"/>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42"/>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42"/>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84"/>
        <p:cNvGrpSpPr/>
        <p:nvPr/>
      </p:nvGrpSpPr>
      <p:grpSpPr>
        <a:xfrm>
          <a:off x="0" y="0"/>
          <a:ext cx="0" cy="0"/>
          <a:chOff x="0" y="0"/>
          <a:chExt cx="0" cy="0"/>
        </a:xfrm>
      </p:grpSpPr>
      <p:sp>
        <p:nvSpPr>
          <p:cNvPr id="485" name="Google Shape;485;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Reviewing concepts is a good idea</a:t>
            </a:r>
            <a:endParaRPr/>
          </a:p>
        </p:txBody>
      </p:sp>
      <p:sp>
        <p:nvSpPr>
          <p:cNvPr id="486" name="Google Shape;486;p43"/>
          <p:cNvSpPr txBox="1">
            <a:spLocks noGrp="1"/>
          </p:cNvSpPr>
          <p:nvPr>
            <p:ph type="subTitle" idx="1"/>
          </p:nvPr>
        </p:nvSpPr>
        <p:spPr>
          <a:xfrm>
            <a:off x="903950" y="2149201"/>
            <a:ext cx="21912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is actually a very cold place</a:t>
            </a:r>
            <a:endParaRPr/>
          </a:p>
        </p:txBody>
      </p:sp>
      <p:sp>
        <p:nvSpPr>
          <p:cNvPr id="487" name="Google Shape;487;p43"/>
          <p:cNvSpPr txBox="1">
            <a:spLocks noGrp="1"/>
          </p:cNvSpPr>
          <p:nvPr>
            <p:ph type="subTitle" idx="2"/>
          </p:nvPr>
        </p:nvSpPr>
        <p:spPr>
          <a:xfrm>
            <a:off x="3478550" y="2149201"/>
            <a:ext cx="21825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extremely high temperatures</a:t>
            </a:r>
            <a:endParaRPr/>
          </a:p>
        </p:txBody>
      </p:sp>
      <p:sp>
        <p:nvSpPr>
          <p:cNvPr id="488" name="Google Shape;488;p43"/>
          <p:cNvSpPr txBox="1">
            <a:spLocks noGrp="1"/>
          </p:cNvSpPr>
          <p:nvPr>
            <p:ph type="subTitle" idx="13"/>
          </p:nvPr>
        </p:nvSpPr>
        <p:spPr>
          <a:xfrm>
            <a:off x="908250" y="3086800"/>
            <a:ext cx="21825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489" name="Google Shape;489;p43"/>
          <p:cNvSpPr txBox="1">
            <a:spLocks noGrp="1"/>
          </p:cNvSpPr>
          <p:nvPr>
            <p:ph type="subTitle" idx="8"/>
          </p:nvPr>
        </p:nvSpPr>
        <p:spPr>
          <a:xfrm>
            <a:off x="3482836" y="1656600"/>
            <a:ext cx="21738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490" name="Google Shape;490;p43"/>
          <p:cNvSpPr txBox="1">
            <a:spLocks noGrp="1"/>
          </p:cNvSpPr>
          <p:nvPr>
            <p:ph type="subTitle" idx="7"/>
          </p:nvPr>
        </p:nvSpPr>
        <p:spPr>
          <a:xfrm>
            <a:off x="908250" y="1656600"/>
            <a:ext cx="21825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491" name="Google Shape;491;p43"/>
          <p:cNvSpPr txBox="1">
            <a:spLocks noGrp="1"/>
          </p:cNvSpPr>
          <p:nvPr>
            <p:ph type="subTitle" idx="3"/>
          </p:nvPr>
        </p:nvSpPr>
        <p:spPr>
          <a:xfrm>
            <a:off x="903950" y="3579425"/>
            <a:ext cx="21912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492" name="Google Shape;492;p43"/>
          <p:cNvSpPr txBox="1">
            <a:spLocks noGrp="1"/>
          </p:cNvSpPr>
          <p:nvPr>
            <p:ph type="subTitle" idx="4"/>
          </p:nvPr>
        </p:nvSpPr>
        <p:spPr>
          <a:xfrm>
            <a:off x="3478550" y="3579425"/>
            <a:ext cx="21825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a gas giant with several rings</a:t>
            </a:r>
            <a:endParaRPr/>
          </a:p>
        </p:txBody>
      </p:sp>
      <p:sp>
        <p:nvSpPr>
          <p:cNvPr id="493" name="Google Shape;493;p43"/>
          <p:cNvSpPr txBox="1">
            <a:spLocks noGrp="1"/>
          </p:cNvSpPr>
          <p:nvPr>
            <p:ph type="subTitle" idx="5"/>
          </p:nvPr>
        </p:nvSpPr>
        <p:spPr>
          <a:xfrm>
            <a:off x="6048850" y="2149201"/>
            <a:ext cx="21999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a:t>
            </a:r>
            <a:endParaRPr/>
          </a:p>
        </p:txBody>
      </p:sp>
      <p:sp>
        <p:nvSpPr>
          <p:cNvPr id="494" name="Google Shape;494;p43"/>
          <p:cNvSpPr txBox="1">
            <a:spLocks noGrp="1"/>
          </p:cNvSpPr>
          <p:nvPr>
            <p:ph type="subTitle" idx="6"/>
          </p:nvPr>
        </p:nvSpPr>
        <p:spPr>
          <a:xfrm>
            <a:off x="6048850" y="3579425"/>
            <a:ext cx="2199900" cy="6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495" name="Google Shape;495;p43"/>
          <p:cNvSpPr txBox="1">
            <a:spLocks noGrp="1"/>
          </p:cNvSpPr>
          <p:nvPr>
            <p:ph type="subTitle" idx="9"/>
          </p:nvPr>
        </p:nvSpPr>
        <p:spPr>
          <a:xfrm>
            <a:off x="6053173" y="1656600"/>
            <a:ext cx="21912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496" name="Google Shape;496;p43"/>
          <p:cNvSpPr txBox="1">
            <a:spLocks noGrp="1"/>
          </p:cNvSpPr>
          <p:nvPr>
            <p:ph type="subTitle" idx="14"/>
          </p:nvPr>
        </p:nvSpPr>
        <p:spPr>
          <a:xfrm>
            <a:off x="3482836" y="3086800"/>
            <a:ext cx="21738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497" name="Google Shape;497;p43"/>
          <p:cNvSpPr txBox="1">
            <a:spLocks noGrp="1"/>
          </p:cNvSpPr>
          <p:nvPr>
            <p:ph type="subTitle" idx="15"/>
          </p:nvPr>
        </p:nvSpPr>
        <p:spPr>
          <a:xfrm>
            <a:off x="6053173" y="3086800"/>
            <a:ext cx="2191200" cy="44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498" name="Google Shape;498;p4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Literature review</a:t>
            </a:r>
            <a:endParaRPr/>
          </a:p>
        </p:txBody>
      </p:sp>
      <p:sp>
        <p:nvSpPr>
          <p:cNvPr id="504" name="Google Shape;504;p4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Nunito"/>
              <a:buChar char="●"/>
            </a:pPr>
            <a:r>
              <a:rPr lang="en"/>
              <a:t>AUTHOR. (YEAR). </a:t>
            </a:r>
            <a:r>
              <a:rPr lang="en" i="1"/>
              <a:t>Title of the publication</a:t>
            </a:r>
            <a:r>
              <a:rPr lang="en"/>
              <a:t>. Publisher</a:t>
            </a:r>
            <a:endParaRPr/>
          </a:p>
          <a:p>
            <a:pPr marL="914400" lvl="1" indent="-317500" algn="l" rtl="0">
              <a:spcBef>
                <a:spcPts val="0"/>
              </a:spcBef>
              <a:spcAft>
                <a:spcPts val="0"/>
              </a:spcAft>
              <a:buSzPts val="1400"/>
              <a:buFont typeface="Nunito Light"/>
              <a:buChar char="○"/>
            </a:pPr>
            <a:r>
              <a:rPr lang="en"/>
              <a:t>Mercury is the closest planet to the Sun and the smallest one in the Solar System</a:t>
            </a:r>
            <a:endParaRPr/>
          </a:p>
          <a:p>
            <a:pPr marL="457200" lvl="0" indent="-317500" algn="l" rtl="0">
              <a:spcBef>
                <a:spcPts val="1000"/>
              </a:spcBef>
              <a:spcAft>
                <a:spcPts val="0"/>
              </a:spcAft>
              <a:buSzPts val="1400"/>
              <a:buFont typeface="Nunito"/>
              <a:buChar char="●"/>
            </a:pPr>
            <a:r>
              <a:rPr lang="en"/>
              <a:t>AUTHOR. (YEAR). </a:t>
            </a:r>
            <a:r>
              <a:rPr lang="en" i="1"/>
              <a:t>Title of the publication</a:t>
            </a:r>
            <a:r>
              <a:rPr lang="en"/>
              <a:t>. Publisher</a:t>
            </a:r>
            <a:endParaRPr/>
          </a:p>
          <a:p>
            <a:pPr marL="914400" lvl="1" indent="-317500" algn="l" rtl="0">
              <a:spcBef>
                <a:spcPts val="0"/>
              </a:spcBef>
              <a:spcAft>
                <a:spcPts val="0"/>
              </a:spcAft>
              <a:buSzPts val="1400"/>
              <a:buFont typeface="Nunito Light"/>
              <a:buChar char="○"/>
            </a:pPr>
            <a:r>
              <a:rPr lang="en"/>
              <a:t>Mars is full of iron oxide dust, which gives the planet its reddish cast</a:t>
            </a:r>
            <a:endParaRPr/>
          </a:p>
          <a:p>
            <a:pPr marL="457200" lvl="0" indent="-317500" algn="l" rtl="0">
              <a:spcBef>
                <a:spcPts val="1000"/>
              </a:spcBef>
              <a:spcAft>
                <a:spcPts val="0"/>
              </a:spcAft>
              <a:buSzPts val="1400"/>
              <a:buFont typeface="Nunito"/>
              <a:buChar char="●"/>
            </a:pPr>
            <a:r>
              <a:rPr lang="en"/>
              <a:t>AUTHOR. (YEAR). </a:t>
            </a:r>
            <a:r>
              <a:rPr lang="en" i="1"/>
              <a:t>Title of the publication</a:t>
            </a:r>
            <a:r>
              <a:rPr lang="en"/>
              <a:t>. Publisher</a:t>
            </a:r>
            <a:endParaRPr/>
          </a:p>
          <a:p>
            <a:pPr marL="914400" lvl="1" indent="-317500" algn="l" rtl="0">
              <a:spcBef>
                <a:spcPts val="0"/>
              </a:spcBef>
              <a:spcAft>
                <a:spcPts val="0"/>
              </a:spcAft>
              <a:buSzPts val="1400"/>
              <a:buFont typeface="Nunito Light"/>
              <a:buChar char="○"/>
            </a:pPr>
            <a:r>
              <a:rPr lang="en"/>
              <a:t>Jupiter is a gas giant and the biggest planet in the Solar System</a:t>
            </a:r>
            <a:endParaRPr/>
          </a:p>
          <a:p>
            <a:pPr marL="457200" lvl="0" indent="-317500" algn="l" rtl="0">
              <a:spcBef>
                <a:spcPts val="1000"/>
              </a:spcBef>
              <a:spcAft>
                <a:spcPts val="0"/>
              </a:spcAft>
              <a:buSzPts val="1400"/>
              <a:buFont typeface="Nunito"/>
              <a:buChar char="●"/>
            </a:pPr>
            <a:r>
              <a:rPr lang="en"/>
              <a:t>AUTHOR. (YEAR). </a:t>
            </a:r>
            <a:r>
              <a:rPr lang="en" i="1"/>
              <a:t>Title of the publication</a:t>
            </a:r>
            <a:r>
              <a:rPr lang="en"/>
              <a:t>. Publisher</a:t>
            </a:r>
            <a:endParaRPr/>
          </a:p>
          <a:p>
            <a:pPr marL="914400" lvl="1" indent="-317500" algn="l" rtl="0">
              <a:spcBef>
                <a:spcPts val="0"/>
              </a:spcBef>
              <a:spcAft>
                <a:spcPts val="0"/>
              </a:spcAft>
              <a:buSzPts val="1400"/>
              <a:buFont typeface="Nunito Light"/>
              <a:buChar char="○"/>
            </a:pPr>
            <a:r>
              <a:rPr lang="en"/>
              <a:t>Venus has a beautiful name and is the second planet from the Sun</a:t>
            </a:r>
            <a:endParaRPr/>
          </a:p>
          <a:p>
            <a:pPr marL="457200" lvl="0" indent="-317500" algn="l" rtl="0">
              <a:spcBef>
                <a:spcPts val="1000"/>
              </a:spcBef>
              <a:spcAft>
                <a:spcPts val="0"/>
              </a:spcAft>
              <a:buSzPts val="1400"/>
              <a:buFont typeface="Nunito"/>
              <a:buChar char="●"/>
            </a:pPr>
            <a:r>
              <a:rPr lang="en"/>
              <a:t>AUTHOR. (YEAR). </a:t>
            </a:r>
            <a:r>
              <a:rPr lang="en" i="1"/>
              <a:t>Title of the publication</a:t>
            </a:r>
            <a:r>
              <a:rPr lang="en"/>
              <a:t>. Publisher</a:t>
            </a:r>
            <a:endParaRPr/>
          </a:p>
          <a:p>
            <a:pPr marL="914400" lvl="1" indent="-317500" algn="l" rtl="0">
              <a:spcBef>
                <a:spcPts val="0"/>
              </a:spcBef>
              <a:spcAft>
                <a:spcPts val="0"/>
              </a:spcAft>
              <a:buSzPts val="1400"/>
              <a:buFont typeface="Nunito Light"/>
              <a:buChar char="○"/>
            </a:pPr>
            <a:r>
              <a:rPr lang="en"/>
              <a:t>Earth is the third planet from the Sun and harbors life</a:t>
            </a:r>
            <a:endParaRPr/>
          </a:p>
        </p:txBody>
      </p:sp>
      <p:sp>
        <p:nvSpPr>
          <p:cNvPr id="505" name="Google Shape;505;p4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Theoretical framework</a:t>
            </a:r>
            <a:endParaRPr/>
          </a:p>
        </p:txBody>
      </p:sp>
      <p:sp>
        <p:nvSpPr>
          <p:cNvPr id="511" name="Google Shape;511;p45"/>
          <p:cNvSpPr txBox="1"/>
          <p:nvPr/>
        </p:nvSpPr>
        <p:spPr>
          <a:xfrm>
            <a:off x="3867750" y="2188950"/>
            <a:ext cx="1739400" cy="7656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2"/>
                </a:solidFill>
                <a:latin typeface="Quicksand"/>
                <a:ea typeface="Quicksand"/>
                <a:cs typeface="Quicksand"/>
                <a:sym typeface="Quicksand"/>
              </a:rPr>
              <a:t>Theoretical framework</a:t>
            </a:r>
            <a:endParaRPr sz="2000" b="1">
              <a:solidFill>
                <a:schemeClr val="dk2"/>
              </a:solidFill>
              <a:latin typeface="Quicksand"/>
              <a:ea typeface="Quicksand"/>
              <a:cs typeface="Quicksand"/>
              <a:sym typeface="Quicksand"/>
            </a:endParaRPr>
          </a:p>
        </p:txBody>
      </p:sp>
      <p:sp>
        <p:nvSpPr>
          <p:cNvPr id="512" name="Google Shape;512;p45"/>
          <p:cNvSpPr txBox="1"/>
          <p:nvPr/>
        </p:nvSpPr>
        <p:spPr>
          <a:xfrm>
            <a:off x="6061798" y="3522300"/>
            <a:ext cx="2143200" cy="42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dk2"/>
                </a:solidFill>
                <a:latin typeface="Quicksand"/>
                <a:ea typeface="Quicksand"/>
                <a:cs typeface="Quicksand"/>
                <a:sym typeface="Quicksand"/>
              </a:rPr>
              <a:t>Key terms</a:t>
            </a:r>
            <a:endParaRPr sz="2000" b="1">
              <a:solidFill>
                <a:schemeClr val="dk2"/>
              </a:solidFill>
              <a:latin typeface="Quicksand"/>
              <a:ea typeface="Quicksand"/>
              <a:cs typeface="Quicksand"/>
              <a:sym typeface="Quicksand"/>
            </a:endParaRPr>
          </a:p>
        </p:txBody>
      </p:sp>
      <p:sp>
        <p:nvSpPr>
          <p:cNvPr id="513" name="Google Shape;513;p45"/>
          <p:cNvSpPr txBox="1"/>
          <p:nvPr/>
        </p:nvSpPr>
        <p:spPr>
          <a:xfrm>
            <a:off x="6061800" y="1137050"/>
            <a:ext cx="2362200" cy="42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dk2"/>
                </a:solidFill>
                <a:latin typeface="Quicksand"/>
                <a:ea typeface="Quicksand"/>
                <a:cs typeface="Quicksand"/>
                <a:sym typeface="Quicksand"/>
              </a:rPr>
              <a:t>Relevant theories</a:t>
            </a:r>
            <a:endParaRPr sz="2000" b="1">
              <a:solidFill>
                <a:schemeClr val="dk2"/>
              </a:solidFill>
              <a:latin typeface="Quicksand"/>
              <a:ea typeface="Quicksand"/>
              <a:cs typeface="Quicksand"/>
              <a:sym typeface="Quicksand"/>
            </a:endParaRPr>
          </a:p>
        </p:txBody>
      </p:sp>
      <p:sp>
        <p:nvSpPr>
          <p:cNvPr id="514" name="Google Shape;514;p45"/>
          <p:cNvSpPr txBox="1"/>
          <p:nvPr/>
        </p:nvSpPr>
        <p:spPr>
          <a:xfrm>
            <a:off x="6061800" y="3945000"/>
            <a:ext cx="2143200" cy="657600"/>
          </a:xfrm>
          <a:prstGeom prst="rect">
            <a:avLst/>
          </a:prstGeom>
          <a:noFill/>
          <a:ln>
            <a:noFill/>
          </a:ln>
        </p:spPr>
        <p:txBody>
          <a:bodyPr spcFirstLastPara="1" wrap="square" lIns="91425" tIns="91425" rIns="91425" bIns="91425" anchor="t" anchorCtr="0">
            <a:noAutofit/>
          </a:bodyPr>
          <a:lstStyle/>
          <a:p>
            <a:pPr marL="285750" lvl="0" indent="-317500" algn="l" rtl="0">
              <a:lnSpc>
                <a:spcPct val="115000"/>
              </a:lnSpc>
              <a:spcBef>
                <a:spcPts val="0"/>
              </a:spcBef>
              <a:spcAft>
                <a:spcPts val="0"/>
              </a:spcAft>
              <a:buClr>
                <a:schemeClr val="dk2"/>
              </a:buClr>
              <a:buSzPts val="1400"/>
              <a:buFont typeface="Mulish"/>
              <a:buChar char="●"/>
            </a:pPr>
            <a:r>
              <a:rPr lang="en">
                <a:solidFill>
                  <a:schemeClr val="dk1"/>
                </a:solidFill>
                <a:latin typeface="Mulish"/>
                <a:ea typeface="Mulish"/>
                <a:cs typeface="Mulish"/>
                <a:sym typeface="Mulish"/>
              </a:rPr>
              <a:t>Mercury is small</a:t>
            </a:r>
            <a:endParaRPr>
              <a:solidFill>
                <a:schemeClr val="dk1"/>
              </a:solidFill>
              <a:latin typeface="Mulish"/>
              <a:ea typeface="Mulish"/>
              <a:cs typeface="Mulish"/>
              <a:sym typeface="Mulish"/>
            </a:endParaRPr>
          </a:p>
          <a:p>
            <a:pPr marL="285750" lvl="0" indent="-317500" algn="l" rtl="0">
              <a:lnSpc>
                <a:spcPct val="115000"/>
              </a:lnSpc>
              <a:spcBef>
                <a:spcPts val="0"/>
              </a:spcBef>
              <a:spcAft>
                <a:spcPts val="0"/>
              </a:spcAft>
              <a:buClr>
                <a:schemeClr val="dk2"/>
              </a:buClr>
              <a:buSzPts val="1400"/>
              <a:buFont typeface="Mulish"/>
              <a:buChar char="●"/>
            </a:pPr>
            <a:r>
              <a:rPr lang="en">
                <a:solidFill>
                  <a:schemeClr val="dk1"/>
                </a:solidFill>
                <a:latin typeface="Mulish"/>
                <a:ea typeface="Mulish"/>
                <a:cs typeface="Mulish"/>
                <a:sym typeface="Mulish"/>
              </a:rPr>
              <a:t>Earth harbors life</a:t>
            </a:r>
            <a:endParaRPr>
              <a:solidFill>
                <a:schemeClr val="dk1"/>
              </a:solidFill>
              <a:latin typeface="Mulish"/>
              <a:ea typeface="Mulish"/>
              <a:cs typeface="Mulish"/>
              <a:sym typeface="Mulish"/>
            </a:endParaRPr>
          </a:p>
        </p:txBody>
      </p:sp>
      <p:sp>
        <p:nvSpPr>
          <p:cNvPr id="515" name="Google Shape;515;p45"/>
          <p:cNvSpPr txBox="1"/>
          <p:nvPr/>
        </p:nvSpPr>
        <p:spPr>
          <a:xfrm>
            <a:off x="6141400" y="1580213"/>
            <a:ext cx="21432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Theory 1</a:t>
            </a:r>
            <a:endParaRPr sz="1600" b="1">
              <a:solidFill>
                <a:schemeClr val="dk2"/>
              </a:solidFill>
              <a:latin typeface="Quicksand"/>
              <a:ea typeface="Quicksand"/>
              <a:cs typeface="Quicksand"/>
              <a:sym typeface="Quicksand"/>
            </a:endParaRPr>
          </a:p>
        </p:txBody>
      </p:sp>
      <p:sp>
        <p:nvSpPr>
          <p:cNvPr id="516" name="Google Shape;516;p45"/>
          <p:cNvSpPr txBox="1"/>
          <p:nvPr/>
        </p:nvSpPr>
        <p:spPr>
          <a:xfrm>
            <a:off x="6061800" y="1888888"/>
            <a:ext cx="2362200" cy="60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Saturn has a high number of moons, like Jupiter</a:t>
            </a:r>
            <a:endParaRPr>
              <a:solidFill>
                <a:schemeClr val="dk1"/>
              </a:solidFill>
              <a:latin typeface="Mulish"/>
              <a:ea typeface="Mulish"/>
              <a:cs typeface="Mulish"/>
              <a:sym typeface="Mulish"/>
            </a:endParaRPr>
          </a:p>
        </p:txBody>
      </p:sp>
      <p:sp>
        <p:nvSpPr>
          <p:cNvPr id="517" name="Google Shape;517;p45"/>
          <p:cNvSpPr txBox="1"/>
          <p:nvPr/>
        </p:nvSpPr>
        <p:spPr>
          <a:xfrm>
            <a:off x="6141400" y="2491598"/>
            <a:ext cx="21432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Theory 2</a:t>
            </a:r>
            <a:endParaRPr sz="1600" b="1">
              <a:solidFill>
                <a:schemeClr val="dk2"/>
              </a:solidFill>
              <a:latin typeface="Quicksand"/>
              <a:ea typeface="Quicksand"/>
              <a:cs typeface="Quicksand"/>
              <a:sym typeface="Quicksand"/>
            </a:endParaRPr>
          </a:p>
        </p:txBody>
      </p:sp>
      <p:sp>
        <p:nvSpPr>
          <p:cNvPr id="518" name="Google Shape;518;p45"/>
          <p:cNvSpPr txBox="1"/>
          <p:nvPr/>
        </p:nvSpPr>
        <p:spPr>
          <a:xfrm>
            <a:off x="6061800" y="2800275"/>
            <a:ext cx="2362200" cy="60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Neptune is very far away from the Sun</a:t>
            </a:r>
            <a:endParaRPr>
              <a:solidFill>
                <a:schemeClr val="dk1"/>
              </a:solidFill>
              <a:latin typeface="Mulish"/>
              <a:ea typeface="Mulish"/>
              <a:cs typeface="Mulish"/>
              <a:sym typeface="Mulish"/>
            </a:endParaRPr>
          </a:p>
        </p:txBody>
      </p:sp>
      <p:sp>
        <p:nvSpPr>
          <p:cNvPr id="519" name="Google Shape;519;p45"/>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18</a:t>
            </a:fld>
            <a:endParaRPr/>
          </a:p>
        </p:txBody>
      </p:sp>
      <p:cxnSp>
        <p:nvCxnSpPr>
          <p:cNvPr id="520" name="Google Shape;520;p45"/>
          <p:cNvCxnSpPr>
            <a:stCxn id="513" idx="1"/>
            <a:endCxn id="511" idx="3"/>
          </p:cNvCxnSpPr>
          <p:nvPr/>
        </p:nvCxnSpPr>
        <p:spPr>
          <a:xfrm flipH="1">
            <a:off x="5607300" y="1348400"/>
            <a:ext cx="454500" cy="1223400"/>
          </a:xfrm>
          <a:prstGeom prst="bentConnector3">
            <a:avLst>
              <a:gd name="adj1" fmla="val 50016"/>
            </a:avLst>
          </a:prstGeom>
          <a:noFill/>
          <a:ln w="19050" cap="flat" cmpd="sng">
            <a:solidFill>
              <a:schemeClr val="lt1"/>
            </a:solidFill>
            <a:prstDash val="solid"/>
            <a:round/>
            <a:headEnd type="oval" w="med" len="med"/>
            <a:tailEnd type="none" w="med" len="med"/>
          </a:ln>
        </p:spPr>
      </p:cxnSp>
      <p:cxnSp>
        <p:nvCxnSpPr>
          <p:cNvPr id="521" name="Google Shape;521;p45"/>
          <p:cNvCxnSpPr>
            <a:stCxn id="511" idx="3"/>
            <a:endCxn id="512" idx="1"/>
          </p:cNvCxnSpPr>
          <p:nvPr/>
        </p:nvCxnSpPr>
        <p:spPr>
          <a:xfrm>
            <a:off x="5607150" y="2571750"/>
            <a:ext cx="454500" cy="1161900"/>
          </a:xfrm>
          <a:prstGeom prst="bentConnector3">
            <a:avLst>
              <a:gd name="adj1" fmla="val 50016"/>
            </a:avLst>
          </a:prstGeom>
          <a:noFill/>
          <a:ln w="19050" cap="flat" cmpd="sng">
            <a:solidFill>
              <a:schemeClr val="lt1"/>
            </a:solidFill>
            <a:prstDash val="solid"/>
            <a:round/>
            <a:headEnd type="none" w="med" len="med"/>
            <a:tailEnd type="oval" w="med" len="med"/>
          </a:ln>
        </p:spPr>
      </p:cxnSp>
      <p:sp>
        <p:nvSpPr>
          <p:cNvPr id="522" name="Google Shape;522;p45"/>
          <p:cNvSpPr txBox="1"/>
          <p:nvPr/>
        </p:nvSpPr>
        <p:spPr>
          <a:xfrm>
            <a:off x="720005" y="1888000"/>
            <a:ext cx="2693100" cy="527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dk2"/>
                </a:solidFill>
                <a:latin typeface="Quicksand"/>
                <a:ea typeface="Quicksand"/>
                <a:cs typeface="Quicksand"/>
                <a:sym typeface="Quicksand"/>
              </a:rPr>
              <a:t>Our framework</a:t>
            </a:r>
            <a:endParaRPr sz="2000" b="1">
              <a:solidFill>
                <a:schemeClr val="dk2"/>
              </a:solidFill>
              <a:latin typeface="Quicksand"/>
              <a:ea typeface="Quicksand"/>
              <a:cs typeface="Quicksand"/>
              <a:sym typeface="Quicksand"/>
            </a:endParaRPr>
          </a:p>
        </p:txBody>
      </p:sp>
      <p:sp>
        <p:nvSpPr>
          <p:cNvPr id="523" name="Google Shape;523;p45"/>
          <p:cNvSpPr txBox="1"/>
          <p:nvPr/>
        </p:nvSpPr>
        <p:spPr>
          <a:xfrm>
            <a:off x="720000" y="2415700"/>
            <a:ext cx="2693100" cy="1073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Venus has a beautiful name and is the second planet from the Sun. It’s hot and has a poisonous atmosphere</a:t>
            </a:r>
            <a:endParaRPr>
              <a:solidFill>
                <a:schemeClr val="dk1"/>
              </a:solidFill>
              <a:latin typeface="Mulish"/>
              <a:ea typeface="Mulish"/>
              <a:cs typeface="Mulish"/>
              <a:sym typeface="Mulish"/>
            </a:endParaRPr>
          </a:p>
        </p:txBody>
      </p:sp>
      <p:cxnSp>
        <p:nvCxnSpPr>
          <p:cNvPr id="524" name="Google Shape;524;p45"/>
          <p:cNvCxnSpPr/>
          <p:nvPr/>
        </p:nvCxnSpPr>
        <p:spPr>
          <a:xfrm>
            <a:off x="3638750" y="1348400"/>
            <a:ext cx="0" cy="29754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aphicFrame>
        <p:nvGraphicFramePr>
          <p:cNvPr id="529" name="Google Shape;529;p46"/>
          <p:cNvGraphicFramePr/>
          <p:nvPr/>
        </p:nvGraphicFramePr>
        <p:xfrm>
          <a:off x="952500" y="1118499"/>
          <a:ext cx="3000000" cy="3000000"/>
        </p:xfrm>
        <a:graphic>
          <a:graphicData uri="http://schemas.openxmlformats.org/drawingml/2006/table">
            <a:tbl>
              <a:tblPr>
                <a:noFill/>
                <a:tableStyleId>{38147E4A-F1A0-4772-A7C4-912096BC5CC2}</a:tableStyleId>
              </a:tblPr>
              <a:tblGrid>
                <a:gridCol w="1206500">
                  <a:extLst>
                    <a:ext uri="{9D8B030D-6E8A-4147-A177-3AD203B41FA5}">
                      <a16:colId xmlns:a16="http://schemas.microsoft.com/office/drawing/2014/main" val="20000"/>
                    </a:ext>
                  </a:extLst>
                </a:gridCol>
                <a:gridCol w="12065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065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tblGrid>
              <a:tr h="412400">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412400">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412400">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chemeClr val="dk1"/>
                      </a:solidFill>
                      <a:prstDash val="dash"/>
                      <a:round/>
                      <a:headEnd type="none" w="sm" len="sm"/>
                      <a:tailEnd type="none" w="sm" len="sm"/>
                    </a:lnL>
                    <a:lnR w="9525" cap="flat" cmpd="sng">
                      <a:solidFill>
                        <a:schemeClr val="dk1"/>
                      </a:solidFill>
                      <a:prstDash val="dash"/>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75850">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Jan</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Feb</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Mar</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Apr</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May</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Quicksand"/>
                          <a:ea typeface="Quicksand"/>
                          <a:cs typeface="Quicksand"/>
                          <a:sym typeface="Quicksand"/>
                        </a:rPr>
                        <a:t>Jun</a:t>
                      </a:r>
                      <a:endParaRPr sz="1800" b="1">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44125">
                <a:tc>
                  <a:txBody>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Task</a:t>
                      </a:r>
                      <a:endParaRPr sz="1600" b="1">
                        <a:solidFill>
                          <a:schemeClr val="dk2"/>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gridSpan="2">
                  <a:txBody>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Description</a:t>
                      </a:r>
                      <a:endParaRPr sz="1600" b="1">
                        <a:solidFill>
                          <a:schemeClr val="dk2"/>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gridSpan="2">
                  <a:txBody>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Date</a:t>
                      </a:r>
                      <a:endParaRPr sz="1600" b="1">
                        <a:solidFill>
                          <a:schemeClr val="dk2"/>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a:txBody>
                    <a:bodyPr/>
                    <a:lstStyle/>
                    <a:p>
                      <a:pPr marL="0" lvl="0" indent="0" algn="l" rtl="0">
                        <a:spcBef>
                          <a:spcPts val="0"/>
                        </a:spcBef>
                        <a:spcAft>
                          <a:spcPts val="0"/>
                        </a:spcAft>
                        <a:buNone/>
                      </a:pPr>
                      <a:r>
                        <a:rPr lang="en" sz="1600" b="1">
                          <a:solidFill>
                            <a:schemeClr val="dk2"/>
                          </a:solidFill>
                          <a:latin typeface="Quicksand"/>
                          <a:ea typeface="Quicksand"/>
                          <a:cs typeface="Quicksand"/>
                          <a:sym typeface="Quicksand"/>
                        </a:rPr>
                        <a:t>Status</a:t>
                      </a:r>
                      <a:endParaRPr sz="1600" b="1">
                        <a:solidFill>
                          <a:schemeClr val="dk2"/>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44125">
                <a:tc>
                  <a:txBody>
                    <a:bodyPr/>
                    <a:lstStyle/>
                    <a:p>
                      <a:pPr marL="0" lvl="0" indent="0" algn="l" rtl="0">
                        <a:spcBef>
                          <a:spcPts val="0"/>
                        </a:spcBef>
                        <a:spcAft>
                          <a:spcPts val="0"/>
                        </a:spcAft>
                        <a:buNone/>
                      </a:pPr>
                      <a:r>
                        <a:rPr lang="en" sz="1600">
                          <a:solidFill>
                            <a:schemeClr val="dk1"/>
                          </a:solidFill>
                          <a:latin typeface="Quicksand"/>
                          <a:ea typeface="Quicksand"/>
                          <a:cs typeface="Quicksand"/>
                          <a:sym typeface="Quicksand"/>
                        </a:rPr>
                        <a:t>Task 1</a:t>
                      </a:r>
                      <a:endParaRPr sz="1600">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Mars is actually a cold place</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Jan 1 - Mar 15</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Completed</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444125">
                <a:tc>
                  <a:txBody>
                    <a:bodyPr/>
                    <a:lstStyle/>
                    <a:p>
                      <a:pPr marL="0" lvl="0" indent="0" algn="l" rtl="0">
                        <a:spcBef>
                          <a:spcPts val="0"/>
                        </a:spcBef>
                        <a:spcAft>
                          <a:spcPts val="0"/>
                        </a:spcAft>
                        <a:buNone/>
                      </a:pPr>
                      <a:r>
                        <a:rPr lang="en" sz="1600">
                          <a:solidFill>
                            <a:schemeClr val="dk1"/>
                          </a:solidFill>
                          <a:latin typeface="Quicksand"/>
                          <a:ea typeface="Quicksand"/>
                          <a:cs typeface="Quicksand"/>
                          <a:sym typeface="Quicksand"/>
                        </a:rPr>
                        <a:t>Task 2</a:t>
                      </a:r>
                      <a:endParaRPr sz="1600">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Earth harbors lots of life</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Feb 1 - Apr 30</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In progress</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444125">
                <a:tc>
                  <a:txBody>
                    <a:bodyPr/>
                    <a:lstStyle/>
                    <a:p>
                      <a:pPr marL="0" lvl="0" indent="0" algn="l" rtl="0">
                        <a:spcBef>
                          <a:spcPts val="0"/>
                        </a:spcBef>
                        <a:spcAft>
                          <a:spcPts val="0"/>
                        </a:spcAft>
                        <a:buNone/>
                      </a:pPr>
                      <a:r>
                        <a:rPr lang="en" sz="1600">
                          <a:solidFill>
                            <a:schemeClr val="dk1"/>
                          </a:solidFill>
                          <a:latin typeface="Quicksand"/>
                          <a:ea typeface="Quicksand"/>
                          <a:cs typeface="Quicksand"/>
                          <a:sym typeface="Quicksand"/>
                        </a:rPr>
                        <a:t>Task 3</a:t>
                      </a:r>
                      <a:endParaRPr sz="1600">
                        <a:solidFill>
                          <a:schemeClr val="dk1"/>
                        </a:solidFill>
                        <a:latin typeface="Quicksand"/>
                        <a:ea typeface="Quicksand"/>
                        <a:cs typeface="Quicksand"/>
                        <a:sym typeface="Quicksand"/>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Venus has a beautiful name</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gridSpan="2">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May 15 - Jun 30</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zh-TW"/>
                    </a:p>
                  </a:txBody>
                  <a:tcPr/>
                </a:tc>
                <a:tc>
                  <a:txBody>
                    <a:bodyPr/>
                    <a:lstStyle/>
                    <a:p>
                      <a:pPr marL="0" lvl="0" indent="0" algn="l" rtl="0">
                        <a:spcBef>
                          <a:spcPts val="0"/>
                        </a:spcBef>
                        <a:spcAft>
                          <a:spcPts val="0"/>
                        </a:spcAft>
                        <a:buNone/>
                      </a:pPr>
                      <a:r>
                        <a:rPr lang="en" sz="1200">
                          <a:solidFill>
                            <a:schemeClr val="dk1"/>
                          </a:solidFill>
                          <a:latin typeface="Mulish"/>
                          <a:ea typeface="Mulish"/>
                          <a:cs typeface="Mulish"/>
                          <a:sym typeface="Mulish"/>
                        </a:rPr>
                        <a:t>Delayed</a:t>
                      </a:r>
                      <a:endParaRPr sz="1200">
                        <a:solidFill>
                          <a:schemeClr val="dk1"/>
                        </a:solidFill>
                        <a:latin typeface="Mulish"/>
                        <a:ea typeface="Mulish"/>
                        <a:cs typeface="Mulish"/>
                        <a:sym typeface="Mulish"/>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530" name="Google Shape;530;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Schedule</a:t>
            </a:r>
            <a:endParaRPr/>
          </a:p>
        </p:txBody>
      </p:sp>
      <p:grpSp>
        <p:nvGrpSpPr>
          <p:cNvPr id="531" name="Google Shape;531;p46"/>
          <p:cNvGrpSpPr/>
          <p:nvPr/>
        </p:nvGrpSpPr>
        <p:grpSpPr>
          <a:xfrm>
            <a:off x="952500" y="1263343"/>
            <a:ext cx="2962500" cy="236700"/>
            <a:chOff x="952500" y="1389970"/>
            <a:chExt cx="2962500" cy="236700"/>
          </a:xfrm>
        </p:grpSpPr>
        <p:sp>
          <p:nvSpPr>
            <p:cNvPr id="532" name="Google Shape;532;p46"/>
            <p:cNvSpPr/>
            <p:nvPr/>
          </p:nvSpPr>
          <p:spPr>
            <a:xfrm>
              <a:off x="952500" y="1389970"/>
              <a:ext cx="29625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chemeClr val="dk1"/>
                </a:solidFill>
                <a:latin typeface="Mulish"/>
                <a:ea typeface="Mulish"/>
                <a:cs typeface="Mulish"/>
                <a:sym typeface="Mulish"/>
              </a:endParaRPr>
            </a:p>
          </p:txBody>
        </p:sp>
        <p:sp>
          <p:nvSpPr>
            <p:cNvPr id="533" name="Google Shape;533;p46"/>
            <p:cNvSpPr/>
            <p:nvPr/>
          </p:nvSpPr>
          <p:spPr>
            <a:xfrm>
              <a:off x="952500" y="1389970"/>
              <a:ext cx="24888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Mulish"/>
                  <a:ea typeface="Mulish"/>
                  <a:cs typeface="Mulish"/>
                  <a:sym typeface="Mulish"/>
                </a:rPr>
                <a:t>Neptune is far away from Earth</a:t>
              </a:r>
              <a:endParaRPr sz="1200">
                <a:solidFill>
                  <a:schemeClr val="dk1"/>
                </a:solidFill>
                <a:latin typeface="Mulish"/>
                <a:ea typeface="Mulish"/>
                <a:cs typeface="Mulish"/>
                <a:sym typeface="Mulish"/>
              </a:endParaRPr>
            </a:p>
          </p:txBody>
        </p:sp>
      </p:grpSp>
      <p:sp>
        <p:nvSpPr>
          <p:cNvPr id="534" name="Google Shape;534;p46"/>
          <p:cNvSpPr/>
          <p:nvPr/>
        </p:nvSpPr>
        <p:spPr>
          <a:xfrm>
            <a:off x="952500" y="1070918"/>
            <a:ext cx="720000" cy="192300"/>
          </a:xfrm>
          <a:prstGeom prst="roundRect">
            <a:avLst>
              <a:gd name="adj" fmla="val 0"/>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Quicksand"/>
                <a:ea typeface="Quicksand"/>
                <a:cs typeface="Quicksand"/>
                <a:sym typeface="Quicksand"/>
              </a:rPr>
              <a:t>Task 1</a:t>
            </a:r>
            <a:endParaRPr sz="1200" b="1">
              <a:solidFill>
                <a:schemeClr val="dk2"/>
              </a:solidFill>
              <a:latin typeface="Quicksand"/>
              <a:ea typeface="Quicksand"/>
              <a:cs typeface="Quicksand"/>
              <a:sym typeface="Quicksand"/>
            </a:endParaRPr>
          </a:p>
        </p:txBody>
      </p:sp>
      <p:grpSp>
        <p:nvGrpSpPr>
          <p:cNvPr id="535" name="Google Shape;535;p46"/>
          <p:cNvGrpSpPr/>
          <p:nvPr/>
        </p:nvGrpSpPr>
        <p:grpSpPr>
          <a:xfrm>
            <a:off x="2156893" y="1689721"/>
            <a:ext cx="3621656" cy="236700"/>
            <a:chOff x="952500" y="1389970"/>
            <a:chExt cx="2962500" cy="236700"/>
          </a:xfrm>
        </p:grpSpPr>
        <p:sp>
          <p:nvSpPr>
            <p:cNvPr id="536" name="Google Shape;536;p46"/>
            <p:cNvSpPr/>
            <p:nvPr/>
          </p:nvSpPr>
          <p:spPr>
            <a:xfrm>
              <a:off x="952500" y="1389970"/>
              <a:ext cx="29625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chemeClr val="dk1"/>
                </a:solidFill>
                <a:latin typeface="Mulish"/>
                <a:ea typeface="Mulish"/>
                <a:cs typeface="Mulish"/>
                <a:sym typeface="Mulish"/>
              </a:endParaRPr>
            </a:p>
          </p:txBody>
        </p:sp>
        <p:sp>
          <p:nvSpPr>
            <p:cNvPr id="537" name="Google Shape;537;p46"/>
            <p:cNvSpPr/>
            <p:nvPr/>
          </p:nvSpPr>
          <p:spPr>
            <a:xfrm>
              <a:off x="952504" y="1389970"/>
              <a:ext cx="19755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Mulish"/>
                  <a:ea typeface="Mulish"/>
                  <a:cs typeface="Mulish"/>
                  <a:sym typeface="Mulish"/>
                </a:rPr>
                <a:t>Mercury is a very small planet</a:t>
              </a:r>
              <a:endParaRPr sz="1200">
                <a:solidFill>
                  <a:schemeClr val="dk1"/>
                </a:solidFill>
                <a:latin typeface="Mulish"/>
                <a:ea typeface="Mulish"/>
                <a:cs typeface="Mulish"/>
                <a:sym typeface="Mulish"/>
              </a:endParaRPr>
            </a:p>
          </p:txBody>
        </p:sp>
      </p:grpSp>
      <p:sp>
        <p:nvSpPr>
          <p:cNvPr id="538" name="Google Shape;538;p46"/>
          <p:cNvSpPr/>
          <p:nvPr/>
        </p:nvSpPr>
        <p:spPr>
          <a:xfrm>
            <a:off x="2156899" y="1497419"/>
            <a:ext cx="720000" cy="192300"/>
          </a:xfrm>
          <a:prstGeom prst="roundRect">
            <a:avLst>
              <a:gd name="adj" fmla="val 0"/>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Quicksand"/>
                <a:ea typeface="Quicksand"/>
                <a:cs typeface="Quicksand"/>
                <a:sym typeface="Quicksand"/>
              </a:rPr>
              <a:t>Task 2</a:t>
            </a:r>
            <a:endParaRPr sz="1200" b="1">
              <a:solidFill>
                <a:schemeClr val="dk2"/>
              </a:solidFill>
              <a:latin typeface="Quicksand"/>
              <a:ea typeface="Quicksand"/>
              <a:cs typeface="Quicksand"/>
              <a:sym typeface="Quicksand"/>
            </a:endParaRPr>
          </a:p>
        </p:txBody>
      </p:sp>
      <p:grpSp>
        <p:nvGrpSpPr>
          <p:cNvPr id="539" name="Google Shape;539;p46"/>
          <p:cNvGrpSpPr/>
          <p:nvPr/>
        </p:nvGrpSpPr>
        <p:grpSpPr>
          <a:xfrm>
            <a:off x="6335025" y="2116349"/>
            <a:ext cx="1857591" cy="236700"/>
            <a:chOff x="2395528" y="1389969"/>
            <a:chExt cx="1519502" cy="236700"/>
          </a:xfrm>
        </p:grpSpPr>
        <p:sp>
          <p:nvSpPr>
            <p:cNvPr id="540" name="Google Shape;540;p46"/>
            <p:cNvSpPr/>
            <p:nvPr/>
          </p:nvSpPr>
          <p:spPr>
            <a:xfrm>
              <a:off x="2395530" y="1389969"/>
              <a:ext cx="15195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chemeClr val="dk1"/>
                </a:solidFill>
                <a:latin typeface="Mulish"/>
                <a:ea typeface="Mulish"/>
                <a:cs typeface="Mulish"/>
                <a:sym typeface="Mulish"/>
              </a:endParaRPr>
            </a:p>
          </p:txBody>
        </p:sp>
        <p:sp>
          <p:nvSpPr>
            <p:cNvPr id="541" name="Google Shape;541;p46"/>
            <p:cNvSpPr/>
            <p:nvPr/>
          </p:nvSpPr>
          <p:spPr>
            <a:xfrm>
              <a:off x="2395528" y="1389969"/>
              <a:ext cx="1398300" cy="236700"/>
            </a:xfrm>
            <a:prstGeom prst="roundRect">
              <a:avLst>
                <a:gd name="adj" fmla="val 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Mulish"/>
                  <a:ea typeface="Mulish"/>
                  <a:cs typeface="Mulish"/>
                  <a:sym typeface="Mulish"/>
                </a:rPr>
                <a:t>Saturn is a gas giant</a:t>
              </a:r>
              <a:endParaRPr sz="1200">
                <a:solidFill>
                  <a:schemeClr val="dk1"/>
                </a:solidFill>
                <a:latin typeface="Mulish"/>
                <a:ea typeface="Mulish"/>
                <a:cs typeface="Mulish"/>
                <a:sym typeface="Mulish"/>
              </a:endParaRPr>
            </a:p>
          </p:txBody>
        </p:sp>
      </p:grpSp>
      <p:sp>
        <p:nvSpPr>
          <p:cNvPr id="542" name="Google Shape;542;p46"/>
          <p:cNvSpPr/>
          <p:nvPr/>
        </p:nvSpPr>
        <p:spPr>
          <a:xfrm>
            <a:off x="6323504" y="1923920"/>
            <a:ext cx="720000" cy="192300"/>
          </a:xfrm>
          <a:prstGeom prst="roundRect">
            <a:avLst>
              <a:gd name="adj" fmla="val 0"/>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Quicksand"/>
                <a:ea typeface="Quicksand"/>
                <a:cs typeface="Quicksand"/>
                <a:sym typeface="Quicksand"/>
              </a:rPr>
              <a:t>Task 3</a:t>
            </a:r>
            <a:endParaRPr sz="1200" b="1">
              <a:solidFill>
                <a:schemeClr val="dk2"/>
              </a:solidFill>
              <a:latin typeface="Quicksand"/>
              <a:ea typeface="Quicksand"/>
              <a:cs typeface="Quicksand"/>
              <a:sym typeface="Quicksand"/>
            </a:endParaRPr>
          </a:p>
        </p:txBody>
      </p:sp>
      <p:sp>
        <p:nvSpPr>
          <p:cNvPr id="543" name="Google Shape;543;p46"/>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Methodology</a:t>
            </a:r>
            <a:endParaRPr/>
          </a:p>
        </p:txBody>
      </p:sp>
      <p:sp>
        <p:nvSpPr>
          <p:cNvPr id="549" name="Google Shape;549;p47"/>
          <p:cNvSpPr/>
          <p:nvPr/>
        </p:nvSpPr>
        <p:spPr>
          <a:xfrm>
            <a:off x="2383368" y="3954250"/>
            <a:ext cx="585300" cy="5853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47"/>
          <p:cNvSpPr/>
          <p:nvPr/>
        </p:nvSpPr>
        <p:spPr>
          <a:xfrm>
            <a:off x="2383368" y="3035038"/>
            <a:ext cx="585300" cy="5853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47"/>
          <p:cNvSpPr/>
          <p:nvPr/>
        </p:nvSpPr>
        <p:spPr>
          <a:xfrm>
            <a:off x="2383368" y="2112699"/>
            <a:ext cx="585300" cy="5853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47"/>
          <p:cNvSpPr/>
          <p:nvPr/>
        </p:nvSpPr>
        <p:spPr>
          <a:xfrm>
            <a:off x="2383368" y="1192000"/>
            <a:ext cx="585300" cy="5853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47"/>
          <p:cNvSpPr txBox="1"/>
          <p:nvPr/>
        </p:nvSpPr>
        <p:spPr>
          <a:xfrm>
            <a:off x="5254480" y="1125475"/>
            <a:ext cx="3293100" cy="7161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Mercury is the closest planet to the Sun and the smallest one in the Solar System—it’s only a bit larger than the Moon</a:t>
            </a:r>
            <a:endParaRPr sz="1200">
              <a:solidFill>
                <a:schemeClr val="dk1"/>
              </a:solidFill>
              <a:latin typeface="Mulish"/>
              <a:ea typeface="Mulish"/>
              <a:cs typeface="Mulish"/>
              <a:sym typeface="Mulish"/>
            </a:endParaRPr>
          </a:p>
        </p:txBody>
      </p:sp>
      <p:sp>
        <p:nvSpPr>
          <p:cNvPr id="554" name="Google Shape;554;p47"/>
          <p:cNvSpPr txBox="1"/>
          <p:nvPr/>
        </p:nvSpPr>
        <p:spPr>
          <a:xfrm>
            <a:off x="5250578" y="2053892"/>
            <a:ext cx="3293100" cy="70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Venus has a beautiful name and is the second planet from the Sun. It’s terribly hot—even hotter than Mercury</a:t>
            </a:r>
            <a:endParaRPr sz="1200">
              <a:solidFill>
                <a:schemeClr val="dk1"/>
              </a:solidFill>
              <a:latin typeface="Mulish"/>
              <a:ea typeface="Mulish"/>
              <a:cs typeface="Mulish"/>
              <a:sym typeface="Mulish"/>
            </a:endParaRPr>
          </a:p>
        </p:txBody>
      </p:sp>
      <p:sp>
        <p:nvSpPr>
          <p:cNvPr id="555" name="Google Shape;555;p47"/>
          <p:cNvSpPr txBox="1"/>
          <p:nvPr/>
        </p:nvSpPr>
        <p:spPr>
          <a:xfrm>
            <a:off x="5250575" y="2973008"/>
            <a:ext cx="3293100" cy="699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Despite being red, Mars is actually a cold place. It’s full of iron oxide dust, which gives the planet its reddish cast</a:t>
            </a:r>
            <a:endParaRPr sz="1200">
              <a:solidFill>
                <a:schemeClr val="dk1"/>
              </a:solidFill>
              <a:latin typeface="Mulish"/>
              <a:ea typeface="Mulish"/>
              <a:cs typeface="Mulish"/>
              <a:sym typeface="Mulish"/>
            </a:endParaRPr>
          </a:p>
        </p:txBody>
      </p:sp>
      <p:sp>
        <p:nvSpPr>
          <p:cNvPr id="556" name="Google Shape;556;p47"/>
          <p:cNvSpPr txBox="1"/>
          <p:nvPr/>
        </p:nvSpPr>
        <p:spPr>
          <a:xfrm>
            <a:off x="5254480" y="3885225"/>
            <a:ext cx="3293100" cy="7161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200">
                <a:solidFill>
                  <a:schemeClr val="dk1"/>
                </a:solidFill>
                <a:latin typeface="Mulish"/>
                <a:ea typeface="Mulish"/>
                <a:cs typeface="Mulish"/>
                <a:sym typeface="Mulish"/>
              </a:rPr>
              <a:t>Jupiter is a gas giant and the biggest planet in the Solar System. It’s also the fourth-brightest object in the night sky</a:t>
            </a:r>
            <a:endParaRPr sz="1200">
              <a:solidFill>
                <a:schemeClr val="dk1"/>
              </a:solidFill>
              <a:latin typeface="Mulish"/>
              <a:ea typeface="Mulish"/>
              <a:cs typeface="Mulish"/>
              <a:sym typeface="Mulish"/>
            </a:endParaRPr>
          </a:p>
        </p:txBody>
      </p:sp>
      <p:sp>
        <p:nvSpPr>
          <p:cNvPr id="557" name="Google Shape;557;p47"/>
          <p:cNvSpPr txBox="1"/>
          <p:nvPr/>
        </p:nvSpPr>
        <p:spPr>
          <a:xfrm>
            <a:off x="720000" y="2586275"/>
            <a:ext cx="1374900" cy="4782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2"/>
                </a:solidFill>
                <a:latin typeface="Quicksand"/>
                <a:ea typeface="Quicksand"/>
                <a:cs typeface="Quicksand"/>
                <a:sym typeface="Quicksand"/>
              </a:rPr>
              <a:t>Mercury</a:t>
            </a:r>
            <a:endParaRPr sz="2000" b="1">
              <a:solidFill>
                <a:schemeClr val="dk2"/>
              </a:solidFill>
              <a:latin typeface="Quicksand"/>
              <a:ea typeface="Quicksand"/>
              <a:cs typeface="Quicksand"/>
              <a:sym typeface="Quicksand"/>
            </a:endParaRPr>
          </a:p>
        </p:txBody>
      </p:sp>
      <p:cxnSp>
        <p:nvCxnSpPr>
          <p:cNvPr id="558" name="Google Shape;558;p47"/>
          <p:cNvCxnSpPr>
            <a:stCxn id="557" idx="0"/>
            <a:endCxn id="552" idx="2"/>
          </p:cNvCxnSpPr>
          <p:nvPr/>
        </p:nvCxnSpPr>
        <p:spPr>
          <a:xfrm rot="-5400000">
            <a:off x="1344600" y="1547525"/>
            <a:ext cx="1101600" cy="975900"/>
          </a:xfrm>
          <a:prstGeom prst="bentConnector2">
            <a:avLst/>
          </a:prstGeom>
          <a:noFill/>
          <a:ln w="19050" cap="flat" cmpd="sng">
            <a:solidFill>
              <a:schemeClr val="lt1"/>
            </a:solidFill>
            <a:prstDash val="solid"/>
            <a:round/>
            <a:headEnd type="none" w="med" len="med"/>
            <a:tailEnd type="oval" w="med" len="med"/>
          </a:ln>
        </p:spPr>
      </p:cxnSp>
      <p:cxnSp>
        <p:nvCxnSpPr>
          <p:cNvPr id="559" name="Google Shape;559;p47"/>
          <p:cNvCxnSpPr>
            <a:stCxn id="557" idx="2"/>
            <a:endCxn id="549" idx="2"/>
          </p:cNvCxnSpPr>
          <p:nvPr/>
        </p:nvCxnSpPr>
        <p:spPr>
          <a:xfrm rot="-5400000" flipH="1">
            <a:off x="1304250" y="3167675"/>
            <a:ext cx="1182300" cy="975900"/>
          </a:xfrm>
          <a:prstGeom prst="bentConnector2">
            <a:avLst/>
          </a:prstGeom>
          <a:noFill/>
          <a:ln w="19050" cap="flat" cmpd="sng">
            <a:solidFill>
              <a:schemeClr val="lt1"/>
            </a:solidFill>
            <a:prstDash val="solid"/>
            <a:round/>
            <a:headEnd type="none" w="med" len="med"/>
            <a:tailEnd type="oval" w="med" len="med"/>
          </a:ln>
        </p:spPr>
      </p:cxnSp>
      <p:cxnSp>
        <p:nvCxnSpPr>
          <p:cNvPr id="560" name="Google Shape;560;p47"/>
          <p:cNvCxnSpPr>
            <a:stCxn id="557" idx="3"/>
            <a:endCxn id="551" idx="2"/>
          </p:cNvCxnSpPr>
          <p:nvPr/>
        </p:nvCxnSpPr>
        <p:spPr>
          <a:xfrm rot="10800000" flipH="1">
            <a:off x="2094900" y="2405375"/>
            <a:ext cx="288600" cy="420000"/>
          </a:xfrm>
          <a:prstGeom prst="bentConnector3">
            <a:avLst>
              <a:gd name="adj1" fmla="val 49977"/>
            </a:avLst>
          </a:prstGeom>
          <a:noFill/>
          <a:ln w="19050" cap="flat" cmpd="sng">
            <a:solidFill>
              <a:schemeClr val="lt1"/>
            </a:solidFill>
            <a:prstDash val="solid"/>
            <a:round/>
            <a:headEnd type="none" w="med" len="med"/>
            <a:tailEnd type="oval" w="med" len="med"/>
          </a:ln>
        </p:spPr>
      </p:cxnSp>
      <p:cxnSp>
        <p:nvCxnSpPr>
          <p:cNvPr id="561" name="Google Shape;561;p47"/>
          <p:cNvCxnSpPr>
            <a:stCxn id="557" idx="3"/>
            <a:endCxn id="550" idx="2"/>
          </p:cNvCxnSpPr>
          <p:nvPr/>
        </p:nvCxnSpPr>
        <p:spPr>
          <a:xfrm>
            <a:off x="2094900" y="2825375"/>
            <a:ext cx="288600" cy="502200"/>
          </a:xfrm>
          <a:prstGeom prst="bentConnector3">
            <a:avLst>
              <a:gd name="adj1" fmla="val 49977"/>
            </a:avLst>
          </a:prstGeom>
          <a:noFill/>
          <a:ln w="19050" cap="flat" cmpd="sng">
            <a:solidFill>
              <a:schemeClr val="lt1"/>
            </a:solidFill>
            <a:prstDash val="solid"/>
            <a:round/>
            <a:headEnd type="none" w="med" len="med"/>
            <a:tailEnd type="oval" w="med" len="med"/>
          </a:ln>
        </p:spPr>
      </p:cxnSp>
      <p:sp>
        <p:nvSpPr>
          <p:cNvPr id="562" name="Google Shape;562;p47"/>
          <p:cNvSpPr txBox="1"/>
          <p:nvPr/>
        </p:nvSpPr>
        <p:spPr>
          <a:xfrm>
            <a:off x="3030624" y="1204075"/>
            <a:ext cx="1946100" cy="558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2"/>
                </a:solidFill>
                <a:latin typeface="Quicksand"/>
                <a:ea typeface="Quicksand"/>
                <a:cs typeface="Quicksand"/>
                <a:sym typeface="Quicksand"/>
              </a:rPr>
              <a:t>Type of data</a:t>
            </a:r>
            <a:endParaRPr sz="1800" b="1">
              <a:solidFill>
                <a:schemeClr val="dk2"/>
              </a:solidFill>
              <a:latin typeface="Quicksand"/>
              <a:ea typeface="Quicksand"/>
              <a:cs typeface="Quicksand"/>
              <a:sym typeface="Quicksand"/>
            </a:endParaRPr>
          </a:p>
        </p:txBody>
      </p:sp>
      <p:sp>
        <p:nvSpPr>
          <p:cNvPr id="563" name="Google Shape;563;p47"/>
          <p:cNvSpPr txBox="1"/>
          <p:nvPr/>
        </p:nvSpPr>
        <p:spPr>
          <a:xfrm>
            <a:off x="3030624" y="2127842"/>
            <a:ext cx="1946100" cy="558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2"/>
                </a:solidFill>
                <a:latin typeface="Quicksand"/>
                <a:ea typeface="Quicksand"/>
                <a:cs typeface="Quicksand"/>
                <a:sym typeface="Quicksand"/>
              </a:rPr>
              <a:t>Motives</a:t>
            </a:r>
            <a:endParaRPr sz="1800" b="1">
              <a:solidFill>
                <a:schemeClr val="dk2"/>
              </a:solidFill>
              <a:latin typeface="Quicksand"/>
              <a:ea typeface="Quicksand"/>
              <a:cs typeface="Quicksand"/>
              <a:sym typeface="Quicksand"/>
            </a:endParaRPr>
          </a:p>
        </p:txBody>
      </p:sp>
      <p:sp>
        <p:nvSpPr>
          <p:cNvPr id="564" name="Google Shape;564;p47"/>
          <p:cNvSpPr txBox="1"/>
          <p:nvPr/>
        </p:nvSpPr>
        <p:spPr>
          <a:xfrm>
            <a:off x="3030624" y="3043508"/>
            <a:ext cx="1946100" cy="558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2"/>
                </a:solidFill>
                <a:latin typeface="Quicksand"/>
                <a:ea typeface="Quicksand"/>
                <a:cs typeface="Quicksand"/>
                <a:sym typeface="Quicksand"/>
              </a:rPr>
              <a:t>Data collection</a:t>
            </a:r>
            <a:endParaRPr sz="1800" b="1">
              <a:solidFill>
                <a:schemeClr val="dk2"/>
              </a:solidFill>
              <a:latin typeface="Quicksand"/>
              <a:ea typeface="Quicksand"/>
              <a:cs typeface="Quicksand"/>
              <a:sym typeface="Quicksand"/>
            </a:endParaRPr>
          </a:p>
        </p:txBody>
      </p:sp>
      <p:sp>
        <p:nvSpPr>
          <p:cNvPr id="565" name="Google Shape;565;p47"/>
          <p:cNvSpPr txBox="1"/>
          <p:nvPr/>
        </p:nvSpPr>
        <p:spPr>
          <a:xfrm>
            <a:off x="3030624" y="3963825"/>
            <a:ext cx="1946100" cy="558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2"/>
                </a:solidFill>
                <a:latin typeface="Quicksand"/>
                <a:ea typeface="Quicksand"/>
                <a:cs typeface="Quicksand"/>
                <a:sym typeface="Quicksand"/>
              </a:rPr>
              <a:t>Sampling</a:t>
            </a:r>
            <a:endParaRPr sz="1800" b="1">
              <a:solidFill>
                <a:schemeClr val="dk2"/>
              </a:solidFill>
              <a:latin typeface="Quicksand"/>
              <a:ea typeface="Quicksand"/>
              <a:cs typeface="Quicksand"/>
              <a:sym typeface="Quicksand"/>
            </a:endParaRPr>
          </a:p>
        </p:txBody>
      </p:sp>
      <p:sp>
        <p:nvSpPr>
          <p:cNvPr id="566" name="Google Shape;566;p47"/>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20</a:t>
            </a:fld>
            <a:endParaRPr/>
          </a:p>
        </p:txBody>
      </p:sp>
      <p:cxnSp>
        <p:nvCxnSpPr>
          <p:cNvPr id="567" name="Google Shape;567;p47"/>
          <p:cNvCxnSpPr>
            <a:stCxn id="562" idx="3"/>
            <a:endCxn id="553" idx="1"/>
          </p:cNvCxnSpPr>
          <p:nvPr/>
        </p:nvCxnSpPr>
        <p:spPr>
          <a:xfrm>
            <a:off x="4976724" y="1483525"/>
            <a:ext cx="277800" cy="600"/>
          </a:xfrm>
          <a:prstGeom prst="bentConnector3">
            <a:avLst>
              <a:gd name="adj1" fmla="val 49992"/>
            </a:avLst>
          </a:prstGeom>
          <a:noFill/>
          <a:ln w="19050" cap="flat" cmpd="sng">
            <a:solidFill>
              <a:schemeClr val="lt1"/>
            </a:solidFill>
            <a:prstDash val="solid"/>
            <a:round/>
            <a:headEnd type="none" w="med" len="med"/>
            <a:tailEnd type="oval" w="med" len="med"/>
          </a:ln>
        </p:spPr>
      </p:cxnSp>
      <p:cxnSp>
        <p:nvCxnSpPr>
          <p:cNvPr id="568" name="Google Shape;568;p47"/>
          <p:cNvCxnSpPr>
            <a:stCxn id="563" idx="3"/>
            <a:endCxn id="554" idx="1"/>
          </p:cNvCxnSpPr>
          <p:nvPr/>
        </p:nvCxnSpPr>
        <p:spPr>
          <a:xfrm>
            <a:off x="4976724" y="2407292"/>
            <a:ext cx="273900" cy="600"/>
          </a:xfrm>
          <a:prstGeom prst="bentConnector3">
            <a:avLst>
              <a:gd name="adj1" fmla="val 49992"/>
            </a:avLst>
          </a:prstGeom>
          <a:noFill/>
          <a:ln w="19050" cap="flat" cmpd="sng">
            <a:solidFill>
              <a:schemeClr val="lt1"/>
            </a:solidFill>
            <a:prstDash val="solid"/>
            <a:round/>
            <a:headEnd type="none" w="med" len="med"/>
            <a:tailEnd type="oval" w="med" len="med"/>
          </a:ln>
        </p:spPr>
      </p:cxnSp>
      <p:cxnSp>
        <p:nvCxnSpPr>
          <p:cNvPr id="569" name="Google Shape;569;p47"/>
          <p:cNvCxnSpPr>
            <a:stCxn id="564" idx="3"/>
            <a:endCxn id="555" idx="1"/>
          </p:cNvCxnSpPr>
          <p:nvPr/>
        </p:nvCxnSpPr>
        <p:spPr>
          <a:xfrm>
            <a:off x="4976724" y="3322958"/>
            <a:ext cx="273900" cy="600"/>
          </a:xfrm>
          <a:prstGeom prst="bentConnector3">
            <a:avLst>
              <a:gd name="adj1" fmla="val 49991"/>
            </a:avLst>
          </a:prstGeom>
          <a:noFill/>
          <a:ln w="19050" cap="flat" cmpd="sng">
            <a:solidFill>
              <a:schemeClr val="lt1"/>
            </a:solidFill>
            <a:prstDash val="solid"/>
            <a:round/>
            <a:headEnd type="none" w="med" len="med"/>
            <a:tailEnd type="oval" w="med" len="med"/>
          </a:ln>
        </p:spPr>
      </p:cxnSp>
      <p:cxnSp>
        <p:nvCxnSpPr>
          <p:cNvPr id="570" name="Google Shape;570;p47"/>
          <p:cNvCxnSpPr>
            <a:stCxn id="565" idx="3"/>
            <a:endCxn id="556" idx="1"/>
          </p:cNvCxnSpPr>
          <p:nvPr/>
        </p:nvCxnSpPr>
        <p:spPr>
          <a:xfrm>
            <a:off x="4976724" y="4243275"/>
            <a:ext cx="277800" cy="600"/>
          </a:xfrm>
          <a:prstGeom prst="bentConnector3">
            <a:avLst>
              <a:gd name="adj1" fmla="val 49992"/>
            </a:avLst>
          </a:prstGeom>
          <a:noFill/>
          <a:ln w="19050" cap="flat" cmpd="sng">
            <a:solidFill>
              <a:schemeClr val="lt1"/>
            </a:solidFill>
            <a:prstDash val="solid"/>
            <a:round/>
            <a:headEnd type="none" w="med" len="med"/>
            <a:tailEnd type="oval" w="med" len="med"/>
          </a:ln>
        </p:spPr>
      </p:cxnSp>
      <p:sp>
        <p:nvSpPr>
          <p:cNvPr id="571" name="Google Shape;571;p47"/>
          <p:cNvSpPr/>
          <p:nvPr/>
        </p:nvSpPr>
        <p:spPr>
          <a:xfrm>
            <a:off x="2485416" y="1328417"/>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2" name="Google Shape;572;p47"/>
          <p:cNvGrpSpPr/>
          <p:nvPr/>
        </p:nvGrpSpPr>
        <p:grpSpPr>
          <a:xfrm>
            <a:off x="2540413" y="3134580"/>
            <a:ext cx="271213" cy="383088"/>
            <a:chOff x="1333682" y="3344330"/>
            <a:chExt cx="271213" cy="383088"/>
          </a:xfrm>
        </p:grpSpPr>
        <p:sp>
          <p:nvSpPr>
            <p:cNvPr id="573" name="Google Shape;573;p47"/>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47"/>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47"/>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47"/>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47"/>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47"/>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47"/>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47"/>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47"/>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47"/>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47"/>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47"/>
          <p:cNvGrpSpPr/>
          <p:nvPr/>
        </p:nvGrpSpPr>
        <p:grpSpPr>
          <a:xfrm>
            <a:off x="2515949" y="2209887"/>
            <a:ext cx="320143" cy="392581"/>
            <a:chOff x="3086313" y="2877049"/>
            <a:chExt cx="320143" cy="392581"/>
          </a:xfrm>
        </p:grpSpPr>
        <p:sp>
          <p:nvSpPr>
            <p:cNvPr id="585" name="Google Shape;585;p47"/>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47"/>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47"/>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47"/>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47"/>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7"/>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47"/>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47"/>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47"/>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7"/>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47"/>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47"/>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 name="Google Shape;597;p47"/>
          <p:cNvGrpSpPr/>
          <p:nvPr/>
        </p:nvGrpSpPr>
        <p:grpSpPr>
          <a:xfrm>
            <a:off x="2494909" y="4066347"/>
            <a:ext cx="362223" cy="361108"/>
            <a:chOff x="3513010" y="3816134"/>
            <a:chExt cx="362223" cy="361108"/>
          </a:xfrm>
        </p:grpSpPr>
        <p:sp>
          <p:nvSpPr>
            <p:cNvPr id="598" name="Google Shape;598;p47"/>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47"/>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47"/>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47"/>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Analysis &amp; development</a:t>
            </a:r>
            <a:endParaRPr/>
          </a:p>
        </p:txBody>
      </p:sp>
      <p:sp>
        <p:nvSpPr>
          <p:cNvPr id="607" name="Google Shape;607;p48"/>
          <p:cNvSpPr txBox="1">
            <a:spLocks noGrp="1"/>
          </p:cNvSpPr>
          <p:nvPr>
            <p:ph type="subTitle" idx="1"/>
          </p:nvPr>
        </p:nvSpPr>
        <p:spPr>
          <a:xfrm>
            <a:off x="4747387" y="1872353"/>
            <a:ext cx="3698100" cy="2736300"/>
          </a:xfrm>
          <a:prstGeom prst="rect">
            <a:avLst/>
          </a:prstGeom>
        </p:spPr>
        <p:txBody>
          <a:bodyPr spcFirstLastPara="1" wrap="square" lIns="91425" tIns="91425" rIns="91425" bIns="91425" anchor="t" anchorCtr="0">
            <a:noAutofit/>
          </a:bodyPr>
          <a:lstStyle/>
          <a:p>
            <a:pPr marL="314325" lvl="0" indent="-317500" algn="l" rtl="0">
              <a:spcBef>
                <a:spcPts val="0"/>
              </a:spcBef>
              <a:spcAft>
                <a:spcPts val="0"/>
              </a:spcAft>
              <a:buSzPts val="1400"/>
              <a:buChar char="●"/>
            </a:pPr>
            <a:r>
              <a:rPr lang="en"/>
              <a:t>Venus has a beautiful name and is the second planet from the Sun. It’s terribly hot—even hotter than Mercury</a:t>
            </a:r>
            <a:endParaRPr/>
          </a:p>
          <a:p>
            <a:pPr marL="457200" lvl="0" indent="0" algn="l" rtl="0">
              <a:spcBef>
                <a:spcPts val="0"/>
              </a:spcBef>
              <a:spcAft>
                <a:spcPts val="0"/>
              </a:spcAft>
              <a:buNone/>
            </a:pPr>
            <a:endParaRPr/>
          </a:p>
          <a:p>
            <a:pPr marL="314325" lvl="0" indent="-317500" algn="l" rtl="0">
              <a:spcBef>
                <a:spcPts val="0"/>
              </a:spcBef>
              <a:spcAft>
                <a:spcPts val="0"/>
              </a:spcAft>
              <a:buSzPts val="1400"/>
              <a:buChar char="●"/>
            </a:pPr>
            <a:r>
              <a:rPr lang="en"/>
              <a:t>Saturn is a gas giant and has several rings. This planet is composed mostly of hydrogen and helium</a:t>
            </a:r>
            <a:endParaRPr/>
          </a:p>
          <a:p>
            <a:pPr marL="314325" lvl="0" indent="-317500" algn="l" rtl="0">
              <a:spcBef>
                <a:spcPts val="1000"/>
              </a:spcBef>
              <a:spcAft>
                <a:spcPts val="0"/>
              </a:spcAft>
              <a:buSzPts val="1400"/>
              <a:buChar char="●"/>
            </a:pPr>
            <a:r>
              <a:rPr lang="en"/>
              <a:t>Earth is the third planet from the Sun and the only one that harbors life in the Solar System</a:t>
            </a:r>
            <a:endParaRPr/>
          </a:p>
        </p:txBody>
      </p:sp>
      <p:sp>
        <p:nvSpPr>
          <p:cNvPr id="608" name="Google Shape;608;p48"/>
          <p:cNvSpPr txBox="1">
            <a:spLocks noGrp="1"/>
          </p:cNvSpPr>
          <p:nvPr>
            <p:ph type="subTitle" idx="2"/>
          </p:nvPr>
        </p:nvSpPr>
        <p:spPr>
          <a:xfrm>
            <a:off x="726675" y="1872353"/>
            <a:ext cx="3698100" cy="2736300"/>
          </a:xfrm>
          <a:prstGeom prst="rect">
            <a:avLst/>
          </a:prstGeom>
        </p:spPr>
        <p:txBody>
          <a:bodyPr spcFirstLastPara="1" wrap="square" lIns="91425" tIns="91425" rIns="91425" bIns="91425" anchor="t" anchorCtr="0">
            <a:noAutofit/>
          </a:bodyPr>
          <a:lstStyle/>
          <a:p>
            <a:pPr marL="257175" lvl="0" indent="-317500" algn="l" rtl="0">
              <a:spcBef>
                <a:spcPts val="0"/>
              </a:spcBef>
              <a:spcAft>
                <a:spcPts val="0"/>
              </a:spcAft>
              <a:buSzPts val="1400"/>
              <a:buChar char="●"/>
            </a:pPr>
            <a:r>
              <a:rPr lang="en"/>
              <a:t>Mercury is the closest planet to the Sun and the smallest one in the Solar System—it’s a bit larger than the Moon</a:t>
            </a:r>
            <a:endParaRPr/>
          </a:p>
          <a:p>
            <a:pPr marL="257175" lvl="0" indent="-317500" algn="l" rtl="0">
              <a:spcBef>
                <a:spcPts val="1600"/>
              </a:spcBef>
              <a:spcAft>
                <a:spcPts val="0"/>
              </a:spcAft>
              <a:buSzPts val="1400"/>
              <a:buChar char="●"/>
            </a:pPr>
            <a:r>
              <a:rPr lang="en"/>
              <a:t>Jupiter is a gas giant, the biggest planet in the Solar System and the fourth-brightest object in the night sky</a:t>
            </a:r>
            <a:endParaRPr/>
          </a:p>
          <a:p>
            <a:pPr marL="257175" lvl="0" indent="-317500" algn="l" rtl="0">
              <a:spcBef>
                <a:spcPts val="1000"/>
              </a:spcBef>
              <a:spcAft>
                <a:spcPts val="0"/>
              </a:spcAft>
              <a:buSzPts val="1400"/>
              <a:buChar char="●"/>
            </a:pPr>
            <a:r>
              <a:rPr lang="en"/>
              <a:t>Neptune is the farthest planet from the Sun. It's also the fourth-largest planet by diameter in the Solar System</a:t>
            </a:r>
            <a:endParaRPr/>
          </a:p>
        </p:txBody>
      </p:sp>
      <p:sp>
        <p:nvSpPr>
          <p:cNvPr id="609" name="Google Shape;609;p48"/>
          <p:cNvSpPr txBox="1">
            <a:spLocks noGrp="1"/>
          </p:cNvSpPr>
          <p:nvPr>
            <p:ph type="subTitle" idx="3"/>
          </p:nvPr>
        </p:nvSpPr>
        <p:spPr>
          <a:xfrm>
            <a:off x="726675" y="1313225"/>
            <a:ext cx="3698100" cy="422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Phase 01</a:t>
            </a:r>
            <a:endParaRPr/>
          </a:p>
        </p:txBody>
      </p:sp>
      <p:sp>
        <p:nvSpPr>
          <p:cNvPr id="610" name="Google Shape;610;p48"/>
          <p:cNvSpPr txBox="1">
            <a:spLocks noGrp="1"/>
          </p:cNvSpPr>
          <p:nvPr>
            <p:ph type="subTitle" idx="4"/>
          </p:nvPr>
        </p:nvSpPr>
        <p:spPr>
          <a:xfrm>
            <a:off x="4747375" y="1313225"/>
            <a:ext cx="3698100" cy="422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Phase 02</a:t>
            </a:r>
            <a:endParaRPr/>
          </a:p>
        </p:txBody>
      </p:sp>
      <p:sp>
        <p:nvSpPr>
          <p:cNvPr id="611" name="Google Shape;611;p48"/>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sp>
        <p:nvSpPr>
          <p:cNvPr id="616" name="Google Shape;616;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Analysis &amp; development</a:t>
            </a:r>
            <a:endParaRPr/>
          </a:p>
        </p:txBody>
      </p:sp>
      <p:sp>
        <p:nvSpPr>
          <p:cNvPr id="617" name="Google Shape;617;p49"/>
          <p:cNvSpPr txBox="1"/>
          <p:nvPr/>
        </p:nvSpPr>
        <p:spPr>
          <a:xfrm>
            <a:off x="713225" y="4314400"/>
            <a:ext cx="7753500" cy="294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200">
                <a:solidFill>
                  <a:schemeClr val="dk1"/>
                </a:solidFill>
                <a:latin typeface="Mulish"/>
                <a:ea typeface="Mulish"/>
                <a:cs typeface="Mulish"/>
                <a:sym typeface="Mulish"/>
              </a:rPr>
              <a:t>Follow the link in the graph to modify its data and then paste the new one here.</a:t>
            </a:r>
            <a:r>
              <a:rPr lang="en" sz="1200" b="1">
                <a:solidFill>
                  <a:schemeClr val="dk1"/>
                </a:solidFill>
                <a:latin typeface="Mulish"/>
                <a:ea typeface="Mulish"/>
                <a:cs typeface="Mulish"/>
                <a:sym typeface="Mulish"/>
              </a:rPr>
              <a:t> </a:t>
            </a:r>
            <a:r>
              <a:rPr lang="en" sz="1200" b="1">
                <a:solidFill>
                  <a:schemeClr val="dk1"/>
                </a:solidFill>
                <a:uFill>
                  <a:noFill/>
                </a:uFill>
                <a:latin typeface="Mulish"/>
                <a:ea typeface="Mulish"/>
                <a:cs typeface="Mulish"/>
                <a:sym typeface="Mulish"/>
                <a:hlinkClick r:id="rId3">
                  <a:extLst>
                    <a:ext uri="{A12FA001-AC4F-418D-AE19-62706E023703}">
                      <ahyp:hlinkClr xmlns:ahyp="http://schemas.microsoft.com/office/drawing/2018/hyperlinkcolor" val="tx"/>
                    </a:ext>
                  </a:extLst>
                </a:hlinkClick>
              </a:rPr>
              <a:t>For more info, click here</a:t>
            </a:r>
            <a:endParaRPr sz="1200" b="1">
              <a:solidFill>
                <a:schemeClr val="dk1"/>
              </a:solidFill>
              <a:latin typeface="Mulish"/>
              <a:ea typeface="Mulish"/>
              <a:cs typeface="Mulish"/>
              <a:sym typeface="Mulish"/>
            </a:endParaRPr>
          </a:p>
        </p:txBody>
      </p:sp>
      <p:sp>
        <p:nvSpPr>
          <p:cNvPr id="618" name="Google Shape;618;p49"/>
          <p:cNvSpPr txBox="1"/>
          <p:nvPr/>
        </p:nvSpPr>
        <p:spPr>
          <a:xfrm>
            <a:off x="777750" y="3235800"/>
            <a:ext cx="1594500" cy="52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2"/>
                </a:solidFill>
                <a:latin typeface="Quicksand"/>
                <a:ea typeface="Quicksand"/>
                <a:cs typeface="Quicksand"/>
                <a:sym typeface="Quicksand"/>
              </a:rPr>
              <a:t>Mercury</a:t>
            </a:r>
            <a:endParaRPr sz="2000" b="1">
              <a:solidFill>
                <a:schemeClr val="dk2"/>
              </a:solidFill>
              <a:latin typeface="Quicksand"/>
              <a:ea typeface="Quicksand"/>
              <a:cs typeface="Quicksand"/>
              <a:sym typeface="Quicksand"/>
            </a:endParaRPr>
          </a:p>
        </p:txBody>
      </p:sp>
      <p:sp>
        <p:nvSpPr>
          <p:cNvPr id="619" name="Google Shape;619;p49"/>
          <p:cNvSpPr txBox="1"/>
          <p:nvPr/>
        </p:nvSpPr>
        <p:spPr>
          <a:xfrm>
            <a:off x="777750" y="3629977"/>
            <a:ext cx="15945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a:solidFill>
                  <a:schemeClr val="dk1"/>
                </a:solidFill>
                <a:latin typeface="Mulish"/>
                <a:ea typeface="Mulish"/>
                <a:cs typeface="Mulish"/>
                <a:sym typeface="Mulish"/>
              </a:rPr>
              <a:t>It’s the closest planet to the Sun</a:t>
            </a:r>
            <a:endParaRPr>
              <a:solidFill>
                <a:schemeClr val="dk1"/>
              </a:solidFill>
              <a:latin typeface="Mulish"/>
              <a:ea typeface="Mulish"/>
              <a:cs typeface="Mulish"/>
              <a:sym typeface="Mulish"/>
            </a:endParaRPr>
          </a:p>
        </p:txBody>
      </p:sp>
      <p:sp>
        <p:nvSpPr>
          <p:cNvPr id="620" name="Google Shape;620;p49"/>
          <p:cNvSpPr txBox="1"/>
          <p:nvPr/>
        </p:nvSpPr>
        <p:spPr>
          <a:xfrm>
            <a:off x="2707150" y="3235800"/>
            <a:ext cx="1594500" cy="52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Quicksand"/>
                <a:ea typeface="Quicksand"/>
                <a:cs typeface="Quicksand"/>
                <a:sym typeface="Quicksand"/>
              </a:rPr>
              <a:t>Venus</a:t>
            </a:r>
            <a:endParaRPr sz="2000" b="1">
              <a:solidFill>
                <a:schemeClr val="dk1"/>
              </a:solidFill>
              <a:latin typeface="Quicksand"/>
              <a:ea typeface="Quicksand"/>
              <a:cs typeface="Quicksand"/>
              <a:sym typeface="Quicksand"/>
            </a:endParaRPr>
          </a:p>
        </p:txBody>
      </p:sp>
      <p:sp>
        <p:nvSpPr>
          <p:cNvPr id="621" name="Google Shape;621;p49"/>
          <p:cNvSpPr txBox="1"/>
          <p:nvPr/>
        </p:nvSpPr>
        <p:spPr>
          <a:xfrm>
            <a:off x="2707150" y="3629977"/>
            <a:ext cx="15945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a:solidFill>
                  <a:schemeClr val="dk1"/>
                </a:solidFill>
                <a:latin typeface="Mulish"/>
                <a:ea typeface="Mulish"/>
                <a:cs typeface="Mulish"/>
                <a:sym typeface="Mulish"/>
              </a:rPr>
              <a:t>Venus has a beautiful name</a:t>
            </a:r>
            <a:endParaRPr>
              <a:solidFill>
                <a:schemeClr val="dk1"/>
              </a:solidFill>
              <a:latin typeface="Mulish"/>
              <a:ea typeface="Mulish"/>
              <a:cs typeface="Mulish"/>
              <a:sym typeface="Mulish"/>
            </a:endParaRPr>
          </a:p>
        </p:txBody>
      </p:sp>
      <p:sp>
        <p:nvSpPr>
          <p:cNvPr id="622" name="Google Shape;622;p49"/>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22</a:t>
            </a:fld>
            <a:endParaRPr/>
          </a:p>
        </p:txBody>
      </p:sp>
      <p:pic>
        <p:nvPicPr>
          <p:cNvPr id="623" name="Google Shape;623;p49" title="Gráfico">
            <a:hlinkClick r:id="rId4"/>
          </p:cNvPr>
          <p:cNvPicPr preferRelativeResize="0"/>
          <p:nvPr/>
        </p:nvPicPr>
        <p:blipFill>
          <a:blip r:embed="rId5">
            <a:alphaModFix/>
          </a:blip>
          <a:stretch>
            <a:fillRect/>
          </a:stretch>
        </p:blipFill>
        <p:spPr>
          <a:xfrm>
            <a:off x="720000" y="1177538"/>
            <a:ext cx="3328752" cy="2058275"/>
          </a:xfrm>
          <a:prstGeom prst="rect">
            <a:avLst/>
          </a:prstGeom>
          <a:noFill/>
          <a:ln>
            <a:noFill/>
          </a:ln>
        </p:spPr>
      </p:pic>
      <p:sp>
        <p:nvSpPr>
          <p:cNvPr id="624" name="Google Shape;624;p49"/>
          <p:cNvSpPr txBox="1"/>
          <p:nvPr/>
        </p:nvSpPr>
        <p:spPr>
          <a:xfrm>
            <a:off x="4965300" y="1213000"/>
            <a:ext cx="3465600" cy="294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Mercury is the closest planet to the Sun and the smallest one in the Solar System The planet’s name has nothing to do with the liquid metal</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The Sun is the star at the center of the Solar System</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Jupiter is the biggest planet in the entire Solar System</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Saturn is composed mostly of hydrogen and helium</a:t>
            </a:r>
            <a:endParaRPr>
              <a:solidFill>
                <a:schemeClr val="dk1"/>
              </a:solidFill>
              <a:latin typeface="Mulish"/>
              <a:ea typeface="Mulish"/>
              <a:cs typeface="Mulish"/>
              <a:sym typeface="Mulish"/>
            </a:endParaRPr>
          </a:p>
          <a:p>
            <a:pPr marL="0" lvl="0" indent="0" algn="l" rtl="0">
              <a:lnSpc>
                <a:spcPct val="115000"/>
              </a:lnSpc>
              <a:spcBef>
                <a:spcPts val="0"/>
              </a:spcBef>
              <a:spcAft>
                <a:spcPts val="0"/>
              </a:spcAft>
              <a:buNone/>
            </a:pPr>
            <a:endParaRPr>
              <a:solidFill>
                <a:schemeClr val="dk1"/>
              </a:solidFill>
              <a:latin typeface="Mulish"/>
              <a:ea typeface="Mulish"/>
              <a:cs typeface="Mulish"/>
              <a:sym typeface="Mulish"/>
            </a:endParaRPr>
          </a:p>
          <a:p>
            <a:pPr marL="0" lvl="0" indent="0" algn="l" rtl="0">
              <a:lnSpc>
                <a:spcPct val="115000"/>
              </a:lnSpc>
              <a:spcBef>
                <a:spcPts val="0"/>
              </a:spcBef>
              <a:spcAft>
                <a:spcPts val="0"/>
              </a:spcAft>
              <a:buNone/>
            </a:pPr>
            <a:endParaRPr>
              <a:solidFill>
                <a:schemeClr val="dk1"/>
              </a:solidFill>
              <a:latin typeface="Mulish"/>
              <a:ea typeface="Mulish"/>
              <a:cs typeface="Mulish"/>
              <a:sym typeface="Mulish"/>
            </a:endParaRPr>
          </a:p>
        </p:txBody>
      </p:sp>
      <p:cxnSp>
        <p:nvCxnSpPr>
          <p:cNvPr id="625" name="Google Shape;625;p49"/>
          <p:cNvCxnSpPr/>
          <p:nvPr/>
        </p:nvCxnSpPr>
        <p:spPr>
          <a:xfrm>
            <a:off x="4507400" y="1213000"/>
            <a:ext cx="0" cy="29754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Analysis of the results</a:t>
            </a:r>
            <a:endParaRPr/>
          </a:p>
        </p:txBody>
      </p:sp>
      <p:sp>
        <p:nvSpPr>
          <p:cNvPr id="631" name="Google Shape;631;p50"/>
          <p:cNvSpPr txBox="1"/>
          <p:nvPr/>
        </p:nvSpPr>
        <p:spPr>
          <a:xfrm>
            <a:off x="763800" y="4114550"/>
            <a:ext cx="3798300" cy="46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Follow the link in the graph to modify its data and then paste the new one here. </a:t>
            </a:r>
            <a:r>
              <a:rPr lang="en" sz="1200" b="1">
                <a:solidFill>
                  <a:schemeClr val="dk1"/>
                </a:solidFill>
                <a:uFill>
                  <a:noFill/>
                </a:uFill>
                <a:latin typeface="Lato"/>
                <a:ea typeface="Lato"/>
                <a:cs typeface="Lato"/>
                <a:sym typeface="Lato"/>
                <a:hlinkClick r:id="rId3">
                  <a:extLst>
                    <a:ext uri="{A12FA001-AC4F-418D-AE19-62706E023703}">
                      <ahyp:hlinkClr xmlns:ahyp="http://schemas.microsoft.com/office/drawing/2018/hyperlinkcolor" val="tx"/>
                    </a:ext>
                  </a:extLst>
                </a:hlinkClick>
              </a:rPr>
              <a:t>For more info, click here</a:t>
            </a:r>
            <a:endParaRPr sz="1200" b="1">
              <a:solidFill>
                <a:schemeClr val="dk1"/>
              </a:solidFill>
              <a:latin typeface="Lato"/>
              <a:ea typeface="Lato"/>
              <a:cs typeface="Lato"/>
              <a:sym typeface="Lato"/>
            </a:endParaRPr>
          </a:p>
        </p:txBody>
      </p:sp>
      <p:sp>
        <p:nvSpPr>
          <p:cNvPr id="632" name="Google Shape;632;p50"/>
          <p:cNvSpPr txBox="1">
            <a:spLocks noGrp="1"/>
          </p:cNvSpPr>
          <p:nvPr>
            <p:ph type="title" idx="4294967295"/>
          </p:nvPr>
        </p:nvSpPr>
        <p:spPr>
          <a:xfrm>
            <a:off x="5202000" y="1245350"/>
            <a:ext cx="2216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15% - Mercury </a:t>
            </a:r>
            <a:endParaRPr sz="2000"/>
          </a:p>
        </p:txBody>
      </p:sp>
      <p:sp>
        <p:nvSpPr>
          <p:cNvPr id="633" name="Google Shape;633;p50"/>
          <p:cNvSpPr txBox="1">
            <a:spLocks noGrp="1"/>
          </p:cNvSpPr>
          <p:nvPr>
            <p:ph type="subTitle" idx="4294967295"/>
          </p:nvPr>
        </p:nvSpPr>
        <p:spPr>
          <a:xfrm>
            <a:off x="5202000" y="1581622"/>
            <a:ext cx="22167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a:t>Mercury is the smallest planet of them all</a:t>
            </a:r>
            <a:endParaRPr/>
          </a:p>
        </p:txBody>
      </p:sp>
      <p:sp>
        <p:nvSpPr>
          <p:cNvPr id="634" name="Google Shape;634;p50"/>
          <p:cNvSpPr txBox="1">
            <a:spLocks noGrp="1"/>
          </p:cNvSpPr>
          <p:nvPr>
            <p:ph type="title" idx="4294967295"/>
          </p:nvPr>
        </p:nvSpPr>
        <p:spPr>
          <a:xfrm>
            <a:off x="5202000" y="2329825"/>
            <a:ext cx="2216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t>25% - Venus</a:t>
            </a:r>
            <a:endParaRPr sz="2000"/>
          </a:p>
        </p:txBody>
      </p:sp>
      <p:sp>
        <p:nvSpPr>
          <p:cNvPr id="635" name="Google Shape;635;p50"/>
          <p:cNvSpPr txBox="1">
            <a:spLocks noGrp="1"/>
          </p:cNvSpPr>
          <p:nvPr>
            <p:ph type="subTitle" idx="4294967295"/>
          </p:nvPr>
        </p:nvSpPr>
        <p:spPr>
          <a:xfrm>
            <a:off x="5202000" y="2666100"/>
            <a:ext cx="22167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a:t>Venus is extremely hot, even more than Mercury</a:t>
            </a:r>
            <a:endParaRPr/>
          </a:p>
        </p:txBody>
      </p:sp>
      <p:sp>
        <p:nvSpPr>
          <p:cNvPr id="636" name="Google Shape;636;p50"/>
          <p:cNvSpPr txBox="1"/>
          <p:nvPr/>
        </p:nvSpPr>
        <p:spPr>
          <a:xfrm>
            <a:off x="5202000" y="3414296"/>
            <a:ext cx="2216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dk1"/>
                </a:solidFill>
                <a:latin typeface="Quicksand"/>
                <a:ea typeface="Quicksand"/>
                <a:cs typeface="Quicksand"/>
                <a:sym typeface="Quicksand"/>
              </a:rPr>
              <a:t>60% - Mars</a:t>
            </a:r>
            <a:endParaRPr sz="2000" b="1">
              <a:solidFill>
                <a:schemeClr val="dk1"/>
              </a:solidFill>
              <a:latin typeface="Quicksand"/>
              <a:ea typeface="Quicksand"/>
              <a:cs typeface="Quicksand"/>
              <a:sym typeface="Quicksand"/>
            </a:endParaRPr>
          </a:p>
        </p:txBody>
      </p:sp>
      <p:sp>
        <p:nvSpPr>
          <p:cNvPr id="637" name="Google Shape;637;p50"/>
          <p:cNvSpPr txBox="1"/>
          <p:nvPr/>
        </p:nvSpPr>
        <p:spPr>
          <a:xfrm>
            <a:off x="5202000" y="3750563"/>
            <a:ext cx="2216700" cy="737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a:solidFill>
                  <a:schemeClr val="dk1"/>
                </a:solidFill>
                <a:latin typeface="Lato"/>
                <a:ea typeface="Lato"/>
                <a:cs typeface="Lato"/>
                <a:sym typeface="Lato"/>
              </a:rPr>
              <a:t>Despite being red, Mars is actually a cold place</a:t>
            </a:r>
            <a:endParaRPr>
              <a:solidFill>
                <a:schemeClr val="dk1"/>
              </a:solidFill>
              <a:latin typeface="Lato"/>
              <a:ea typeface="Lato"/>
              <a:cs typeface="Lato"/>
              <a:sym typeface="Lato"/>
            </a:endParaRPr>
          </a:p>
        </p:txBody>
      </p:sp>
      <p:sp>
        <p:nvSpPr>
          <p:cNvPr id="638" name="Google Shape;638;p5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23</a:t>
            </a:fld>
            <a:endParaRPr/>
          </a:p>
        </p:txBody>
      </p:sp>
      <p:pic>
        <p:nvPicPr>
          <p:cNvPr id="639" name="Google Shape;639;p50" title="Gráfico">
            <a:hlinkClick r:id="rId4"/>
          </p:cNvPr>
          <p:cNvPicPr preferRelativeResize="0"/>
          <p:nvPr/>
        </p:nvPicPr>
        <p:blipFill>
          <a:blip r:embed="rId5">
            <a:alphaModFix/>
          </a:blip>
          <a:stretch>
            <a:fillRect/>
          </a:stretch>
        </p:blipFill>
        <p:spPr>
          <a:xfrm>
            <a:off x="1164700" y="1245350"/>
            <a:ext cx="2767126" cy="2767126"/>
          </a:xfrm>
          <a:prstGeom prst="rect">
            <a:avLst/>
          </a:prstGeom>
          <a:noFill/>
          <a:ln>
            <a:noFill/>
          </a:ln>
        </p:spPr>
      </p:pic>
      <p:sp>
        <p:nvSpPr>
          <p:cNvPr id="640" name="Google Shape;640;p50"/>
          <p:cNvSpPr/>
          <p:nvPr/>
        </p:nvSpPr>
        <p:spPr>
          <a:xfrm>
            <a:off x="4962600" y="1322450"/>
            <a:ext cx="239400" cy="239400"/>
          </a:xfrm>
          <a:prstGeom prst="star4">
            <a:avLst>
              <a:gd name="adj" fmla="val 15727"/>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50"/>
          <p:cNvSpPr/>
          <p:nvPr/>
        </p:nvSpPr>
        <p:spPr>
          <a:xfrm>
            <a:off x="4962600" y="2406925"/>
            <a:ext cx="239400" cy="239400"/>
          </a:xfrm>
          <a:prstGeom prst="star4">
            <a:avLst>
              <a:gd name="adj" fmla="val 15727"/>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50"/>
          <p:cNvSpPr/>
          <p:nvPr/>
        </p:nvSpPr>
        <p:spPr>
          <a:xfrm>
            <a:off x="4962600" y="35111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51"/>
          <p:cNvSpPr txBox="1"/>
          <p:nvPr/>
        </p:nvSpPr>
        <p:spPr>
          <a:xfrm flipH="1">
            <a:off x="6641379" y="1170975"/>
            <a:ext cx="17826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chemeClr val="dk1"/>
                </a:solidFill>
                <a:latin typeface="Quicksand"/>
                <a:ea typeface="Quicksand"/>
                <a:cs typeface="Quicksand"/>
                <a:sym typeface="Quicksand"/>
              </a:rPr>
              <a:t>Venus</a:t>
            </a:r>
            <a:endParaRPr sz="2000" b="1">
              <a:solidFill>
                <a:schemeClr val="dk1"/>
              </a:solidFill>
              <a:latin typeface="Quicksand"/>
              <a:ea typeface="Quicksand"/>
              <a:cs typeface="Quicksand"/>
              <a:sym typeface="Quicksand"/>
            </a:endParaRPr>
          </a:p>
        </p:txBody>
      </p:sp>
      <p:sp>
        <p:nvSpPr>
          <p:cNvPr id="648" name="Google Shape;648;p51"/>
          <p:cNvSpPr txBox="1"/>
          <p:nvPr/>
        </p:nvSpPr>
        <p:spPr>
          <a:xfrm flipH="1">
            <a:off x="6641379" y="3404950"/>
            <a:ext cx="17826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chemeClr val="dk1"/>
                </a:solidFill>
                <a:latin typeface="Quicksand"/>
                <a:ea typeface="Quicksand"/>
                <a:cs typeface="Quicksand"/>
                <a:sym typeface="Quicksand"/>
              </a:rPr>
              <a:t>Mars</a:t>
            </a:r>
            <a:endParaRPr sz="2000" b="1">
              <a:solidFill>
                <a:schemeClr val="dk1"/>
              </a:solidFill>
              <a:latin typeface="Quicksand"/>
              <a:ea typeface="Quicksand"/>
              <a:cs typeface="Quicksand"/>
              <a:sym typeface="Quicksand"/>
            </a:endParaRPr>
          </a:p>
        </p:txBody>
      </p:sp>
      <p:sp>
        <p:nvSpPr>
          <p:cNvPr id="649" name="Google Shape;649;p51"/>
          <p:cNvSpPr txBox="1"/>
          <p:nvPr/>
        </p:nvSpPr>
        <p:spPr>
          <a:xfrm flipH="1">
            <a:off x="6641400" y="2287963"/>
            <a:ext cx="17826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chemeClr val="dk1"/>
                </a:solidFill>
                <a:latin typeface="Quicksand"/>
                <a:ea typeface="Quicksand"/>
                <a:cs typeface="Quicksand"/>
                <a:sym typeface="Quicksand"/>
              </a:rPr>
              <a:t>Mercury</a:t>
            </a:r>
            <a:endParaRPr sz="2000" b="1">
              <a:solidFill>
                <a:schemeClr val="dk1"/>
              </a:solidFill>
              <a:latin typeface="Quicksand"/>
              <a:ea typeface="Quicksand"/>
              <a:cs typeface="Quicksand"/>
              <a:sym typeface="Quicksand"/>
            </a:endParaRPr>
          </a:p>
        </p:txBody>
      </p:sp>
      <p:sp>
        <p:nvSpPr>
          <p:cNvPr id="650" name="Google Shape;650;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a</a:t>
            </a:r>
            <a:r>
              <a:rPr lang="en">
                <a:solidFill>
                  <a:srgbClr val="F4C5B1"/>
                </a:solidFill>
              </a:rPr>
              <a:t> </a:t>
            </a:r>
            <a:r>
              <a:rPr lang="en"/>
              <a:t>map</a:t>
            </a:r>
            <a:endParaRPr/>
          </a:p>
        </p:txBody>
      </p:sp>
      <p:sp>
        <p:nvSpPr>
          <p:cNvPr id="651" name="Google Shape;651;p51"/>
          <p:cNvSpPr txBox="1"/>
          <p:nvPr/>
        </p:nvSpPr>
        <p:spPr>
          <a:xfrm flipH="1">
            <a:off x="6205185" y="1545850"/>
            <a:ext cx="22188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Lato"/>
                <a:ea typeface="Lato"/>
                <a:cs typeface="Lato"/>
                <a:sym typeface="Lato"/>
              </a:rPr>
              <a:t>Venus is the second planet from the Sun</a:t>
            </a:r>
            <a:endParaRPr>
              <a:solidFill>
                <a:schemeClr val="dk1"/>
              </a:solidFill>
              <a:latin typeface="Lato"/>
              <a:ea typeface="Lato"/>
              <a:cs typeface="Lato"/>
              <a:sym typeface="Lato"/>
            </a:endParaRPr>
          </a:p>
        </p:txBody>
      </p:sp>
      <p:sp>
        <p:nvSpPr>
          <p:cNvPr id="652" name="Google Shape;652;p51"/>
          <p:cNvSpPr txBox="1"/>
          <p:nvPr/>
        </p:nvSpPr>
        <p:spPr>
          <a:xfrm flipH="1">
            <a:off x="6205185" y="3779826"/>
            <a:ext cx="22188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Lato"/>
                <a:ea typeface="Lato"/>
                <a:cs typeface="Lato"/>
                <a:sym typeface="Lato"/>
              </a:rPr>
              <a:t>Despite being red, Mars is a very cold place</a:t>
            </a:r>
            <a:endParaRPr>
              <a:solidFill>
                <a:schemeClr val="dk1"/>
              </a:solidFill>
              <a:latin typeface="Lato"/>
              <a:ea typeface="Lato"/>
              <a:cs typeface="Lato"/>
              <a:sym typeface="Lato"/>
            </a:endParaRPr>
          </a:p>
        </p:txBody>
      </p:sp>
      <p:sp>
        <p:nvSpPr>
          <p:cNvPr id="653" name="Google Shape;653;p51"/>
          <p:cNvSpPr txBox="1"/>
          <p:nvPr/>
        </p:nvSpPr>
        <p:spPr>
          <a:xfrm flipH="1">
            <a:off x="6205200" y="2662838"/>
            <a:ext cx="22188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Lato"/>
                <a:ea typeface="Lato"/>
                <a:cs typeface="Lato"/>
                <a:sym typeface="Lato"/>
              </a:rPr>
              <a:t>Mercury is the closest planet to the Sun</a:t>
            </a:r>
            <a:endParaRPr>
              <a:solidFill>
                <a:schemeClr val="dk1"/>
              </a:solidFill>
              <a:latin typeface="Lato"/>
              <a:ea typeface="Lato"/>
              <a:cs typeface="Lato"/>
              <a:sym typeface="Lato"/>
            </a:endParaRPr>
          </a:p>
        </p:txBody>
      </p:sp>
      <p:grpSp>
        <p:nvGrpSpPr>
          <p:cNvPr id="654" name="Google Shape;654;p51"/>
          <p:cNvGrpSpPr/>
          <p:nvPr/>
        </p:nvGrpSpPr>
        <p:grpSpPr>
          <a:xfrm>
            <a:off x="620941" y="1496643"/>
            <a:ext cx="4919741" cy="2620545"/>
            <a:chOff x="233350" y="949250"/>
            <a:chExt cx="7137300" cy="3802300"/>
          </a:xfrm>
        </p:grpSpPr>
        <p:sp>
          <p:nvSpPr>
            <p:cNvPr id="655" name="Google Shape;655;p5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5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5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5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5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5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5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5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5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5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5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5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5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5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5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5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5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5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5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5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5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5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5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5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5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5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5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5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5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5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5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5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5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5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5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5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5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5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5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5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5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5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5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5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5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5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5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5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5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5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5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6" name="Google Shape;706;p51"/>
          <p:cNvSpPr/>
          <p:nvPr/>
        </p:nvSpPr>
        <p:spPr>
          <a:xfrm flipH="1">
            <a:off x="1137549" y="1441927"/>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51"/>
          <p:cNvSpPr/>
          <p:nvPr/>
        </p:nvSpPr>
        <p:spPr>
          <a:xfrm flipH="1">
            <a:off x="2421074" y="2309364"/>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2"/>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51"/>
          <p:cNvSpPr/>
          <p:nvPr/>
        </p:nvSpPr>
        <p:spPr>
          <a:xfrm flipH="1">
            <a:off x="4500449" y="1358039"/>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lt2"/>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51"/>
          <p:cNvSpPr/>
          <p:nvPr/>
        </p:nvSpPr>
        <p:spPr>
          <a:xfrm>
            <a:off x="6205258" y="1191519"/>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51"/>
          <p:cNvSpPr/>
          <p:nvPr/>
        </p:nvSpPr>
        <p:spPr>
          <a:xfrm>
            <a:off x="6205258" y="2309367"/>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2"/>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51"/>
          <p:cNvSpPr/>
          <p:nvPr/>
        </p:nvSpPr>
        <p:spPr>
          <a:xfrm>
            <a:off x="6205258" y="3427214"/>
            <a:ext cx="267384" cy="39347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lt2"/>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5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Discussion</a:t>
            </a:r>
            <a:endParaRPr/>
          </a:p>
        </p:txBody>
      </p:sp>
      <p:sp>
        <p:nvSpPr>
          <p:cNvPr id="718" name="Google Shape;718;p52"/>
          <p:cNvSpPr txBox="1"/>
          <p:nvPr/>
        </p:nvSpPr>
        <p:spPr>
          <a:xfrm>
            <a:off x="720000" y="1548350"/>
            <a:ext cx="4144500" cy="3060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Despite being red, Mars is actually a cold place. It's full of iron oxide dust, which gives the planet its reddish cast. Earth is the third planet from the Sun and the only one that harbors life in the Solar System. This is where we all live:</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Ceres is located in the main asteroid belt</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The Moon is Earth’s natural satellite</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Neptune is very far away from us</a:t>
            </a:r>
            <a:endParaRPr>
              <a:solidFill>
                <a:schemeClr val="dk1"/>
              </a:solidFill>
              <a:latin typeface="Mulish"/>
              <a:ea typeface="Mulish"/>
              <a:cs typeface="Mulish"/>
              <a:sym typeface="Mulish"/>
            </a:endParaRPr>
          </a:p>
          <a:p>
            <a:pPr marL="457200" lvl="0" indent="-317500" algn="l" rtl="0">
              <a:lnSpc>
                <a:spcPct val="115000"/>
              </a:lnSpc>
              <a:spcBef>
                <a:spcPts val="1000"/>
              </a:spcBef>
              <a:spcAft>
                <a:spcPts val="0"/>
              </a:spcAft>
              <a:buClr>
                <a:schemeClr val="dk2"/>
              </a:buClr>
              <a:buSzPts val="1400"/>
              <a:buFont typeface="Mulish"/>
              <a:buChar char="●"/>
            </a:pPr>
            <a:r>
              <a:rPr lang="en">
                <a:solidFill>
                  <a:schemeClr val="dk1"/>
                </a:solidFill>
                <a:latin typeface="Mulish"/>
                <a:ea typeface="Mulish"/>
                <a:cs typeface="Mulish"/>
                <a:sym typeface="Mulish"/>
              </a:rPr>
              <a:t>Pluto is now considered a dwarf planet</a:t>
            </a:r>
            <a:endParaRPr>
              <a:solidFill>
                <a:schemeClr val="dk1"/>
              </a:solidFill>
              <a:latin typeface="Mulish"/>
              <a:ea typeface="Mulish"/>
              <a:cs typeface="Mulish"/>
              <a:sym typeface="Mulish"/>
            </a:endParaRPr>
          </a:p>
          <a:p>
            <a:pPr marL="0" lvl="0" indent="0" algn="l" rtl="0">
              <a:lnSpc>
                <a:spcPct val="115000"/>
              </a:lnSpc>
              <a:spcBef>
                <a:spcPts val="1000"/>
              </a:spcBef>
              <a:spcAft>
                <a:spcPts val="0"/>
              </a:spcAft>
              <a:buNone/>
            </a:pPr>
            <a:endParaRPr>
              <a:solidFill>
                <a:schemeClr val="dk1"/>
              </a:solidFill>
              <a:latin typeface="Mulish"/>
              <a:ea typeface="Mulish"/>
              <a:cs typeface="Mulish"/>
              <a:sym typeface="Mulish"/>
            </a:endParaRPr>
          </a:p>
          <a:p>
            <a:pPr marL="0" lvl="0" indent="0" algn="l" rtl="0">
              <a:lnSpc>
                <a:spcPct val="115000"/>
              </a:lnSpc>
              <a:spcBef>
                <a:spcPts val="0"/>
              </a:spcBef>
              <a:spcAft>
                <a:spcPts val="0"/>
              </a:spcAft>
              <a:buNone/>
            </a:pPr>
            <a:endParaRPr>
              <a:solidFill>
                <a:schemeClr val="dk1"/>
              </a:solidFill>
              <a:latin typeface="Mulish"/>
              <a:ea typeface="Mulish"/>
              <a:cs typeface="Mulish"/>
              <a:sym typeface="Mulish"/>
            </a:endParaRPr>
          </a:p>
        </p:txBody>
      </p:sp>
      <p:sp>
        <p:nvSpPr>
          <p:cNvPr id="719" name="Google Shape;719;p52"/>
          <p:cNvSpPr txBox="1"/>
          <p:nvPr/>
        </p:nvSpPr>
        <p:spPr>
          <a:xfrm>
            <a:off x="720000" y="1199750"/>
            <a:ext cx="2509200" cy="34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sz="2000" b="1">
                <a:solidFill>
                  <a:schemeClr val="dk2"/>
                </a:solidFill>
                <a:latin typeface="Quicksand"/>
                <a:ea typeface="Quicksand"/>
                <a:cs typeface="Quicksand"/>
                <a:sym typeface="Quicksand"/>
              </a:rPr>
              <a:t>Mars</a:t>
            </a:r>
            <a:endParaRPr sz="2000" b="1">
              <a:solidFill>
                <a:schemeClr val="dk2"/>
              </a:solidFill>
              <a:latin typeface="Quicksand"/>
              <a:ea typeface="Quicksand"/>
              <a:cs typeface="Quicksand"/>
              <a:sym typeface="Quicksand"/>
            </a:endParaRPr>
          </a:p>
        </p:txBody>
      </p:sp>
      <p:sp>
        <p:nvSpPr>
          <p:cNvPr id="720" name="Google Shape;720;p52"/>
          <p:cNvSpPr/>
          <p:nvPr/>
        </p:nvSpPr>
        <p:spPr>
          <a:xfrm>
            <a:off x="5131650" y="1314724"/>
            <a:ext cx="432000" cy="4320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1</a:t>
            </a:r>
            <a:endParaRPr sz="1800" b="1">
              <a:solidFill>
                <a:schemeClr val="dk2"/>
              </a:solidFill>
              <a:latin typeface="Quicksand"/>
              <a:ea typeface="Quicksand"/>
              <a:cs typeface="Quicksand"/>
              <a:sym typeface="Quicksand"/>
            </a:endParaRPr>
          </a:p>
        </p:txBody>
      </p:sp>
      <p:sp>
        <p:nvSpPr>
          <p:cNvPr id="721" name="Google Shape;721;p52"/>
          <p:cNvSpPr/>
          <p:nvPr/>
        </p:nvSpPr>
        <p:spPr>
          <a:xfrm>
            <a:off x="5131652" y="2981274"/>
            <a:ext cx="432000" cy="4320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2</a:t>
            </a:r>
            <a:endParaRPr sz="1800" b="1">
              <a:solidFill>
                <a:schemeClr val="dk2"/>
              </a:solidFill>
              <a:latin typeface="Quicksand"/>
              <a:ea typeface="Quicksand"/>
              <a:cs typeface="Quicksand"/>
              <a:sym typeface="Quicksand"/>
            </a:endParaRPr>
          </a:p>
        </p:txBody>
      </p:sp>
      <p:sp>
        <p:nvSpPr>
          <p:cNvPr id="722" name="Google Shape;722;p52"/>
          <p:cNvSpPr txBox="1"/>
          <p:nvPr/>
        </p:nvSpPr>
        <p:spPr>
          <a:xfrm>
            <a:off x="5772175" y="1325375"/>
            <a:ext cx="2658600" cy="3486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sz="2000" b="1">
                <a:solidFill>
                  <a:schemeClr val="dk2"/>
                </a:solidFill>
                <a:latin typeface="Quicksand"/>
                <a:ea typeface="Quicksand"/>
                <a:cs typeface="Quicksand"/>
                <a:sym typeface="Quicksand"/>
              </a:rPr>
              <a:t>Discussion 1</a:t>
            </a:r>
            <a:endParaRPr sz="2000" b="1">
              <a:solidFill>
                <a:schemeClr val="dk2"/>
              </a:solidFill>
              <a:latin typeface="Quicksand"/>
              <a:ea typeface="Quicksand"/>
              <a:cs typeface="Quicksand"/>
              <a:sym typeface="Quicksand"/>
            </a:endParaRPr>
          </a:p>
        </p:txBody>
      </p:sp>
      <p:sp>
        <p:nvSpPr>
          <p:cNvPr id="723" name="Google Shape;723;p52"/>
          <p:cNvSpPr txBox="1"/>
          <p:nvPr/>
        </p:nvSpPr>
        <p:spPr>
          <a:xfrm>
            <a:off x="5772175" y="1680399"/>
            <a:ext cx="2658600" cy="117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Neptune is the farthest planet from the Sun. It’s also the fourth-largest planet by diameter in the Solar System </a:t>
            </a:r>
            <a:endParaRPr>
              <a:solidFill>
                <a:schemeClr val="dk1"/>
              </a:solidFill>
              <a:latin typeface="Mulish"/>
              <a:ea typeface="Mulish"/>
              <a:cs typeface="Mulish"/>
              <a:sym typeface="Mulish"/>
            </a:endParaRPr>
          </a:p>
        </p:txBody>
      </p:sp>
      <p:sp>
        <p:nvSpPr>
          <p:cNvPr id="724" name="Google Shape;724;p52"/>
          <p:cNvSpPr txBox="1"/>
          <p:nvPr/>
        </p:nvSpPr>
        <p:spPr>
          <a:xfrm>
            <a:off x="5772175" y="2991926"/>
            <a:ext cx="2658600" cy="3486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dk2"/>
                </a:solidFill>
                <a:latin typeface="Quicksand"/>
                <a:ea typeface="Quicksand"/>
                <a:cs typeface="Quicksand"/>
                <a:sym typeface="Quicksand"/>
              </a:rPr>
              <a:t>Discussion 2</a:t>
            </a:r>
            <a:endParaRPr sz="2000" b="1">
              <a:solidFill>
                <a:schemeClr val="dk2"/>
              </a:solidFill>
              <a:latin typeface="Quicksand"/>
              <a:ea typeface="Quicksand"/>
              <a:cs typeface="Quicksand"/>
              <a:sym typeface="Quicksand"/>
            </a:endParaRPr>
          </a:p>
        </p:txBody>
      </p:sp>
      <p:sp>
        <p:nvSpPr>
          <p:cNvPr id="725" name="Google Shape;725;p52"/>
          <p:cNvSpPr txBox="1"/>
          <p:nvPr/>
        </p:nvSpPr>
        <p:spPr>
          <a:xfrm>
            <a:off x="5772175" y="3346975"/>
            <a:ext cx="2658600" cy="117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Mulish"/>
                <a:ea typeface="Mulish"/>
                <a:cs typeface="Mulish"/>
                <a:sym typeface="Mulish"/>
              </a:rPr>
              <a:t>Venus has a beautiful name and is the second planet from the Sun. It’s terribly hot—even hotter than Mercury</a:t>
            </a:r>
            <a:endParaRPr>
              <a:solidFill>
                <a:schemeClr val="dk1"/>
              </a:solidFill>
              <a:latin typeface="Mulish"/>
              <a:ea typeface="Mulish"/>
              <a:cs typeface="Mulish"/>
              <a:sym typeface="Mulish"/>
            </a:endParaRPr>
          </a:p>
        </p:txBody>
      </p:sp>
      <p:sp>
        <p:nvSpPr>
          <p:cNvPr id="726" name="Google Shape;726;p5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Conclusions</a:t>
            </a:r>
            <a:endParaRPr/>
          </a:p>
        </p:txBody>
      </p:sp>
      <p:sp>
        <p:nvSpPr>
          <p:cNvPr id="732" name="Google Shape;732;p53"/>
          <p:cNvSpPr txBox="1">
            <a:spLocks noGrp="1"/>
          </p:cNvSpPr>
          <p:nvPr>
            <p:ph type="subTitle" idx="1"/>
          </p:nvPr>
        </p:nvSpPr>
        <p:spPr>
          <a:xfrm>
            <a:off x="1545775" y="1975263"/>
            <a:ext cx="2556900" cy="91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733" name="Google Shape;733;p53"/>
          <p:cNvSpPr txBox="1">
            <a:spLocks noGrp="1"/>
          </p:cNvSpPr>
          <p:nvPr>
            <p:ph type="subTitle" idx="2"/>
          </p:nvPr>
        </p:nvSpPr>
        <p:spPr>
          <a:xfrm>
            <a:off x="5041325" y="1975263"/>
            <a:ext cx="2556900" cy="91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very beautiful name and is the second planet from the Sun</a:t>
            </a:r>
            <a:endParaRPr/>
          </a:p>
        </p:txBody>
      </p:sp>
      <p:sp>
        <p:nvSpPr>
          <p:cNvPr id="734" name="Google Shape;734;p53"/>
          <p:cNvSpPr txBox="1">
            <a:spLocks noGrp="1"/>
          </p:cNvSpPr>
          <p:nvPr>
            <p:ph type="subTitle" idx="3"/>
          </p:nvPr>
        </p:nvSpPr>
        <p:spPr>
          <a:xfrm>
            <a:off x="1545775" y="3691500"/>
            <a:ext cx="2556900" cy="91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one in the Solar System</a:t>
            </a:r>
            <a:endParaRPr/>
          </a:p>
        </p:txBody>
      </p:sp>
      <p:sp>
        <p:nvSpPr>
          <p:cNvPr id="735" name="Google Shape;735;p53"/>
          <p:cNvSpPr txBox="1">
            <a:spLocks noGrp="1"/>
          </p:cNvSpPr>
          <p:nvPr>
            <p:ph type="subTitle" idx="4"/>
          </p:nvPr>
        </p:nvSpPr>
        <p:spPr>
          <a:xfrm>
            <a:off x="5041325" y="3691500"/>
            <a:ext cx="2556900" cy="91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fourth-largest planet by diameter in the Solar System</a:t>
            </a:r>
            <a:endParaRPr/>
          </a:p>
        </p:txBody>
      </p:sp>
      <p:sp>
        <p:nvSpPr>
          <p:cNvPr id="736" name="Google Shape;736;p53"/>
          <p:cNvSpPr txBox="1">
            <a:spLocks noGrp="1"/>
          </p:cNvSpPr>
          <p:nvPr>
            <p:ph type="subTitle" idx="5"/>
          </p:nvPr>
        </p:nvSpPr>
        <p:spPr>
          <a:xfrm>
            <a:off x="1545775" y="1670463"/>
            <a:ext cx="2556900" cy="3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737" name="Google Shape;737;p53"/>
          <p:cNvSpPr txBox="1">
            <a:spLocks noGrp="1"/>
          </p:cNvSpPr>
          <p:nvPr>
            <p:ph type="subTitle" idx="6"/>
          </p:nvPr>
        </p:nvSpPr>
        <p:spPr>
          <a:xfrm>
            <a:off x="5041325" y="1670463"/>
            <a:ext cx="2556900" cy="3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738" name="Google Shape;738;p53"/>
          <p:cNvSpPr txBox="1">
            <a:spLocks noGrp="1"/>
          </p:cNvSpPr>
          <p:nvPr>
            <p:ph type="subTitle" idx="7"/>
          </p:nvPr>
        </p:nvSpPr>
        <p:spPr>
          <a:xfrm>
            <a:off x="1545775" y="3386700"/>
            <a:ext cx="2556900" cy="3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739" name="Google Shape;739;p53"/>
          <p:cNvSpPr txBox="1">
            <a:spLocks noGrp="1"/>
          </p:cNvSpPr>
          <p:nvPr>
            <p:ph type="subTitle" idx="8"/>
          </p:nvPr>
        </p:nvSpPr>
        <p:spPr>
          <a:xfrm>
            <a:off x="5041325" y="3386700"/>
            <a:ext cx="2556900" cy="3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740" name="Google Shape;740;p5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26</a:t>
            </a:fld>
            <a:endParaRPr/>
          </a:p>
        </p:txBody>
      </p:sp>
      <p:grpSp>
        <p:nvGrpSpPr>
          <p:cNvPr id="741" name="Google Shape;741;p53"/>
          <p:cNvGrpSpPr/>
          <p:nvPr/>
        </p:nvGrpSpPr>
        <p:grpSpPr>
          <a:xfrm>
            <a:off x="2633552" y="1197876"/>
            <a:ext cx="381346" cy="368644"/>
            <a:chOff x="4675986" y="2745684"/>
            <a:chExt cx="381346" cy="368644"/>
          </a:xfrm>
        </p:grpSpPr>
        <p:sp>
          <p:nvSpPr>
            <p:cNvPr id="742" name="Google Shape;742;p53"/>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3"/>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 name="Google Shape;744;p53"/>
          <p:cNvGrpSpPr/>
          <p:nvPr/>
        </p:nvGrpSpPr>
        <p:grpSpPr>
          <a:xfrm>
            <a:off x="6133183" y="1230967"/>
            <a:ext cx="373185" cy="302466"/>
            <a:chOff x="5220616" y="2791061"/>
            <a:chExt cx="373185" cy="302466"/>
          </a:xfrm>
        </p:grpSpPr>
        <p:sp>
          <p:nvSpPr>
            <p:cNvPr id="745" name="Google Shape;745;p53"/>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3"/>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53"/>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53"/>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53"/>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53"/>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53"/>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53"/>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53"/>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53"/>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53"/>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3"/>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3"/>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53"/>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53"/>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53"/>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53"/>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53"/>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 name="Google Shape;763;p53"/>
          <p:cNvGrpSpPr/>
          <p:nvPr/>
        </p:nvGrpSpPr>
        <p:grpSpPr>
          <a:xfrm>
            <a:off x="6208824" y="2894356"/>
            <a:ext cx="221902" cy="380795"/>
            <a:chOff x="916127" y="3807056"/>
            <a:chExt cx="221902" cy="380795"/>
          </a:xfrm>
        </p:grpSpPr>
        <p:sp>
          <p:nvSpPr>
            <p:cNvPr id="764" name="Google Shape;764;p53"/>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53"/>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53"/>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53"/>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 name="Google Shape;768;p53"/>
          <p:cNvGrpSpPr/>
          <p:nvPr/>
        </p:nvGrpSpPr>
        <p:grpSpPr>
          <a:xfrm>
            <a:off x="2668135" y="2921722"/>
            <a:ext cx="312179" cy="353431"/>
            <a:chOff x="2199565" y="2421172"/>
            <a:chExt cx="312179" cy="353431"/>
          </a:xfrm>
        </p:grpSpPr>
        <p:sp>
          <p:nvSpPr>
            <p:cNvPr id="769" name="Google Shape;769;p5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74"/>
        <p:cNvGrpSpPr/>
        <p:nvPr/>
      </p:nvGrpSpPr>
      <p:grpSpPr>
        <a:xfrm>
          <a:off x="0" y="0"/>
          <a:ext cx="0" cy="0"/>
          <a:chOff x="0" y="0"/>
          <a:chExt cx="0" cy="0"/>
        </a:xfrm>
      </p:grpSpPr>
      <p:sp>
        <p:nvSpPr>
          <p:cNvPr id="775" name="Google Shape;775;p54"/>
          <p:cNvSpPr txBox="1">
            <a:spLocks noGrp="1"/>
          </p:cNvSpPr>
          <p:nvPr>
            <p:ph type="title"/>
          </p:nvPr>
        </p:nvSpPr>
        <p:spPr>
          <a:xfrm>
            <a:off x="720000" y="445025"/>
            <a:ext cx="6266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Bibliographical references</a:t>
            </a:r>
            <a:endParaRPr/>
          </a:p>
        </p:txBody>
      </p:sp>
      <p:sp>
        <p:nvSpPr>
          <p:cNvPr id="776" name="Google Shape;776;p54"/>
          <p:cNvSpPr txBox="1">
            <a:spLocks noGrp="1"/>
          </p:cNvSpPr>
          <p:nvPr>
            <p:ph type="subTitle" idx="1"/>
          </p:nvPr>
        </p:nvSpPr>
        <p:spPr>
          <a:xfrm>
            <a:off x="720000" y="1347250"/>
            <a:ext cx="7324500" cy="31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r>
              <a:rPr lang="en"/>
              <a:t>Surname, A. (YEAR). </a:t>
            </a:r>
            <a:r>
              <a:rPr lang="en" i="1"/>
              <a:t>Name of the source</a:t>
            </a:r>
            <a:r>
              <a:rPr lang="en"/>
              <a:t>. Publisher</a:t>
            </a:r>
            <a:endParaRPr/>
          </a:p>
          <a:p>
            <a:pPr marL="0" lvl="0" indent="0" algn="l" rtl="0">
              <a:spcBef>
                <a:spcPts val="0"/>
              </a:spcBef>
              <a:spcAft>
                <a:spcPts val="0"/>
              </a:spcAft>
              <a:buNone/>
            </a:pPr>
            <a:endParaRPr/>
          </a:p>
        </p:txBody>
      </p:sp>
      <p:sp>
        <p:nvSpPr>
          <p:cNvPr id="777" name="Google Shape;777;p5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grpSp>
        <p:nvGrpSpPr>
          <p:cNvPr id="782" name="Google Shape;782;p55"/>
          <p:cNvGrpSpPr/>
          <p:nvPr/>
        </p:nvGrpSpPr>
        <p:grpSpPr>
          <a:xfrm>
            <a:off x="4997905" y="1323607"/>
            <a:ext cx="3432984" cy="2496295"/>
            <a:chOff x="331763" y="414153"/>
            <a:chExt cx="6903246" cy="5019697"/>
          </a:xfrm>
        </p:grpSpPr>
        <p:sp>
          <p:nvSpPr>
            <p:cNvPr id="783" name="Google Shape;783;p55"/>
            <p:cNvSpPr/>
            <p:nvPr/>
          </p:nvSpPr>
          <p:spPr>
            <a:xfrm>
              <a:off x="2953125" y="4725150"/>
              <a:ext cx="1660725" cy="708700"/>
            </a:xfrm>
            <a:custGeom>
              <a:avLst/>
              <a:gdLst/>
              <a:ahLst/>
              <a:cxnLst/>
              <a:rect l="l" t="t" r="r" b="b"/>
              <a:pathLst>
                <a:path w="66429" h="28348" extrusionOk="0">
                  <a:moveTo>
                    <a:pt x="6889" y="1"/>
                  </a:moveTo>
                  <a:lnTo>
                    <a:pt x="1" y="28347"/>
                  </a:lnTo>
                  <a:lnTo>
                    <a:pt x="66429" y="28347"/>
                  </a:lnTo>
                  <a:lnTo>
                    <a:pt x="59475" y="1"/>
                  </a:lnTo>
                  <a:lnTo>
                    <a:pt x="33182" y="464"/>
                  </a:lnTo>
                  <a:lnTo>
                    <a:pt x="68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5"/>
            <p:cNvSpPr/>
            <p:nvPr/>
          </p:nvSpPr>
          <p:spPr>
            <a:xfrm>
              <a:off x="331763" y="414153"/>
              <a:ext cx="6903246" cy="4353879"/>
            </a:xfrm>
            <a:custGeom>
              <a:avLst/>
              <a:gdLst/>
              <a:ahLst/>
              <a:cxnLst/>
              <a:rect l="l" t="t" r="r" b="b"/>
              <a:pathLst>
                <a:path w="248162" h="181204" extrusionOk="0">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5"/>
            <p:cNvSpPr/>
            <p:nvPr/>
          </p:nvSpPr>
          <p:spPr>
            <a:xfrm>
              <a:off x="2772650" y="5206975"/>
              <a:ext cx="2020025" cy="226875"/>
            </a:xfrm>
            <a:custGeom>
              <a:avLst/>
              <a:gdLst/>
              <a:ahLst/>
              <a:cxnLst/>
              <a:rect l="l" t="t" r="r" b="b"/>
              <a:pathLst>
                <a:path w="80801" h="9075" extrusionOk="0">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86" name="Google Shape;786;p55"/>
          <p:cNvPicPr preferRelativeResize="0"/>
          <p:nvPr/>
        </p:nvPicPr>
        <p:blipFill rotWithShape="1">
          <a:blip r:embed="rId3">
            <a:alphaModFix/>
          </a:blip>
          <a:srcRect/>
          <a:stretch/>
        </p:blipFill>
        <p:spPr>
          <a:xfrm>
            <a:off x="5089800" y="1501075"/>
            <a:ext cx="3219950" cy="1811230"/>
          </a:xfrm>
          <a:prstGeom prst="rect">
            <a:avLst/>
          </a:prstGeom>
          <a:noFill/>
          <a:ln>
            <a:noFill/>
          </a:ln>
        </p:spPr>
      </p:pic>
      <p:sp>
        <p:nvSpPr>
          <p:cNvPr id="787" name="Google Shape;787;p55"/>
          <p:cNvSpPr txBox="1">
            <a:spLocks noGrp="1"/>
          </p:cNvSpPr>
          <p:nvPr>
            <p:ph type="title"/>
          </p:nvPr>
        </p:nvSpPr>
        <p:spPr>
          <a:xfrm>
            <a:off x="720000" y="1568400"/>
            <a:ext cx="2891400" cy="70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Mockups</a:t>
            </a:r>
            <a:endParaRPr/>
          </a:p>
        </p:txBody>
      </p:sp>
      <p:sp>
        <p:nvSpPr>
          <p:cNvPr id="788" name="Google Shape;788;p55"/>
          <p:cNvSpPr txBox="1">
            <a:spLocks noGrp="1"/>
          </p:cNvSpPr>
          <p:nvPr>
            <p:ph type="subTitle" idx="1"/>
          </p:nvPr>
        </p:nvSpPr>
        <p:spPr>
          <a:xfrm>
            <a:off x="720000" y="2268888"/>
            <a:ext cx="2891400" cy="130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your own work. Just right-click on it and select “Replace images”</a:t>
            </a:r>
            <a:endParaRPr/>
          </a:p>
        </p:txBody>
      </p:sp>
      <p:sp>
        <p:nvSpPr>
          <p:cNvPr id="789" name="Google Shape;789;p55"/>
          <p:cNvSpPr/>
          <p:nvPr/>
        </p:nvSpPr>
        <p:spPr>
          <a:xfrm>
            <a:off x="4408560" y="1927043"/>
            <a:ext cx="1101924" cy="2102546"/>
          </a:xfrm>
          <a:custGeom>
            <a:avLst/>
            <a:gdLst/>
            <a:ahLst/>
            <a:cxnLst/>
            <a:rect l="l" t="t" r="r" b="b"/>
            <a:pathLst>
              <a:path w="84552" h="161331" extrusionOk="0">
                <a:moveTo>
                  <a:pt x="1" y="1"/>
                </a:moveTo>
                <a:lnTo>
                  <a:pt x="1" y="161331"/>
                </a:lnTo>
                <a:lnTo>
                  <a:pt x="84551" y="161331"/>
                </a:lnTo>
                <a:lnTo>
                  <a:pt x="84551" y="1"/>
                </a:lnTo>
                <a:close/>
              </a:path>
            </a:pathLst>
          </a:custGeom>
          <a:solidFill>
            <a:srgbClr val="C2C2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 name="Google Shape;790;p55"/>
          <p:cNvGrpSpPr/>
          <p:nvPr/>
        </p:nvGrpSpPr>
        <p:grpSpPr>
          <a:xfrm>
            <a:off x="4352394" y="1806239"/>
            <a:ext cx="1214752" cy="2465737"/>
            <a:chOff x="5186401" y="494525"/>
            <a:chExt cx="1834973" cy="3724678"/>
          </a:xfrm>
        </p:grpSpPr>
        <p:sp>
          <p:nvSpPr>
            <p:cNvPr id="791" name="Google Shape;791;p55"/>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5"/>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93" name="Google Shape;793;p55"/>
          <p:cNvPicPr preferRelativeResize="0"/>
          <p:nvPr/>
        </p:nvPicPr>
        <p:blipFill rotWithShape="1">
          <a:blip r:embed="rId4">
            <a:alphaModFix/>
          </a:blip>
          <a:srcRect l="4348" r="60721"/>
          <a:stretch/>
        </p:blipFill>
        <p:spPr>
          <a:xfrm>
            <a:off x="4408565" y="1927046"/>
            <a:ext cx="1101896" cy="2102527"/>
          </a:xfrm>
          <a:prstGeom prst="rect">
            <a:avLst/>
          </a:prstGeom>
          <a:noFill/>
          <a:ln>
            <a:noFill/>
          </a:ln>
        </p:spPr>
      </p:pic>
      <p:sp>
        <p:nvSpPr>
          <p:cNvPr id="794" name="Google Shape;794;p55"/>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56"/>
          <p:cNvSpPr txBox="1">
            <a:spLocks noGrp="1"/>
          </p:cNvSpPr>
          <p:nvPr>
            <p:ph type="title"/>
          </p:nvPr>
        </p:nvSpPr>
        <p:spPr>
          <a:xfrm>
            <a:off x="2347938" y="540000"/>
            <a:ext cx="4448100" cy="105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Thanks!</a:t>
            </a:r>
            <a:endParaRPr/>
          </a:p>
        </p:txBody>
      </p:sp>
      <p:sp>
        <p:nvSpPr>
          <p:cNvPr id="800" name="Google Shape;800;p56"/>
          <p:cNvSpPr txBox="1">
            <a:spLocks noGrp="1"/>
          </p:cNvSpPr>
          <p:nvPr>
            <p:ph type="subTitle" idx="1"/>
          </p:nvPr>
        </p:nvSpPr>
        <p:spPr>
          <a:xfrm>
            <a:off x="2347900" y="1717825"/>
            <a:ext cx="4448100" cy="123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800" b="1">
                <a:solidFill>
                  <a:schemeClr val="dk2"/>
                </a:solidFill>
                <a:latin typeface="Quicksand"/>
                <a:ea typeface="Quicksand"/>
                <a:cs typeface="Quicksand"/>
                <a:sym typeface="Quicksand"/>
              </a:rPr>
              <a:t>Do you have any questions?</a:t>
            </a:r>
            <a:endParaRPr sz="1800" b="1">
              <a:solidFill>
                <a:schemeClr val="dk2"/>
              </a:solidFill>
              <a:latin typeface="Quicksand"/>
              <a:ea typeface="Quicksand"/>
              <a:cs typeface="Quicksand"/>
              <a:sym typeface="Quicksand"/>
            </a:endParaRPr>
          </a:p>
          <a:p>
            <a:pPr marL="0" lvl="0" indent="0" algn="ctr" rtl="0">
              <a:spcBef>
                <a:spcPts val="0"/>
              </a:spcBef>
              <a:spcAft>
                <a:spcPts val="0"/>
              </a:spcAft>
              <a:buNone/>
            </a:pPr>
            <a:r>
              <a:rPr lang="en"/>
              <a:t>youremail@freepik.com</a:t>
            </a:r>
            <a:endParaRPr/>
          </a:p>
          <a:p>
            <a:pPr marL="0" lvl="0" indent="0" algn="ctr" rtl="0">
              <a:spcBef>
                <a:spcPts val="0"/>
              </a:spcBef>
              <a:spcAft>
                <a:spcPts val="0"/>
              </a:spcAft>
              <a:buNone/>
            </a:pPr>
            <a:r>
              <a:rPr lang="en"/>
              <a:t>+34 654 321 432</a:t>
            </a:r>
            <a:endParaRPr/>
          </a:p>
          <a:p>
            <a:pPr marL="0" lvl="0" indent="0" algn="ctr" rtl="0">
              <a:spcBef>
                <a:spcPts val="0"/>
              </a:spcBef>
              <a:spcAft>
                <a:spcPts val="0"/>
              </a:spcAft>
              <a:buNone/>
            </a:pPr>
            <a:r>
              <a:rPr lang="en"/>
              <a:t>yourwebsite.com</a:t>
            </a:r>
            <a:endParaRPr/>
          </a:p>
        </p:txBody>
      </p:sp>
      <p:sp>
        <p:nvSpPr>
          <p:cNvPr id="801" name="Google Shape;801;p56"/>
          <p:cNvSpPr txBox="1"/>
          <p:nvPr/>
        </p:nvSpPr>
        <p:spPr>
          <a:xfrm>
            <a:off x="2496150" y="4125850"/>
            <a:ext cx="4151700" cy="260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200">
                <a:solidFill>
                  <a:schemeClr val="dk1"/>
                </a:solidFill>
                <a:latin typeface="Mulish"/>
                <a:ea typeface="Mulish"/>
                <a:cs typeface="Mulish"/>
                <a:sym typeface="Mulish"/>
              </a:rPr>
              <a:t>Please keep this slide for attribution</a:t>
            </a:r>
            <a:endParaRPr sz="1200">
              <a:solidFill>
                <a:schemeClr val="dk1"/>
              </a:solidFill>
              <a:latin typeface="Mulish"/>
              <a:ea typeface="Mulish"/>
              <a:cs typeface="Mulish"/>
              <a:sym typeface="Mulish"/>
            </a:endParaRPr>
          </a:p>
        </p:txBody>
      </p:sp>
      <p:cxnSp>
        <p:nvCxnSpPr>
          <p:cNvPr id="802" name="Google Shape;802;p56"/>
          <p:cNvCxnSpPr/>
          <p:nvPr/>
        </p:nvCxnSpPr>
        <p:spPr>
          <a:xfrm>
            <a:off x="2202000" y="1717825"/>
            <a:ext cx="4740000" cy="0"/>
          </a:xfrm>
          <a:prstGeom prst="straightConnector1">
            <a:avLst/>
          </a:prstGeom>
          <a:noFill/>
          <a:ln w="19050" cap="flat" cmpd="sng">
            <a:solidFill>
              <a:schemeClr val="lt1"/>
            </a:solidFill>
            <a:prstDash val="solid"/>
            <a:round/>
            <a:headEnd type="oval" w="med" len="med"/>
            <a:tailEnd type="oval" w="med" len="med"/>
          </a:ln>
        </p:spPr>
      </p:cxnSp>
      <p:sp>
        <p:nvSpPr>
          <p:cNvPr id="803" name="Google Shape;803;p56"/>
          <p:cNvSpPr/>
          <p:nvPr/>
        </p:nvSpPr>
        <p:spPr>
          <a:xfrm>
            <a:off x="1650400" y="10748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56"/>
          <p:cNvSpPr/>
          <p:nvPr/>
        </p:nvSpPr>
        <p:spPr>
          <a:xfrm>
            <a:off x="7254100" y="10748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56"/>
          <p:cNvSpPr/>
          <p:nvPr/>
        </p:nvSpPr>
        <p:spPr>
          <a:xfrm>
            <a:off x="3471411" y="3102098"/>
            <a:ext cx="402553" cy="402998"/>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 name="Google Shape;806;p56"/>
          <p:cNvGrpSpPr/>
          <p:nvPr/>
        </p:nvGrpSpPr>
        <p:grpSpPr>
          <a:xfrm>
            <a:off x="4071197" y="3102503"/>
            <a:ext cx="403017" cy="402572"/>
            <a:chOff x="3303268" y="3817349"/>
            <a:chExt cx="346056" cy="345674"/>
          </a:xfrm>
        </p:grpSpPr>
        <p:sp>
          <p:nvSpPr>
            <p:cNvPr id="807" name="Google Shape;807;p56"/>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56"/>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56"/>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56"/>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56"/>
          <p:cNvGrpSpPr/>
          <p:nvPr/>
        </p:nvGrpSpPr>
        <p:grpSpPr>
          <a:xfrm>
            <a:off x="4670407" y="3102503"/>
            <a:ext cx="403017" cy="402572"/>
            <a:chOff x="3752358" y="3817349"/>
            <a:chExt cx="346056" cy="345674"/>
          </a:xfrm>
        </p:grpSpPr>
        <p:sp>
          <p:nvSpPr>
            <p:cNvPr id="812" name="Google Shape;812;p56"/>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6"/>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6"/>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56"/>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56"/>
          <p:cNvGrpSpPr/>
          <p:nvPr/>
        </p:nvGrpSpPr>
        <p:grpSpPr>
          <a:xfrm>
            <a:off x="5269616" y="3102503"/>
            <a:ext cx="402979" cy="402572"/>
            <a:chOff x="4201447" y="3817349"/>
            <a:chExt cx="346024" cy="345674"/>
          </a:xfrm>
        </p:grpSpPr>
        <p:sp>
          <p:nvSpPr>
            <p:cNvPr id="817" name="Google Shape;817;p56"/>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56"/>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824" name="Google Shape;824;p57"/>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30</a:t>
            </a:fld>
            <a:endParaRPr/>
          </a:p>
        </p:txBody>
      </p:sp>
      <p:sp>
        <p:nvSpPr>
          <p:cNvPr id="825" name="Google Shape;825;p57"/>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Here’s an assortment of alternative resources whose style fits the one of this template:</a:t>
            </a:r>
            <a:endParaRPr sz="1200"/>
          </a:p>
          <a:p>
            <a:pPr marL="457200" lvl="0" indent="-304800" algn="l" rtl="0">
              <a:spcBef>
                <a:spcPts val="1000"/>
              </a:spcBef>
              <a:spcAft>
                <a:spcPts val="0"/>
              </a:spcAft>
              <a:buSzPts val="1200"/>
              <a:buChar char="●"/>
            </a:pPr>
            <a:r>
              <a:rPr lang="en" sz="1200">
                <a:uFill>
                  <a:noFill/>
                </a:uFill>
                <a:hlinkClick r:id="rId3"/>
              </a:rPr>
              <a:t>Flat sparkling stars collection</a:t>
            </a:r>
            <a:endParaRPr sz="1200"/>
          </a:p>
          <a:p>
            <a:pPr marL="457200" lvl="0" indent="-304800" algn="l" rtl="0">
              <a:spcBef>
                <a:spcPts val="0"/>
              </a:spcBef>
              <a:spcAft>
                <a:spcPts val="0"/>
              </a:spcAft>
              <a:buSzPts val="1200"/>
              <a:buChar char="●"/>
            </a:pPr>
            <a:r>
              <a:rPr lang="en" sz="1200">
                <a:uFill>
                  <a:noFill/>
                </a:uFill>
                <a:hlinkClick r:id="rId4"/>
              </a:rPr>
              <a:t>Vector dividers collection in hand drawn style</a:t>
            </a:r>
            <a:endParaRPr sz="1200"/>
          </a:p>
          <a:p>
            <a:pPr marL="457200" lvl="0" indent="-304800" algn="l" rtl="0">
              <a:spcBef>
                <a:spcPts val="0"/>
              </a:spcBef>
              <a:spcAft>
                <a:spcPts val="0"/>
              </a:spcAft>
              <a:buSzPts val="1200"/>
              <a:buChar char="●"/>
            </a:pPr>
            <a:r>
              <a:rPr lang="en" sz="1200">
                <a:uFill>
                  <a:noFill/>
                </a:uFill>
                <a:hlinkClick r:id="rId5"/>
              </a:rPr>
              <a:t>Vector calligraphic ornamental divider collection</a:t>
            </a:r>
            <a:endParaRPr sz="1200"/>
          </a:p>
        </p:txBody>
      </p:sp>
      <p:sp>
        <p:nvSpPr>
          <p:cNvPr id="826" name="Google Shape;826;p57"/>
          <p:cNvSpPr/>
          <p:nvPr/>
        </p:nvSpPr>
        <p:spPr>
          <a:xfrm>
            <a:off x="2296184" y="3318923"/>
            <a:ext cx="274713" cy="261296"/>
          </a:xfrm>
          <a:custGeom>
            <a:avLst/>
            <a:gdLst/>
            <a:ahLst/>
            <a:cxnLst/>
            <a:rect l="l" t="t" r="r" b="b"/>
            <a:pathLst>
              <a:path w="6204" h="5901" extrusionOk="0">
                <a:moveTo>
                  <a:pt x="2143" y="1"/>
                </a:moveTo>
                <a:lnTo>
                  <a:pt x="2143" y="1"/>
                </a:lnTo>
                <a:lnTo>
                  <a:pt x="2143" y="1"/>
                </a:lnTo>
                <a:close/>
                <a:moveTo>
                  <a:pt x="2143" y="1"/>
                </a:moveTo>
                <a:lnTo>
                  <a:pt x="2646" y="2321"/>
                </a:lnTo>
                <a:lnTo>
                  <a:pt x="592" y="1126"/>
                </a:lnTo>
                <a:lnTo>
                  <a:pt x="2363" y="2710"/>
                </a:lnTo>
                <a:lnTo>
                  <a:pt x="1" y="2951"/>
                </a:lnTo>
                <a:lnTo>
                  <a:pt x="2363" y="3190"/>
                </a:lnTo>
                <a:lnTo>
                  <a:pt x="592" y="4774"/>
                </a:lnTo>
                <a:lnTo>
                  <a:pt x="2646" y="3579"/>
                </a:lnTo>
                <a:lnTo>
                  <a:pt x="2143" y="5901"/>
                </a:lnTo>
                <a:lnTo>
                  <a:pt x="3102" y="3727"/>
                </a:lnTo>
                <a:lnTo>
                  <a:pt x="4060" y="5901"/>
                </a:lnTo>
                <a:lnTo>
                  <a:pt x="4060" y="5901"/>
                </a:lnTo>
                <a:lnTo>
                  <a:pt x="3557" y="3579"/>
                </a:lnTo>
                <a:lnTo>
                  <a:pt x="5610" y="4774"/>
                </a:lnTo>
                <a:lnTo>
                  <a:pt x="3839" y="3190"/>
                </a:lnTo>
                <a:lnTo>
                  <a:pt x="6203" y="2951"/>
                </a:lnTo>
                <a:lnTo>
                  <a:pt x="3839" y="2710"/>
                </a:lnTo>
                <a:lnTo>
                  <a:pt x="5610" y="1126"/>
                </a:lnTo>
                <a:lnTo>
                  <a:pt x="3557" y="2321"/>
                </a:lnTo>
                <a:lnTo>
                  <a:pt x="3557" y="2321"/>
                </a:lnTo>
                <a:lnTo>
                  <a:pt x="4060" y="1"/>
                </a:lnTo>
                <a:lnTo>
                  <a:pt x="3102" y="2174"/>
                </a:ln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57"/>
          <p:cNvGrpSpPr/>
          <p:nvPr/>
        </p:nvGrpSpPr>
        <p:grpSpPr>
          <a:xfrm>
            <a:off x="1695474" y="2983871"/>
            <a:ext cx="274707" cy="266335"/>
            <a:chOff x="1553900" y="3087925"/>
            <a:chExt cx="158625" cy="153800"/>
          </a:xfrm>
        </p:grpSpPr>
        <p:sp>
          <p:nvSpPr>
            <p:cNvPr id="828" name="Google Shape;828;p57"/>
            <p:cNvSpPr/>
            <p:nvPr/>
          </p:nvSpPr>
          <p:spPr>
            <a:xfrm>
              <a:off x="1629275" y="3087925"/>
              <a:ext cx="7975" cy="66550"/>
            </a:xfrm>
            <a:custGeom>
              <a:avLst/>
              <a:gdLst/>
              <a:ahLst/>
              <a:cxnLst/>
              <a:rect l="l" t="t" r="r" b="b"/>
              <a:pathLst>
                <a:path w="319" h="2662" extrusionOk="0">
                  <a:moveTo>
                    <a:pt x="162" y="1"/>
                  </a:moveTo>
                  <a:cubicBezTo>
                    <a:pt x="96" y="222"/>
                    <a:pt x="62" y="444"/>
                    <a:pt x="37" y="665"/>
                  </a:cubicBezTo>
                  <a:cubicBezTo>
                    <a:pt x="14" y="887"/>
                    <a:pt x="2" y="1110"/>
                    <a:pt x="2" y="1331"/>
                  </a:cubicBezTo>
                  <a:cubicBezTo>
                    <a:pt x="1" y="1553"/>
                    <a:pt x="11" y="1774"/>
                    <a:pt x="34" y="1996"/>
                  </a:cubicBezTo>
                  <a:cubicBezTo>
                    <a:pt x="58" y="2219"/>
                    <a:pt x="92" y="2440"/>
                    <a:pt x="158" y="2662"/>
                  </a:cubicBezTo>
                  <a:cubicBezTo>
                    <a:pt x="225" y="2440"/>
                    <a:pt x="259" y="2219"/>
                    <a:pt x="283" y="1997"/>
                  </a:cubicBezTo>
                  <a:cubicBezTo>
                    <a:pt x="307" y="1774"/>
                    <a:pt x="318" y="1553"/>
                    <a:pt x="318" y="1331"/>
                  </a:cubicBezTo>
                  <a:cubicBezTo>
                    <a:pt x="318" y="1110"/>
                    <a:pt x="308" y="888"/>
                    <a:pt x="286" y="665"/>
                  </a:cubicBezTo>
                  <a:cubicBezTo>
                    <a:pt x="261" y="444"/>
                    <a:pt x="227" y="222"/>
                    <a:pt x="1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7"/>
            <p:cNvSpPr/>
            <p:nvPr/>
          </p:nvSpPr>
          <p:spPr>
            <a:xfrm>
              <a:off x="1629150" y="3175150"/>
              <a:ext cx="7975" cy="66575"/>
            </a:xfrm>
            <a:custGeom>
              <a:avLst/>
              <a:gdLst/>
              <a:ahLst/>
              <a:cxnLst/>
              <a:rect l="l" t="t" r="r" b="b"/>
              <a:pathLst>
                <a:path w="319" h="2663" extrusionOk="0">
                  <a:moveTo>
                    <a:pt x="162" y="0"/>
                  </a:moveTo>
                  <a:cubicBezTo>
                    <a:pt x="95" y="222"/>
                    <a:pt x="60" y="444"/>
                    <a:pt x="36" y="666"/>
                  </a:cubicBezTo>
                  <a:cubicBezTo>
                    <a:pt x="12" y="887"/>
                    <a:pt x="0" y="1109"/>
                    <a:pt x="0" y="1330"/>
                  </a:cubicBezTo>
                  <a:cubicBezTo>
                    <a:pt x="0" y="1552"/>
                    <a:pt x="11" y="1775"/>
                    <a:pt x="34" y="1996"/>
                  </a:cubicBezTo>
                  <a:cubicBezTo>
                    <a:pt x="58" y="2218"/>
                    <a:pt x="92" y="2439"/>
                    <a:pt x="157" y="2662"/>
                  </a:cubicBezTo>
                  <a:cubicBezTo>
                    <a:pt x="223" y="2441"/>
                    <a:pt x="257" y="2218"/>
                    <a:pt x="283" y="1996"/>
                  </a:cubicBezTo>
                  <a:cubicBezTo>
                    <a:pt x="307" y="1775"/>
                    <a:pt x="317" y="1553"/>
                    <a:pt x="318" y="1332"/>
                  </a:cubicBezTo>
                  <a:cubicBezTo>
                    <a:pt x="318" y="1109"/>
                    <a:pt x="308" y="887"/>
                    <a:pt x="286" y="666"/>
                  </a:cubicBezTo>
                  <a:cubicBezTo>
                    <a:pt x="261" y="444"/>
                    <a:pt x="227" y="222"/>
                    <a:pt x="1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7"/>
            <p:cNvSpPr/>
            <p:nvPr/>
          </p:nvSpPr>
          <p:spPr>
            <a:xfrm>
              <a:off x="1553900" y="3160775"/>
              <a:ext cx="68650" cy="7950"/>
            </a:xfrm>
            <a:custGeom>
              <a:avLst/>
              <a:gdLst/>
              <a:ahLst/>
              <a:cxnLst/>
              <a:rect l="l" t="t" r="r" b="b"/>
              <a:pathLst>
                <a:path w="2746" h="318" extrusionOk="0">
                  <a:moveTo>
                    <a:pt x="1338" y="0"/>
                  </a:moveTo>
                  <a:cubicBezTo>
                    <a:pt x="1121" y="0"/>
                    <a:pt x="904" y="12"/>
                    <a:pt x="687" y="33"/>
                  </a:cubicBezTo>
                  <a:cubicBezTo>
                    <a:pt x="458" y="58"/>
                    <a:pt x="228" y="90"/>
                    <a:pt x="0" y="157"/>
                  </a:cubicBezTo>
                  <a:cubicBezTo>
                    <a:pt x="228" y="222"/>
                    <a:pt x="458" y="257"/>
                    <a:pt x="686" y="282"/>
                  </a:cubicBezTo>
                  <a:cubicBezTo>
                    <a:pt x="915" y="305"/>
                    <a:pt x="1143" y="317"/>
                    <a:pt x="1372" y="317"/>
                  </a:cubicBezTo>
                  <a:cubicBezTo>
                    <a:pt x="1385" y="317"/>
                    <a:pt x="1398" y="317"/>
                    <a:pt x="1411" y="317"/>
                  </a:cubicBezTo>
                  <a:cubicBezTo>
                    <a:pt x="1627" y="317"/>
                    <a:pt x="1842" y="307"/>
                    <a:pt x="2059" y="285"/>
                  </a:cubicBezTo>
                  <a:cubicBezTo>
                    <a:pt x="2287" y="261"/>
                    <a:pt x="2516" y="227"/>
                    <a:pt x="2746" y="161"/>
                  </a:cubicBezTo>
                  <a:cubicBezTo>
                    <a:pt x="2516" y="94"/>
                    <a:pt x="2288" y="60"/>
                    <a:pt x="2059" y="36"/>
                  </a:cubicBezTo>
                  <a:cubicBezTo>
                    <a:pt x="1831" y="11"/>
                    <a:pt x="1602" y="0"/>
                    <a:pt x="1372" y="0"/>
                  </a:cubicBezTo>
                  <a:cubicBezTo>
                    <a:pt x="1361" y="0"/>
                    <a:pt x="1349" y="0"/>
                    <a:pt x="13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7"/>
            <p:cNvSpPr/>
            <p:nvPr/>
          </p:nvSpPr>
          <p:spPr>
            <a:xfrm>
              <a:off x="1643875" y="3160900"/>
              <a:ext cx="68650" cy="7975"/>
            </a:xfrm>
            <a:custGeom>
              <a:avLst/>
              <a:gdLst/>
              <a:ahLst/>
              <a:cxnLst/>
              <a:rect l="l" t="t" r="r" b="b"/>
              <a:pathLst>
                <a:path w="2746" h="319" extrusionOk="0">
                  <a:moveTo>
                    <a:pt x="1374" y="1"/>
                  </a:moveTo>
                  <a:cubicBezTo>
                    <a:pt x="1144" y="1"/>
                    <a:pt x="915" y="11"/>
                    <a:pt x="687" y="33"/>
                  </a:cubicBezTo>
                  <a:cubicBezTo>
                    <a:pt x="458" y="58"/>
                    <a:pt x="230" y="92"/>
                    <a:pt x="0" y="157"/>
                  </a:cubicBezTo>
                  <a:cubicBezTo>
                    <a:pt x="228" y="223"/>
                    <a:pt x="458" y="259"/>
                    <a:pt x="686" y="283"/>
                  </a:cubicBezTo>
                  <a:cubicBezTo>
                    <a:pt x="915" y="307"/>
                    <a:pt x="1143" y="317"/>
                    <a:pt x="1372" y="319"/>
                  </a:cubicBezTo>
                  <a:cubicBezTo>
                    <a:pt x="1602" y="319"/>
                    <a:pt x="1830" y="308"/>
                    <a:pt x="2059" y="285"/>
                  </a:cubicBezTo>
                  <a:cubicBezTo>
                    <a:pt x="2287" y="261"/>
                    <a:pt x="2516" y="227"/>
                    <a:pt x="2746" y="162"/>
                  </a:cubicBezTo>
                  <a:cubicBezTo>
                    <a:pt x="2516" y="96"/>
                    <a:pt x="2288" y="62"/>
                    <a:pt x="2059" y="36"/>
                  </a:cubicBezTo>
                  <a:cubicBezTo>
                    <a:pt x="1831" y="12"/>
                    <a:pt x="1602" y="2"/>
                    <a:pt x="13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2" name="Google Shape;832;p57"/>
          <p:cNvSpPr/>
          <p:nvPr/>
        </p:nvSpPr>
        <p:spPr>
          <a:xfrm>
            <a:off x="2101722" y="3758870"/>
            <a:ext cx="522464" cy="581169"/>
          </a:xfrm>
          <a:custGeom>
            <a:avLst/>
            <a:gdLst/>
            <a:ahLst/>
            <a:cxnLst/>
            <a:rect l="l" t="t" r="r" b="b"/>
            <a:pathLst>
              <a:path w="19455" h="21641" extrusionOk="0">
                <a:moveTo>
                  <a:pt x="12932" y="4586"/>
                </a:moveTo>
                <a:lnTo>
                  <a:pt x="12932" y="4586"/>
                </a:lnTo>
                <a:lnTo>
                  <a:pt x="12932" y="4586"/>
                </a:lnTo>
                <a:close/>
                <a:moveTo>
                  <a:pt x="9728" y="1"/>
                </a:moveTo>
                <a:lnTo>
                  <a:pt x="9512" y="9237"/>
                </a:lnTo>
                <a:lnTo>
                  <a:pt x="9468" y="9154"/>
                </a:lnTo>
                <a:lnTo>
                  <a:pt x="9471" y="9295"/>
                </a:lnTo>
                <a:lnTo>
                  <a:pt x="9471" y="9295"/>
                </a:lnTo>
                <a:lnTo>
                  <a:pt x="6522" y="4586"/>
                </a:lnTo>
                <a:lnTo>
                  <a:pt x="9125" y="9485"/>
                </a:lnTo>
                <a:lnTo>
                  <a:pt x="9014" y="9415"/>
                </a:lnTo>
                <a:lnTo>
                  <a:pt x="9085" y="9528"/>
                </a:lnTo>
                <a:lnTo>
                  <a:pt x="4183" y="6925"/>
                </a:lnTo>
                <a:lnTo>
                  <a:pt x="8893" y="9874"/>
                </a:lnTo>
                <a:lnTo>
                  <a:pt x="8893" y="9874"/>
                </a:lnTo>
                <a:lnTo>
                  <a:pt x="8752" y="9871"/>
                </a:lnTo>
                <a:lnTo>
                  <a:pt x="8837" y="9916"/>
                </a:lnTo>
                <a:lnTo>
                  <a:pt x="8837" y="9916"/>
                </a:lnTo>
                <a:lnTo>
                  <a:pt x="1" y="10130"/>
                </a:lnTo>
                <a:lnTo>
                  <a:pt x="8836" y="10343"/>
                </a:lnTo>
                <a:lnTo>
                  <a:pt x="8836" y="10343"/>
                </a:lnTo>
                <a:lnTo>
                  <a:pt x="8752" y="10388"/>
                </a:lnTo>
                <a:lnTo>
                  <a:pt x="8752" y="10388"/>
                </a:lnTo>
                <a:lnTo>
                  <a:pt x="8893" y="10385"/>
                </a:lnTo>
                <a:lnTo>
                  <a:pt x="8893" y="10385"/>
                </a:lnTo>
                <a:lnTo>
                  <a:pt x="4183" y="13334"/>
                </a:lnTo>
                <a:lnTo>
                  <a:pt x="9085" y="10731"/>
                </a:lnTo>
                <a:lnTo>
                  <a:pt x="9014" y="10844"/>
                </a:lnTo>
                <a:lnTo>
                  <a:pt x="9127" y="10774"/>
                </a:lnTo>
                <a:lnTo>
                  <a:pt x="6522" y="15675"/>
                </a:lnTo>
                <a:lnTo>
                  <a:pt x="9472" y="10964"/>
                </a:lnTo>
                <a:lnTo>
                  <a:pt x="9472" y="10964"/>
                </a:lnTo>
                <a:lnTo>
                  <a:pt x="9468" y="11106"/>
                </a:lnTo>
                <a:lnTo>
                  <a:pt x="9507" y="11033"/>
                </a:lnTo>
                <a:lnTo>
                  <a:pt x="9728" y="21640"/>
                </a:lnTo>
                <a:lnTo>
                  <a:pt x="9948" y="11033"/>
                </a:lnTo>
                <a:lnTo>
                  <a:pt x="9987" y="11106"/>
                </a:lnTo>
                <a:lnTo>
                  <a:pt x="9984" y="10965"/>
                </a:lnTo>
                <a:lnTo>
                  <a:pt x="12932" y="15675"/>
                </a:lnTo>
                <a:lnTo>
                  <a:pt x="10328" y="10773"/>
                </a:lnTo>
                <a:lnTo>
                  <a:pt x="10442" y="10844"/>
                </a:lnTo>
                <a:lnTo>
                  <a:pt x="10371" y="10731"/>
                </a:lnTo>
                <a:lnTo>
                  <a:pt x="15272" y="13334"/>
                </a:lnTo>
                <a:lnTo>
                  <a:pt x="10562" y="10385"/>
                </a:lnTo>
                <a:lnTo>
                  <a:pt x="10562" y="10385"/>
                </a:lnTo>
                <a:lnTo>
                  <a:pt x="10704" y="10388"/>
                </a:lnTo>
                <a:lnTo>
                  <a:pt x="10619" y="10343"/>
                </a:lnTo>
                <a:lnTo>
                  <a:pt x="10619" y="10343"/>
                </a:lnTo>
                <a:lnTo>
                  <a:pt x="19455" y="10130"/>
                </a:lnTo>
                <a:lnTo>
                  <a:pt x="10619" y="9916"/>
                </a:lnTo>
                <a:lnTo>
                  <a:pt x="10619" y="9916"/>
                </a:lnTo>
                <a:lnTo>
                  <a:pt x="10704" y="9871"/>
                </a:lnTo>
                <a:lnTo>
                  <a:pt x="10562" y="9874"/>
                </a:lnTo>
                <a:lnTo>
                  <a:pt x="10562" y="9874"/>
                </a:lnTo>
                <a:lnTo>
                  <a:pt x="15272" y="6925"/>
                </a:lnTo>
                <a:lnTo>
                  <a:pt x="10371" y="9528"/>
                </a:lnTo>
                <a:lnTo>
                  <a:pt x="10442" y="9415"/>
                </a:lnTo>
                <a:lnTo>
                  <a:pt x="10329" y="9485"/>
                </a:lnTo>
                <a:lnTo>
                  <a:pt x="12932" y="4586"/>
                </a:lnTo>
                <a:lnTo>
                  <a:pt x="9984" y="9294"/>
                </a:lnTo>
                <a:lnTo>
                  <a:pt x="9987" y="9154"/>
                </a:lnTo>
                <a:lnTo>
                  <a:pt x="9943" y="9237"/>
                </a:lnTo>
                <a:lnTo>
                  <a:pt x="972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7"/>
          <p:cNvSpPr/>
          <p:nvPr/>
        </p:nvSpPr>
        <p:spPr>
          <a:xfrm>
            <a:off x="1527400" y="3507744"/>
            <a:ext cx="442705" cy="472433"/>
          </a:xfrm>
          <a:custGeom>
            <a:avLst/>
            <a:gdLst/>
            <a:ahLst/>
            <a:cxnLst/>
            <a:rect l="l" t="t" r="r" b="b"/>
            <a:pathLst>
              <a:path w="16485" h="17592" extrusionOk="0">
                <a:moveTo>
                  <a:pt x="7876" y="1"/>
                </a:moveTo>
                <a:lnTo>
                  <a:pt x="7285" y="8196"/>
                </a:lnTo>
                <a:lnTo>
                  <a:pt x="5141" y="5721"/>
                </a:lnTo>
                <a:lnTo>
                  <a:pt x="6780" y="8718"/>
                </a:lnTo>
                <a:lnTo>
                  <a:pt x="1" y="7164"/>
                </a:lnTo>
                <a:lnTo>
                  <a:pt x="1" y="7164"/>
                </a:lnTo>
                <a:lnTo>
                  <a:pt x="6194" y="10067"/>
                </a:lnTo>
                <a:lnTo>
                  <a:pt x="2831" y="11601"/>
                </a:lnTo>
                <a:lnTo>
                  <a:pt x="2831" y="11601"/>
                </a:lnTo>
                <a:lnTo>
                  <a:pt x="6464" y="10683"/>
                </a:lnTo>
                <a:lnTo>
                  <a:pt x="2696" y="17403"/>
                </a:lnTo>
                <a:lnTo>
                  <a:pt x="7575" y="11511"/>
                </a:lnTo>
                <a:lnTo>
                  <a:pt x="7772" y="15357"/>
                </a:lnTo>
                <a:lnTo>
                  <a:pt x="8242" y="11625"/>
                </a:lnTo>
                <a:lnTo>
                  <a:pt x="13096" y="17592"/>
                </a:lnTo>
                <a:lnTo>
                  <a:pt x="9245" y="10645"/>
                </a:lnTo>
                <a:lnTo>
                  <a:pt x="13004" y="11630"/>
                </a:lnTo>
                <a:lnTo>
                  <a:pt x="9667" y="10060"/>
                </a:lnTo>
                <a:lnTo>
                  <a:pt x="16484" y="7373"/>
                </a:lnTo>
                <a:lnTo>
                  <a:pt x="16484" y="7373"/>
                </a:lnTo>
                <a:lnTo>
                  <a:pt x="9156" y="8799"/>
                </a:lnTo>
                <a:lnTo>
                  <a:pt x="11457" y="5046"/>
                </a:lnTo>
                <a:lnTo>
                  <a:pt x="8567" y="8452"/>
                </a:lnTo>
                <a:lnTo>
                  <a:pt x="78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57"/>
          <p:cNvGrpSpPr/>
          <p:nvPr/>
        </p:nvGrpSpPr>
        <p:grpSpPr>
          <a:xfrm>
            <a:off x="848097" y="3724255"/>
            <a:ext cx="485404" cy="615705"/>
            <a:chOff x="993275" y="3966775"/>
            <a:chExt cx="451875" cy="573175"/>
          </a:xfrm>
        </p:grpSpPr>
        <p:sp>
          <p:nvSpPr>
            <p:cNvPr id="835" name="Google Shape;835;p57"/>
            <p:cNvSpPr/>
            <p:nvPr/>
          </p:nvSpPr>
          <p:spPr>
            <a:xfrm>
              <a:off x="1073725" y="4005300"/>
              <a:ext cx="255725" cy="519350"/>
            </a:xfrm>
            <a:custGeom>
              <a:avLst/>
              <a:gdLst/>
              <a:ahLst/>
              <a:cxnLst/>
              <a:rect l="l" t="t" r="r" b="b"/>
              <a:pathLst>
                <a:path w="10229" h="20774" extrusionOk="0">
                  <a:moveTo>
                    <a:pt x="5350" y="3424"/>
                  </a:moveTo>
                  <a:cubicBezTo>
                    <a:pt x="5664" y="4826"/>
                    <a:pt x="6174" y="6167"/>
                    <a:pt x="6875" y="7424"/>
                  </a:cubicBezTo>
                  <a:cubicBezTo>
                    <a:pt x="7543" y="8618"/>
                    <a:pt x="8370" y="9712"/>
                    <a:pt x="9339" y="10684"/>
                  </a:cubicBezTo>
                  <a:cubicBezTo>
                    <a:pt x="8261" y="11616"/>
                    <a:pt x="7343" y="12705"/>
                    <a:pt x="6610" y="13924"/>
                  </a:cubicBezTo>
                  <a:cubicBezTo>
                    <a:pt x="5927" y="15056"/>
                    <a:pt x="5420" y="16269"/>
                    <a:pt x="5096" y="17543"/>
                  </a:cubicBezTo>
                  <a:cubicBezTo>
                    <a:pt x="4749" y="16307"/>
                    <a:pt x="4242" y="15125"/>
                    <a:pt x="3584" y="14016"/>
                  </a:cubicBezTo>
                  <a:cubicBezTo>
                    <a:pt x="2853" y="12785"/>
                    <a:pt x="1949" y="11669"/>
                    <a:pt x="892" y="10699"/>
                  </a:cubicBezTo>
                  <a:cubicBezTo>
                    <a:pt x="1933" y="9734"/>
                    <a:pt x="2836" y="8637"/>
                    <a:pt x="3581" y="7436"/>
                  </a:cubicBezTo>
                  <a:cubicBezTo>
                    <a:pt x="4357" y="6183"/>
                    <a:pt x="4948" y="4839"/>
                    <a:pt x="5350" y="3424"/>
                  </a:cubicBezTo>
                  <a:close/>
                  <a:moveTo>
                    <a:pt x="5453" y="1"/>
                  </a:moveTo>
                  <a:lnTo>
                    <a:pt x="5102" y="1882"/>
                  </a:lnTo>
                  <a:cubicBezTo>
                    <a:pt x="4752" y="3755"/>
                    <a:pt x="4071" y="5518"/>
                    <a:pt x="3076" y="7123"/>
                  </a:cubicBezTo>
                  <a:cubicBezTo>
                    <a:pt x="2303" y="8370"/>
                    <a:pt x="1353" y="9498"/>
                    <a:pt x="252" y="10478"/>
                  </a:cubicBezTo>
                  <a:lnTo>
                    <a:pt x="1" y="10701"/>
                  </a:lnTo>
                  <a:lnTo>
                    <a:pt x="253" y="10923"/>
                  </a:lnTo>
                  <a:cubicBezTo>
                    <a:pt x="1369" y="11904"/>
                    <a:pt x="2317" y="13047"/>
                    <a:pt x="3073" y="14318"/>
                  </a:cubicBezTo>
                  <a:cubicBezTo>
                    <a:pt x="3932" y="15766"/>
                    <a:pt x="4521" y="17341"/>
                    <a:pt x="4823" y="19004"/>
                  </a:cubicBezTo>
                  <a:lnTo>
                    <a:pt x="5145" y="20774"/>
                  </a:lnTo>
                  <a:lnTo>
                    <a:pt x="5410" y="18995"/>
                  </a:lnTo>
                  <a:cubicBezTo>
                    <a:pt x="5661" y="17296"/>
                    <a:pt x="6237" y="15693"/>
                    <a:pt x="7118" y="14230"/>
                  </a:cubicBezTo>
                  <a:cubicBezTo>
                    <a:pt x="7874" y="12975"/>
                    <a:pt x="8834" y="11865"/>
                    <a:pt x="9970" y="10929"/>
                  </a:cubicBezTo>
                  <a:lnTo>
                    <a:pt x="10228" y="10717"/>
                  </a:lnTo>
                  <a:lnTo>
                    <a:pt x="9987" y="10486"/>
                  </a:lnTo>
                  <a:cubicBezTo>
                    <a:pt x="8958" y="9500"/>
                    <a:pt x="8086" y="8371"/>
                    <a:pt x="7394" y="7135"/>
                  </a:cubicBezTo>
                  <a:cubicBezTo>
                    <a:pt x="6492" y="5516"/>
                    <a:pt x="5918" y="3756"/>
                    <a:pt x="5688" y="1900"/>
                  </a:cubicBezTo>
                  <a:lnTo>
                    <a:pt x="54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7"/>
            <p:cNvSpPr/>
            <p:nvPr/>
          </p:nvSpPr>
          <p:spPr>
            <a:xfrm>
              <a:off x="993275" y="3966775"/>
              <a:ext cx="80700" cy="200325"/>
            </a:xfrm>
            <a:custGeom>
              <a:avLst/>
              <a:gdLst/>
              <a:ahLst/>
              <a:cxnLst/>
              <a:rect l="l" t="t" r="r" b="b"/>
              <a:pathLst>
                <a:path w="3228" h="8013" extrusionOk="0">
                  <a:moveTo>
                    <a:pt x="1656" y="2992"/>
                  </a:moveTo>
                  <a:cubicBezTo>
                    <a:pt x="1715" y="3137"/>
                    <a:pt x="1784" y="3277"/>
                    <a:pt x="1861" y="3415"/>
                  </a:cubicBezTo>
                  <a:cubicBezTo>
                    <a:pt x="1999" y="3664"/>
                    <a:pt x="2166" y="3897"/>
                    <a:pt x="2355" y="4111"/>
                  </a:cubicBezTo>
                  <a:cubicBezTo>
                    <a:pt x="2140" y="4322"/>
                    <a:pt x="1953" y="4558"/>
                    <a:pt x="1797" y="4817"/>
                  </a:cubicBezTo>
                  <a:cubicBezTo>
                    <a:pt x="1725" y="4936"/>
                    <a:pt x="1662" y="5058"/>
                    <a:pt x="1604" y="5184"/>
                  </a:cubicBezTo>
                  <a:cubicBezTo>
                    <a:pt x="1551" y="5066"/>
                    <a:pt x="1490" y="4953"/>
                    <a:pt x="1423" y="4841"/>
                  </a:cubicBezTo>
                  <a:cubicBezTo>
                    <a:pt x="1269" y="4582"/>
                    <a:pt x="1087" y="4342"/>
                    <a:pt x="877" y="4126"/>
                  </a:cubicBezTo>
                  <a:cubicBezTo>
                    <a:pt x="1083" y="3913"/>
                    <a:pt x="1265" y="3679"/>
                    <a:pt x="1420" y="3427"/>
                  </a:cubicBezTo>
                  <a:cubicBezTo>
                    <a:pt x="1508" y="3286"/>
                    <a:pt x="1587" y="3140"/>
                    <a:pt x="1656" y="2992"/>
                  </a:cubicBezTo>
                  <a:close/>
                  <a:moveTo>
                    <a:pt x="1745" y="0"/>
                  </a:moveTo>
                  <a:lnTo>
                    <a:pt x="1393" y="1880"/>
                  </a:lnTo>
                  <a:cubicBezTo>
                    <a:pt x="1311" y="2322"/>
                    <a:pt x="1149" y="2736"/>
                    <a:pt x="916" y="3114"/>
                  </a:cubicBezTo>
                  <a:cubicBezTo>
                    <a:pt x="734" y="3408"/>
                    <a:pt x="511" y="3673"/>
                    <a:pt x="252" y="3904"/>
                  </a:cubicBezTo>
                  <a:lnTo>
                    <a:pt x="0" y="4127"/>
                  </a:lnTo>
                  <a:lnTo>
                    <a:pt x="253" y="4348"/>
                  </a:lnTo>
                  <a:cubicBezTo>
                    <a:pt x="514" y="4579"/>
                    <a:pt x="736" y="4846"/>
                    <a:pt x="914" y="5144"/>
                  </a:cubicBezTo>
                  <a:cubicBezTo>
                    <a:pt x="1114" y="5483"/>
                    <a:pt x="1252" y="5853"/>
                    <a:pt x="1323" y="6242"/>
                  </a:cubicBezTo>
                  <a:lnTo>
                    <a:pt x="1645" y="8012"/>
                  </a:lnTo>
                  <a:lnTo>
                    <a:pt x="1909" y="6233"/>
                  </a:lnTo>
                  <a:cubicBezTo>
                    <a:pt x="1968" y="5838"/>
                    <a:pt x="2102" y="5464"/>
                    <a:pt x="2307" y="5124"/>
                  </a:cubicBezTo>
                  <a:cubicBezTo>
                    <a:pt x="2482" y="4832"/>
                    <a:pt x="2707" y="4572"/>
                    <a:pt x="2971" y="4355"/>
                  </a:cubicBezTo>
                  <a:lnTo>
                    <a:pt x="3228" y="4144"/>
                  </a:lnTo>
                  <a:lnTo>
                    <a:pt x="2987" y="3912"/>
                  </a:lnTo>
                  <a:cubicBezTo>
                    <a:pt x="2746" y="3680"/>
                    <a:pt x="2541" y="3415"/>
                    <a:pt x="2380" y="3126"/>
                  </a:cubicBezTo>
                  <a:cubicBezTo>
                    <a:pt x="2168" y="2747"/>
                    <a:pt x="2033" y="2334"/>
                    <a:pt x="1979" y="1899"/>
                  </a:cubicBezTo>
                  <a:lnTo>
                    <a:pt x="17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7"/>
            <p:cNvSpPr/>
            <p:nvPr/>
          </p:nvSpPr>
          <p:spPr>
            <a:xfrm>
              <a:off x="1342575" y="4299800"/>
              <a:ext cx="102575" cy="240150"/>
            </a:xfrm>
            <a:custGeom>
              <a:avLst/>
              <a:gdLst/>
              <a:ahLst/>
              <a:cxnLst/>
              <a:rect l="l" t="t" r="r" b="b"/>
              <a:pathLst>
                <a:path w="4103" h="9606" extrusionOk="0">
                  <a:moveTo>
                    <a:pt x="2115" y="3093"/>
                  </a:moveTo>
                  <a:cubicBezTo>
                    <a:pt x="2216" y="3377"/>
                    <a:pt x="2340" y="3651"/>
                    <a:pt x="2487" y="3916"/>
                  </a:cubicBezTo>
                  <a:cubicBezTo>
                    <a:pt x="2691" y="4283"/>
                    <a:pt x="2939" y="4623"/>
                    <a:pt x="3224" y="4932"/>
                  </a:cubicBezTo>
                  <a:cubicBezTo>
                    <a:pt x="2904" y="5233"/>
                    <a:pt x="2626" y="5576"/>
                    <a:pt x="2398" y="5954"/>
                  </a:cubicBezTo>
                  <a:cubicBezTo>
                    <a:pt x="2257" y="6188"/>
                    <a:pt x="2138" y="6430"/>
                    <a:pt x="2040" y="6682"/>
                  </a:cubicBezTo>
                  <a:cubicBezTo>
                    <a:pt x="1942" y="6442"/>
                    <a:pt x="1826" y="6210"/>
                    <a:pt x="1693" y="5987"/>
                  </a:cubicBezTo>
                  <a:cubicBezTo>
                    <a:pt x="1468" y="5607"/>
                    <a:pt x="1195" y="5258"/>
                    <a:pt x="883" y="4946"/>
                  </a:cubicBezTo>
                  <a:cubicBezTo>
                    <a:pt x="1190" y="4639"/>
                    <a:pt x="1461" y="4297"/>
                    <a:pt x="1691" y="3927"/>
                  </a:cubicBezTo>
                  <a:cubicBezTo>
                    <a:pt x="1856" y="3660"/>
                    <a:pt x="1998" y="3381"/>
                    <a:pt x="2115" y="3093"/>
                  </a:cubicBezTo>
                  <a:close/>
                  <a:moveTo>
                    <a:pt x="2208" y="0"/>
                  </a:moveTo>
                  <a:lnTo>
                    <a:pt x="1856" y="1882"/>
                  </a:lnTo>
                  <a:cubicBezTo>
                    <a:pt x="1740" y="2501"/>
                    <a:pt x="1515" y="3084"/>
                    <a:pt x="1186" y="3615"/>
                  </a:cubicBezTo>
                  <a:cubicBezTo>
                    <a:pt x="931" y="4028"/>
                    <a:pt x="616" y="4400"/>
                    <a:pt x="252" y="4726"/>
                  </a:cubicBezTo>
                  <a:lnTo>
                    <a:pt x="1" y="4949"/>
                  </a:lnTo>
                  <a:lnTo>
                    <a:pt x="253" y="5170"/>
                  </a:lnTo>
                  <a:cubicBezTo>
                    <a:pt x="621" y="5494"/>
                    <a:pt x="934" y="5870"/>
                    <a:pt x="1184" y="6290"/>
                  </a:cubicBezTo>
                  <a:cubicBezTo>
                    <a:pt x="1466" y="6768"/>
                    <a:pt x="1661" y="7288"/>
                    <a:pt x="1760" y="7836"/>
                  </a:cubicBezTo>
                  <a:lnTo>
                    <a:pt x="2082" y="9606"/>
                  </a:lnTo>
                  <a:lnTo>
                    <a:pt x="2346" y="7827"/>
                  </a:lnTo>
                  <a:cubicBezTo>
                    <a:pt x="2429" y="7268"/>
                    <a:pt x="2618" y="6741"/>
                    <a:pt x="2908" y="6261"/>
                  </a:cubicBezTo>
                  <a:cubicBezTo>
                    <a:pt x="3157" y="5848"/>
                    <a:pt x="3472" y="5483"/>
                    <a:pt x="3845" y="5177"/>
                  </a:cubicBezTo>
                  <a:lnTo>
                    <a:pt x="4103" y="4965"/>
                  </a:lnTo>
                  <a:lnTo>
                    <a:pt x="3861" y="4733"/>
                  </a:lnTo>
                  <a:cubicBezTo>
                    <a:pt x="3521" y="4407"/>
                    <a:pt x="3235" y="4036"/>
                    <a:pt x="3007" y="3626"/>
                  </a:cubicBezTo>
                  <a:cubicBezTo>
                    <a:pt x="2708" y="3093"/>
                    <a:pt x="2518" y="2512"/>
                    <a:pt x="2442" y="1899"/>
                  </a:cubicBezTo>
                  <a:lnTo>
                    <a:pt x="220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8" name="Google Shape;838;p57"/>
          <p:cNvSpPr/>
          <p:nvPr/>
        </p:nvSpPr>
        <p:spPr>
          <a:xfrm>
            <a:off x="848125" y="3117588"/>
            <a:ext cx="431694" cy="431694"/>
          </a:xfrm>
          <a:custGeom>
            <a:avLst/>
            <a:gdLst/>
            <a:ahLst/>
            <a:cxnLst/>
            <a:rect l="l" t="t" r="r" b="b"/>
            <a:pathLst>
              <a:path w="16075" h="16075" extrusionOk="0">
                <a:moveTo>
                  <a:pt x="8037" y="1"/>
                </a:moveTo>
                <a:lnTo>
                  <a:pt x="6648" y="4681"/>
                </a:lnTo>
                <a:lnTo>
                  <a:pt x="2355" y="2355"/>
                </a:lnTo>
                <a:lnTo>
                  <a:pt x="2355" y="2355"/>
                </a:lnTo>
                <a:lnTo>
                  <a:pt x="4681" y="6649"/>
                </a:lnTo>
                <a:lnTo>
                  <a:pt x="0" y="8038"/>
                </a:lnTo>
                <a:lnTo>
                  <a:pt x="4681" y="9428"/>
                </a:lnTo>
                <a:lnTo>
                  <a:pt x="2355" y="13722"/>
                </a:lnTo>
                <a:lnTo>
                  <a:pt x="6648" y="11394"/>
                </a:lnTo>
                <a:lnTo>
                  <a:pt x="8037" y="16075"/>
                </a:lnTo>
                <a:lnTo>
                  <a:pt x="9428" y="11394"/>
                </a:lnTo>
                <a:lnTo>
                  <a:pt x="13721" y="13722"/>
                </a:lnTo>
                <a:lnTo>
                  <a:pt x="11395" y="9428"/>
                </a:lnTo>
                <a:lnTo>
                  <a:pt x="16075" y="8038"/>
                </a:lnTo>
                <a:lnTo>
                  <a:pt x="11395" y="6649"/>
                </a:lnTo>
                <a:lnTo>
                  <a:pt x="13721" y="2355"/>
                </a:lnTo>
                <a:lnTo>
                  <a:pt x="13721" y="2355"/>
                </a:lnTo>
                <a:lnTo>
                  <a:pt x="9428" y="4681"/>
                </a:lnTo>
                <a:lnTo>
                  <a:pt x="80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9" name="Google Shape;839;p57"/>
          <p:cNvGrpSpPr/>
          <p:nvPr/>
        </p:nvGrpSpPr>
        <p:grpSpPr>
          <a:xfrm>
            <a:off x="3357729" y="2983872"/>
            <a:ext cx="1994255" cy="128050"/>
            <a:chOff x="2883398" y="2903154"/>
            <a:chExt cx="1803939" cy="115830"/>
          </a:xfrm>
        </p:grpSpPr>
        <p:sp>
          <p:nvSpPr>
            <p:cNvPr id="840" name="Google Shape;840;p57"/>
            <p:cNvSpPr/>
            <p:nvPr/>
          </p:nvSpPr>
          <p:spPr>
            <a:xfrm>
              <a:off x="2897924" y="2903154"/>
              <a:ext cx="890648" cy="102200"/>
            </a:xfrm>
            <a:custGeom>
              <a:avLst/>
              <a:gdLst/>
              <a:ahLst/>
              <a:cxnLst/>
              <a:rect l="l" t="t" r="r" b="b"/>
              <a:pathLst>
                <a:path w="25874" h="2969" extrusionOk="0">
                  <a:moveTo>
                    <a:pt x="24476" y="0"/>
                  </a:moveTo>
                  <a:cubicBezTo>
                    <a:pt x="23901" y="0"/>
                    <a:pt x="23430" y="469"/>
                    <a:pt x="23430" y="1047"/>
                  </a:cubicBezTo>
                  <a:cubicBezTo>
                    <a:pt x="23430" y="1482"/>
                    <a:pt x="23786" y="1836"/>
                    <a:pt x="24221" y="1836"/>
                  </a:cubicBezTo>
                  <a:cubicBezTo>
                    <a:pt x="24555" y="1836"/>
                    <a:pt x="24824" y="1565"/>
                    <a:pt x="24824" y="1233"/>
                  </a:cubicBezTo>
                  <a:cubicBezTo>
                    <a:pt x="24824" y="1178"/>
                    <a:pt x="24780" y="1134"/>
                    <a:pt x="24725" y="1134"/>
                  </a:cubicBezTo>
                  <a:cubicBezTo>
                    <a:pt x="24671" y="1134"/>
                    <a:pt x="24626" y="1178"/>
                    <a:pt x="24626" y="1233"/>
                  </a:cubicBezTo>
                  <a:cubicBezTo>
                    <a:pt x="24626" y="1457"/>
                    <a:pt x="24445" y="1638"/>
                    <a:pt x="24221" y="1638"/>
                  </a:cubicBezTo>
                  <a:cubicBezTo>
                    <a:pt x="23894" y="1638"/>
                    <a:pt x="23628" y="1372"/>
                    <a:pt x="23628" y="1047"/>
                  </a:cubicBezTo>
                  <a:cubicBezTo>
                    <a:pt x="23628" y="579"/>
                    <a:pt x="24009" y="198"/>
                    <a:pt x="24476" y="198"/>
                  </a:cubicBezTo>
                  <a:cubicBezTo>
                    <a:pt x="25137" y="198"/>
                    <a:pt x="25675" y="735"/>
                    <a:pt x="25675" y="1396"/>
                  </a:cubicBezTo>
                  <a:cubicBezTo>
                    <a:pt x="25675" y="2410"/>
                    <a:pt x="24809" y="2770"/>
                    <a:pt x="23997" y="2770"/>
                  </a:cubicBezTo>
                  <a:lnTo>
                    <a:pt x="99" y="2770"/>
                  </a:lnTo>
                  <a:cubicBezTo>
                    <a:pt x="45" y="2770"/>
                    <a:pt x="0" y="2815"/>
                    <a:pt x="0" y="2869"/>
                  </a:cubicBezTo>
                  <a:cubicBezTo>
                    <a:pt x="0" y="2924"/>
                    <a:pt x="45" y="2969"/>
                    <a:pt x="99" y="2969"/>
                  </a:cubicBezTo>
                  <a:lnTo>
                    <a:pt x="24117" y="2969"/>
                  </a:lnTo>
                  <a:cubicBezTo>
                    <a:pt x="24126" y="2969"/>
                    <a:pt x="24135" y="2969"/>
                    <a:pt x="24143" y="2966"/>
                  </a:cubicBezTo>
                  <a:cubicBezTo>
                    <a:pt x="25200" y="2915"/>
                    <a:pt x="25873" y="2310"/>
                    <a:pt x="25873" y="1397"/>
                  </a:cubicBezTo>
                  <a:cubicBezTo>
                    <a:pt x="25873" y="627"/>
                    <a:pt x="25247" y="0"/>
                    <a:pt x="24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7"/>
            <p:cNvSpPr/>
            <p:nvPr/>
          </p:nvSpPr>
          <p:spPr>
            <a:xfrm>
              <a:off x="3782183" y="2903154"/>
              <a:ext cx="890648" cy="102200"/>
            </a:xfrm>
            <a:custGeom>
              <a:avLst/>
              <a:gdLst/>
              <a:ahLst/>
              <a:cxnLst/>
              <a:rect l="l" t="t" r="r" b="b"/>
              <a:pathLst>
                <a:path w="25874" h="2969" extrusionOk="0">
                  <a:moveTo>
                    <a:pt x="1397" y="0"/>
                  </a:moveTo>
                  <a:cubicBezTo>
                    <a:pt x="627" y="0"/>
                    <a:pt x="1" y="627"/>
                    <a:pt x="1" y="1396"/>
                  </a:cubicBezTo>
                  <a:cubicBezTo>
                    <a:pt x="1" y="2310"/>
                    <a:pt x="674" y="2915"/>
                    <a:pt x="1730" y="2966"/>
                  </a:cubicBezTo>
                  <a:cubicBezTo>
                    <a:pt x="1739" y="2969"/>
                    <a:pt x="1747" y="2969"/>
                    <a:pt x="1756" y="2969"/>
                  </a:cubicBezTo>
                  <a:lnTo>
                    <a:pt x="25774" y="2969"/>
                  </a:lnTo>
                  <a:cubicBezTo>
                    <a:pt x="25829" y="2969"/>
                    <a:pt x="25874" y="2926"/>
                    <a:pt x="25874" y="2869"/>
                  </a:cubicBezTo>
                  <a:cubicBezTo>
                    <a:pt x="25874" y="2815"/>
                    <a:pt x="25829" y="2770"/>
                    <a:pt x="25774" y="2770"/>
                  </a:cubicBezTo>
                  <a:lnTo>
                    <a:pt x="1877" y="2770"/>
                  </a:lnTo>
                  <a:cubicBezTo>
                    <a:pt x="1065" y="2770"/>
                    <a:pt x="199" y="2410"/>
                    <a:pt x="199" y="1396"/>
                  </a:cubicBezTo>
                  <a:cubicBezTo>
                    <a:pt x="199" y="735"/>
                    <a:pt x="735" y="197"/>
                    <a:pt x="1397" y="197"/>
                  </a:cubicBezTo>
                  <a:cubicBezTo>
                    <a:pt x="1865" y="197"/>
                    <a:pt x="2246" y="577"/>
                    <a:pt x="2246" y="1045"/>
                  </a:cubicBezTo>
                  <a:cubicBezTo>
                    <a:pt x="2246" y="1372"/>
                    <a:pt x="1980" y="1638"/>
                    <a:pt x="1653" y="1638"/>
                  </a:cubicBezTo>
                  <a:cubicBezTo>
                    <a:pt x="1429" y="1638"/>
                    <a:pt x="1246" y="1456"/>
                    <a:pt x="1246" y="1233"/>
                  </a:cubicBezTo>
                  <a:cubicBezTo>
                    <a:pt x="1246" y="1178"/>
                    <a:pt x="1202" y="1134"/>
                    <a:pt x="1147" y="1134"/>
                  </a:cubicBezTo>
                  <a:cubicBezTo>
                    <a:pt x="1093" y="1134"/>
                    <a:pt x="1048" y="1178"/>
                    <a:pt x="1048" y="1233"/>
                  </a:cubicBezTo>
                  <a:cubicBezTo>
                    <a:pt x="1048" y="1565"/>
                    <a:pt x="1319" y="1836"/>
                    <a:pt x="1653" y="1836"/>
                  </a:cubicBezTo>
                  <a:cubicBezTo>
                    <a:pt x="2088" y="1836"/>
                    <a:pt x="2442" y="1482"/>
                    <a:pt x="2442" y="1047"/>
                  </a:cubicBezTo>
                  <a:cubicBezTo>
                    <a:pt x="2442" y="469"/>
                    <a:pt x="1973" y="0"/>
                    <a:pt x="13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7"/>
            <p:cNvSpPr/>
            <p:nvPr/>
          </p:nvSpPr>
          <p:spPr>
            <a:xfrm>
              <a:off x="4653225" y="2984906"/>
              <a:ext cx="34113" cy="34078"/>
            </a:xfrm>
            <a:custGeom>
              <a:avLst/>
              <a:gdLst/>
              <a:ahLst/>
              <a:cxnLst/>
              <a:rect l="l" t="t" r="r" b="b"/>
              <a:pathLst>
                <a:path w="991" h="990" extrusionOk="0">
                  <a:moveTo>
                    <a:pt x="496" y="1"/>
                  </a:moveTo>
                  <a:cubicBezTo>
                    <a:pt x="222" y="1"/>
                    <a:pt x="0" y="222"/>
                    <a:pt x="0" y="496"/>
                  </a:cubicBezTo>
                  <a:cubicBezTo>
                    <a:pt x="0" y="768"/>
                    <a:pt x="222" y="990"/>
                    <a:pt x="496" y="990"/>
                  </a:cubicBezTo>
                  <a:cubicBezTo>
                    <a:pt x="769" y="990"/>
                    <a:pt x="991" y="768"/>
                    <a:pt x="991" y="496"/>
                  </a:cubicBezTo>
                  <a:cubicBezTo>
                    <a:pt x="991" y="222"/>
                    <a:pt x="769" y="1"/>
                    <a:pt x="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7"/>
            <p:cNvSpPr/>
            <p:nvPr/>
          </p:nvSpPr>
          <p:spPr>
            <a:xfrm>
              <a:off x="2883398" y="2984906"/>
              <a:ext cx="34078" cy="34078"/>
            </a:xfrm>
            <a:custGeom>
              <a:avLst/>
              <a:gdLst/>
              <a:ahLst/>
              <a:cxnLst/>
              <a:rect l="l" t="t" r="r" b="b"/>
              <a:pathLst>
                <a:path w="990" h="990" extrusionOk="0">
                  <a:moveTo>
                    <a:pt x="495" y="1"/>
                  </a:moveTo>
                  <a:cubicBezTo>
                    <a:pt x="222" y="1"/>
                    <a:pt x="0" y="222"/>
                    <a:pt x="0" y="496"/>
                  </a:cubicBezTo>
                  <a:cubicBezTo>
                    <a:pt x="0" y="768"/>
                    <a:pt x="222" y="990"/>
                    <a:pt x="495" y="990"/>
                  </a:cubicBezTo>
                  <a:cubicBezTo>
                    <a:pt x="768" y="990"/>
                    <a:pt x="989" y="768"/>
                    <a:pt x="989" y="496"/>
                  </a:cubicBezTo>
                  <a:cubicBezTo>
                    <a:pt x="989" y="222"/>
                    <a:pt x="768" y="1"/>
                    <a:pt x="4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 name="Google Shape;844;p57"/>
          <p:cNvGrpSpPr/>
          <p:nvPr/>
        </p:nvGrpSpPr>
        <p:grpSpPr>
          <a:xfrm>
            <a:off x="3333603" y="3385676"/>
            <a:ext cx="2042432" cy="173639"/>
            <a:chOff x="2861575" y="3266613"/>
            <a:chExt cx="1847519" cy="157068"/>
          </a:xfrm>
        </p:grpSpPr>
        <p:sp>
          <p:nvSpPr>
            <p:cNvPr id="845" name="Google Shape;845;p57"/>
            <p:cNvSpPr/>
            <p:nvPr/>
          </p:nvSpPr>
          <p:spPr>
            <a:xfrm>
              <a:off x="4602728" y="3266613"/>
              <a:ext cx="106366" cy="96658"/>
            </a:xfrm>
            <a:custGeom>
              <a:avLst/>
              <a:gdLst/>
              <a:ahLst/>
              <a:cxnLst/>
              <a:rect l="l" t="t" r="r" b="b"/>
              <a:pathLst>
                <a:path w="3090" h="2808" extrusionOk="0">
                  <a:moveTo>
                    <a:pt x="1401" y="1"/>
                  </a:moveTo>
                  <a:cubicBezTo>
                    <a:pt x="853" y="1"/>
                    <a:pt x="265" y="316"/>
                    <a:pt x="125" y="965"/>
                  </a:cubicBezTo>
                  <a:cubicBezTo>
                    <a:pt x="0" y="1544"/>
                    <a:pt x="286" y="2151"/>
                    <a:pt x="852" y="2512"/>
                  </a:cubicBezTo>
                  <a:cubicBezTo>
                    <a:pt x="1122" y="2685"/>
                    <a:pt x="1475" y="2808"/>
                    <a:pt x="1862" y="2808"/>
                  </a:cubicBezTo>
                  <a:cubicBezTo>
                    <a:pt x="2237" y="2808"/>
                    <a:pt x="2644" y="2693"/>
                    <a:pt x="3038" y="2396"/>
                  </a:cubicBezTo>
                  <a:cubicBezTo>
                    <a:pt x="3081" y="2363"/>
                    <a:pt x="3090" y="2301"/>
                    <a:pt x="3057" y="2258"/>
                  </a:cubicBezTo>
                  <a:cubicBezTo>
                    <a:pt x="3038" y="2232"/>
                    <a:pt x="3008" y="2218"/>
                    <a:pt x="2979" y="2218"/>
                  </a:cubicBezTo>
                  <a:cubicBezTo>
                    <a:pt x="2958" y="2218"/>
                    <a:pt x="2937" y="2225"/>
                    <a:pt x="2919" y="2238"/>
                  </a:cubicBezTo>
                  <a:cubicBezTo>
                    <a:pt x="2564" y="2506"/>
                    <a:pt x="2198" y="2609"/>
                    <a:pt x="1861" y="2609"/>
                  </a:cubicBezTo>
                  <a:cubicBezTo>
                    <a:pt x="1515" y="2609"/>
                    <a:pt x="1200" y="2500"/>
                    <a:pt x="959" y="2345"/>
                  </a:cubicBezTo>
                  <a:cubicBezTo>
                    <a:pt x="463" y="2029"/>
                    <a:pt x="211" y="1503"/>
                    <a:pt x="318" y="1007"/>
                  </a:cubicBezTo>
                  <a:cubicBezTo>
                    <a:pt x="435" y="465"/>
                    <a:pt x="930" y="199"/>
                    <a:pt x="1395" y="199"/>
                  </a:cubicBezTo>
                  <a:cubicBezTo>
                    <a:pt x="1432" y="199"/>
                    <a:pt x="1469" y="201"/>
                    <a:pt x="1505" y="204"/>
                  </a:cubicBezTo>
                  <a:cubicBezTo>
                    <a:pt x="1934" y="242"/>
                    <a:pt x="2400" y="514"/>
                    <a:pt x="2423" y="1162"/>
                  </a:cubicBezTo>
                  <a:cubicBezTo>
                    <a:pt x="2424" y="1217"/>
                    <a:pt x="2469" y="1252"/>
                    <a:pt x="2524" y="1257"/>
                  </a:cubicBezTo>
                  <a:cubicBezTo>
                    <a:pt x="2579" y="1256"/>
                    <a:pt x="2622" y="1209"/>
                    <a:pt x="2621" y="1154"/>
                  </a:cubicBezTo>
                  <a:cubicBezTo>
                    <a:pt x="2593" y="378"/>
                    <a:pt x="2012" y="51"/>
                    <a:pt x="1523" y="6"/>
                  </a:cubicBezTo>
                  <a:cubicBezTo>
                    <a:pt x="1483" y="3"/>
                    <a:pt x="1442" y="1"/>
                    <a:pt x="14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57"/>
            <p:cNvSpPr/>
            <p:nvPr/>
          </p:nvSpPr>
          <p:spPr>
            <a:xfrm>
              <a:off x="4602728" y="3327058"/>
              <a:ext cx="106366" cy="96624"/>
            </a:xfrm>
            <a:custGeom>
              <a:avLst/>
              <a:gdLst/>
              <a:ahLst/>
              <a:cxnLst/>
              <a:rect l="l" t="t" r="r" b="b"/>
              <a:pathLst>
                <a:path w="3090" h="2807" extrusionOk="0">
                  <a:moveTo>
                    <a:pt x="1862" y="0"/>
                  </a:moveTo>
                  <a:cubicBezTo>
                    <a:pt x="1475" y="0"/>
                    <a:pt x="1122" y="123"/>
                    <a:pt x="852" y="296"/>
                  </a:cubicBezTo>
                  <a:cubicBezTo>
                    <a:pt x="286" y="658"/>
                    <a:pt x="0" y="1264"/>
                    <a:pt x="125" y="1843"/>
                  </a:cubicBezTo>
                  <a:cubicBezTo>
                    <a:pt x="265" y="2490"/>
                    <a:pt x="850" y="2807"/>
                    <a:pt x="1398" y="2807"/>
                  </a:cubicBezTo>
                  <a:cubicBezTo>
                    <a:pt x="1440" y="2807"/>
                    <a:pt x="1482" y="2804"/>
                    <a:pt x="1523" y="2802"/>
                  </a:cubicBezTo>
                  <a:cubicBezTo>
                    <a:pt x="2012" y="2757"/>
                    <a:pt x="2593" y="2430"/>
                    <a:pt x="2619" y="1654"/>
                  </a:cubicBezTo>
                  <a:cubicBezTo>
                    <a:pt x="2622" y="1599"/>
                    <a:pt x="2579" y="1553"/>
                    <a:pt x="2524" y="1551"/>
                  </a:cubicBezTo>
                  <a:cubicBezTo>
                    <a:pt x="2468" y="1551"/>
                    <a:pt x="2424" y="1591"/>
                    <a:pt x="2423" y="1646"/>
                  </a:cubicBezTo>
                  <a:cubicBezTo>
                    <a:pt x="2399" y="2294"/>
                    <a:pt x="1934" y="2566"/>
                    <a:pt x="1505" y="2604"/>
                  </a:cubicBezTo>
                  <a:cubicBezTo>
                    <a:pt x="1470" y="2607"/>
                    <a:pt x="1435" y="2608"/>
                    <a:pt x="1400" y="2608"/>
                  </a:cubicBezTo>
                  <a:cubicBezTo>
                    <a:pt x="933" y="2608"/>
                    <a:pt x="436" y="2345"/>
                    <a:pt x="318" y="1801"/>
                  </a:cubicBezTo>
                  <a:cubicBezTo>
                    <a:pt x="211" y="1305"/>
                    <a:pt x="463" y="779"/>
                    <a:pt x="959" y="463"/>
                  </a:cubicBezTo>
                  <a:cubicBezTo>
                    <a:pt x="1200" y="308"/>
                    <a:pt x="1515" y="199"/>
                    <a:pt x="1861" y="199"/>
                  </a:cubicBezTo>
                  <a:cubicBezTo>
                    <a:pt x="2198" y="199"/>
                    <a:pt x="2564" y="302"/>
                    <a:pt x="2919" y="570"/>
                  </a:cubicBezTo>
                  <a:cubicBezTo>
                    <a:pt x="2937" y="583"/>
                    <a:pt x="2957" y="590"/>
                    <a:pt x="2978" y="590"/>
                  </a:cubicBezTo>
                  <a:cubicBezTo>
                    <a:pt x="3008" y="590"/>
                    <a:pt x="3038" y="576"/>
                    <a:pt x="3057" y="550"/>
                  </a:cubicBezTo>
                  <a:cubicBezTo>
                    <a:pt x="3090" y="507"/>
                    <a:pt x="3081" y="445"/>
                    <a:pt x="3038" y="412"/>
                  </a:cubicBezTo>
                  <a:cubicBezTo>
                    <a:pt x="2643" y="115"/>
                    <a:pt x="2237" y="0"/>
                    <a:pt x="18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57"/>
            <p:cNvSpPr/>
            <p:nvPr/>
          </p:nvSpPr>
          <p:spPr>
            <a:xfrm>
              <a:off x="2861575" y="3327058"/>
              <a:ext cx="106434" cy="96624"/>
            </a:xfrm>
            <a:custGeom>
              <a:avLst/>
              <a:gdLst/>
              <a:ahLst/>
              <a:cxnLst/>
              <a:rect l="l" t="t" r="r" b="b"/>
              <a:pathLst>
                <a:path w="3092" h="2807" extrusionOk="0">
                  <a:moveTo>
                    <a:pt x="1229" y="0"/>
                  </a:moveTo>
                  <a:cubicBezTo>
                    <a:pt x="854" y="0"/>
                    <a:pt x="448" y="115"/>
                    <a:pt x="54" y="412"/>
                  </a:cubicBezTo>
                  <a:cubicBezTo>
                    <a:pt x="10" y="445"/>
                    <a:pt x="1" y="507"/>
                    <a:pt x="35" y="550"/>
                  </a:cubicBezTo>
                  <a:cubicBezTo>
                    <a:pt x="54" y="576"/>
                    <a:pt x="84" y="590"/>
                    <a:pt x="114" y="590"/>
                  </a:cubicBezTo>
                  <a:cubicBezTo>
                    <a:pt x="134" y="590"/>
                    <a:pt x="155" y="583"/>
                    <a:pt x="173" y="570"/>
                  </a:cubicBezTo>
                  <a:cubicBezTo>
                    <a:pt x="528" y="303"/>
                    <a:pt x="894" y="199"/>
                    <a:pt x="1230" y="199"/>
                  </a:cubicBezTo>
                  <a:cubicBezTo>
                    <a:pt x="1577" y="199"/>
                    <a:pt x="1892" y="309"/>
                    <a:pt x="2133" y="463"/>
                  </a:cubicBezTo>
                  <a:cubicBezTo>
                    <a:pt x="2629" y="779"/>
                    <a:pt x="2879" y="1305"/>
                    <a:pt x="2772" y="1801"/>
                  </a:cubicBezTo>
                  <a:cubicBezTo>
                    <a:pt x="2655" y="2345"/>
                    <a:pt x="2155" y="2608"/>
                    <a:pt x="1690" y="2608"/>
                  </a:cubicBezTo>
                  <a:cubicBezTo>
                    <a:pt x="1655" y="2608"/>
                    <a:pt x="1620" y="2607"/>
                    <a:pt x="1585" y="2604"/>
                  </a:cubicBezTo>
                  <a:cubicBezTo>
                    <a:pt x="1158" y="2566"/>
                    <a:pt x="692" y="2294"/>
                    <a:pt x="669" y="1646"/>
                  </a:cubicBezTo>
                  <a:cubicBezTo>
                    <a:pt x="668" y="1592"/>
                    <a:pt x="619" y="1552"/>
                    <a:pt x="566" y="1551"/>
                  </a:cubicBezTo>
                  <a:cubicBezTo>
                    <a:pt x="513" y="1553"/>
                    <a:pt x="470" y="1599"/>
                    <a:pt x="471" y="1654"/>
                  </a:cubicBezTo>
                  <a:cubicBezTo>
                    <a:pt x="499" y="2430"/>
                    <a:pt x="1080" y="2757"/>
                    <a:pt x="1568" y="2802"/>
                  </a:cubicBezTo>
                  <a:cubicBezTo>
                    <a:pt x="1609" y="2804"/>
                    <a:pt x="1651" y="2807"/>
                    <a:pt x="1694" y="2807"/>
                  </a:cubicBezTo>
                  <a:cubicBezTo>
                    <a:pt x="2241" y="2807"/>
                    <a:pt x="2827" y="2490"/>
                    <a:pt x="2967" y="1843"/>
                  </a:cubicBezTo>
                  <a:cubicBezTo>
                    <a:pt x="3092" y="1264"/>
                    <a:pt x="2805" y="658"/>
                    <a:pt x="2240" y="296"/>
                  </a:cubicBezTo>
                  <a:cubicBezTo>
                    <a:pt x="1969" y="123"/>
                    <a:pt x="1616" y="0"/>
                    <a:pt x="12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57"/>
            <p:cNvSpPr/>
            <p:nvPr/>
          </p:nvSpPr>
          <p:spPr>
            <a:xfrm>
              <a:off x="2861575" y="3266613"/>
              <a:ext cx="106434" cy="96658"/>
            </a:xfrm>
            <a:custGeom>
              <a:avLst/>
              <a:gdLst/>
              <a:ahLst/>
              <a:cxnLst/>
              <a:rect l="l" t="t" r="r" b="b"/>
              <a:pathLst>
                <a:path w="3092" h="2808" extrusionOk="0">
                  <a:moveTo>
                    <a:pt x="1694" y="1"/>
                  </a:moveTo>
                  <a:cubicBezTo>
                    <a:pt x="1652" y="1"/>
                    <a:pt x="1610" y="2"/>
                    <a:pt x="1568" y="6"/>
                  </a:cubicBezTo>
                  <a:cubicBezTo>
                    <a:pt x="1080" y="51"/>
                    <a:pt x="499" y="378"/>
                    <a:pt x="471" y="1154"/>
                  </a:cubicBezTo>
                  <a:cubicBezTo>
                    <a:pt x="470" y="1209"/>
                    <a:pt x="513" y="1255"/>
                    <a:pt x="566" y="1257"/>
                  </a:cubicBezTo>
                  <a:cubicBezTo>
                    <a:pt x="569" y="1257"/>
                    <a:pt x="571" y="1257"/>
                    <a:pt x="573" y="1257"/>
                  </a:cubicBezTo>
                  <a:cubicBezTo>
                    <a:pt x="626" y="1257"/>
                    <a:pt x="668" y="1214"/>
                    <a:pt x="669" y="1162"/>
                  </a:cubicBezTo>
                  <a:cubicBezTo>
                    <a:pt x="692" y="513"/>
                    <a:pt x="1158" y="242"/>
                    <a:pt x="1585" y="204"/>
                  </a:cubicBezTo>
                  <a:cubicBezTo>
                    <a:pt x="1622" y="201"/>
                    <a:pt x="1659" y="199"/>
                    <a:pt x="1696" y="199"/>
                  </a:cubicBezTo>
                  <a:cubicBezTo>
                    <a:pt x="2162" y="199"/>
                    <a:pt x="2655" y="465"/>
                    <a:pt x="2772" y="1007"/>
                  </a:cubicBezTo>
                  <a:cubicBezTo>
                    <a:pt x="2879" y="1503"/>
                    <a:pt x="2629" y="2029"/>
                    <a:pt x="2133" y="2345"/>
                  </a:cubicBezTo>
                  <a:cubicBezTo>
                    <a:pt x="1891" y="2499"/>
                    <a:pt x="1576" y="2609"/>
                    <a:pt x="1230" y="2609"/>
                  </a:cubicBezTo>
                  <a:cubicBezTo>
                    <a:pt x="893" y="2609"/>
                    <a:pt x="528" y="2505"/>
                    <a:pt x="173" y="2238"/>
                  </a:cubicBezTo>
                  <a:cubicBezTo>
                    <a:pt x="155" y="2225"/>
                    <a:pt x="134" y="2218"/>
                    <a:pt x="113" y="2218"/>
                  </a:cubicBezTo>
                  <a:cubicBezTo>
                    <a:pt x="84" y="2218"/>
                    <a:pt x="54" y="2232"/>
                    <a:pt x="35" y="2258"/>
                  </a:cubicBezTo>
                  <a:cubicBezTo>
                    <a:pt x="1" y="2301"/>
                    <a:pt x="10" y="2363"/>
                    <a:pt x="54" y="2396"/>
                  </a:cubicBezTo>
                  <a:cubicBezTo>
                    <a:pt x="448" y="2693"/>
                    <a:pt x="854" y="2808"/>
                    <a:pt x="1230" y="2808"/>
                  </a:cubicBezTo>
                  <a:cubicBezTo>
                    <a:pt x="1617" y="2808"/>
                    <a:pt x="1970" y="2685"/>
                    <a:pt x="2240" y="2512"/>
                  </a:cubicBezTo>
                  <a:cubicBezTo>
                    <a:pt x="2806" y="2150"/>
                    <a:pt x="3092" y="1544"/>
                    <a:pt x="2967" y="965"/>
                  </a:cubicBezTo>
                  <a:cubicBezTo>
                    <a:pt x="2826" y="317"/>
                    <a:pt x="2241" y="1"/>
                    <a:pt x="16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57"/>
            <p:cNvSpPr/>
            <p:nvPr/>
          </p:nvSpPr>
          <p:spPr>
            <a:xfrm>
              <a:off x="2942019" y="3320586"/>
              <a:ext cx="150289" cy="48157"/>
            </a:xfrm>
            <a:custGeom>
              <a:avLst/>
              <a:gdLst/>
              <a:ahLst/>
              <a:cxnLst/>
              <a:rect l="l" t="t" r="r" b="b"/>
              <a:pathLst>
                <a:path w="4366" h="1399" extrusionOk="0">
                  <a:moveTo>
                    <a:pt x="2183" y="200"/>
                  </a:moveTo>
                  <a:cubicBezTo>
                    <a:pt x="3030" y="200"/>
                    <a:pt x="3765" y="539"/>
                    <a:pt x="4067" y="700"/>
                  </a:cubicBezTo>
                  <a:cubicBezTo>
                    <a:pt x="3765" y="862"/>
                    <a:pt x="3030" y="1201"/>
                    <a:pt x="2183" y="1201"/>
                  </a:cubicBezTo>
                  <a:cubicBezTo>
                    <a:pt x="1335" y="1201"/>
                    <a:pt x="600" y="862"/>
                    <a:pt x="299" y="700"/>
                  </a:cubicBezTo>
                  <a:cubicBezTo>
                    <a:pt x="600" y="539"/>
                    <a:pt x="1335" y="200"/>
                    <a:pt x="2183" y="200"/>
                  </a:cubicBezTo>
                  <a:close/>
                  <a:moveTo>
                    <a:pt x="2183" y="1"/>
                  </a:moveTo>
                  <a:cubicBezTo>
                    <a:pt x="1017" y="1"/>
                    <a:pt x="85" y="591"/>
                    <a:pt x="46" y="617"/>
                  </a:cubicBezTo>
                  <a:cubicBezTo>
                    <a:pt x="17" y="635"/>
                    <a:pt x="0" y="666"/>
                    <a:pt x="0" y="700"/>
                  </a:cubicBezTo>
                  <a:cubicBezTo>
                    <a:pt x="0" y="734"/>
                    <a:pt x="17" y="765"/>
                    <a:pt x="46" y="784"/>
                  </a:cubicBezTo>
                  <a:cubicBezTo>
                    <a:pt x="85" y="808"/>
                    <a:pt x="1017" y="1399"/>
                    <a:pt x="2183" y="1399"/>
                  </a:cubicBezTo>
                  <a:cubicBezTo>
                    <a:pt x="3349" y="1399"/>
                    <a:pt x="4281" y="808"/>
                    <a:pt x="4320" y="784"/>
                  </a:cubicBezTo>
                  <a:cubicBezTo>
                    <a:pt x="4348" y="765"/>
                    <a:pt x="4365" y="734"/>
                    <a:pt x="4365" y="700"/>
                  </a:cubicBezTo>
                  <a:cubicBezTo>
                    <a:pt x="4365" y="666"/>
                    <a:pt x="4348" y="635"/>
                    <a:pt x="4320" y="617"/>
                  </a:cubicBezTo>
                  <a:cubicBezTo>
                    <a:pt x="4281" y="591"/>
                    <a:pt x="3349" y="1"/>
                    <a:pt x="2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7"/>
            <p:cNvSpPr/>
            <p:nvPr/>
          </p:nvSpPr>
          <p:spPr>
            <a:xfrm>
              <a:off x="4475127" y="3320586"/>
              <a:ext cx="150289" cy="48157"/>
            </a:xfrm>
            <a:custGeom>
              <a:avLst/>
              <a:gdLst/>
              <a:ahLst/>
              <a:cxnLst/>
              <a:rect l="l" t="t" r="r" b="b"/>
              <a:pathLst>
                <a:path w="4366" h="1399" extrusionOk="0">
                  <a:moveTo>
                    <a:pt x="2183" y="200"/>
                  </a:moveTo>
                  <a:cubicBezTo>
                    <a:pt x="3031" y="200"/>
                    <a:pt x="3766" y="539"/>
                    <a:pt x="4067" y="700"/>
                  </a:cubicBezTo>
                  <a:cubicBezTo>
                    <a:pt x="3766" y="862"/>
                    <a:pt x="3032" y="1201"/>
                    <a:pt x="2183" y="1201"/>
                  </a:cubicBezTo>
                  <a:cubicBezTo>
                    <a:pt x="1334" y="1201"/>
                    <a:pt x="599" y="862"/>
                    <a:pt x="298" y="700"/>
                  </a:cubicBezTo>
                  <a:cubicBezTo>
                    <a:pt x="599" y="539"/>
                    <a:pt x="1333" y="200"/>
                    <a:pt x="2183" y="200"/>
                  </a:cubicBezTo>
                  <a:close/>
                  <a:moveTo>
                    <a:pt x="2183" y="1"/>
                  </a:moveTo>
                  <a:cubicBezTo>
                    <a:pt x="1016" y="1"/>
                    <a:pt x="85" y="591"/>
                    <a:pt x="46" y="617"/>
                  </a:cubicBezTo>
                  <a:cubicBezTo>
                    <a:pt x="17" y="635"/>
                    <a:pt x="0" y="666"/>
                    <a:pt x="0" y="700"/>
                  </a:cubicBezTo>
                  <a:cubicBezTo>
                    <a:pt x="0" y="734"/>
                    <a:pt x="17" y="765"/>
                    <a:pt x="46" y="784"/>
                  </a:cubicBezTo>
                  <a:cubicBezTo>
                    <a:pt x="85" y="808"/>
                    <a:pt x="1016" y="1399"/>
                    <a:pt x="2183" y="1399"/>
                  </a:cubicBezTo>
                  <a:cubicBezTo>
                    <a:pt x="3349" y="1399"/>
                    <a:pt x="4281" y="808"/>
                    <a:pt x="4320" y="784"/>
                  </a:cubicBezTo>
                  <a:cubicBezTo>
                    <a:pt x="4348" y="765"/>
                    <a:pt x="4365" y="734"/>
                    <a:pt x="4365" y="700"/>
                  </a:cubicBezTo>
                  <a:cubicBezTo>
                    <a:pt x="4365" y="666"/>
                    <a:pt x="4348" y="635"/>
                    <a:pt x="4320" y="617"/>
                  </a:cubicBezTo>
                  <a:cubicBezTo>
                    <a:pt x="4281" y="591"/>
                    <a:pt x="3349" y="1"/>
                    <a:pt x="2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57"/>
            <p:cNvSpPr/>
            <p:nvPr/>
          </p:nvSpPr>
          <p:spPr>
            <a:xfrm>
              <a:off x="3085454" y="3341274"/>
              <a:ext cx="1396555" cy="6850"/>
            </a:xfrm>
            <a:custGeom>
              <a:avLst/>
              <a:gdLst/>
              <a:ahLst/>
              <a:cxnLst/>
              <a:rect l="l" t="t" r="r" b="b"/>
              <a:pathLst>
                <a:path w="40571" h="199" extrusionOk="0">
                  <a:moveTo>
                    <a:pt x="99" y="0"/>
                  </a:moveTo>
                  <a:cubicBezTo>
                    <a:pt x="45" y="0"/>
                    <a:pt x="0" y="45"/>
                    <a:pt x="0" y="99"/>
                  </a:cubicBezTo>
                  <a:cubicBezTo>
                    <a:pt x="0" y="154"/>
                    <a:pt x="45" y="198"/>
                    <a:pt x="99" y="198"/>
                  </a:cubicBezTo>
                  <a:lnTo>
                    <a:pt x="40471" y="198"/>
                  </a:lnTo>
                  <a:cubicBezTo>
                    <a:pt x="40526" y="198"/>
                    <a:pt x="40570" y="154"/>
                    <a:pt x="40570" y="99"/>
                  </a:cubicBezTo>
                  <a:cubicBezTo>
                    <a:pt x="40570" y="45"/>
                    <a:pt x="40526" y="0"/>
                    <a:pt x="404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57"/>
            <p:cNvSpPr/>
            <p:nvPr/>
          </p:nvSpPr>
          <p:spPr>
            <a:xfrm>
              <a:off x="3713615" y="3324029"/>
              <a:ext cx="143507" cy="41307"/>
            </a:xfrm>
            <a:custGeom>
              <a:avLst/>
              <a:gdLst/>
              <a:ahLst/>
              <a:cxnLst/>
              <a:rect l="l" t="t" r="r" b="b"/>
              <a:pathLst>
                <a:path w="4169" h="1200" extrusionOk="0">
                  <a:moveTo>
                    <a:pt x="2084" y="1"/>
                  </a:moveTo>
                  <a:cubicBezTo>
                    <a:pt x="933" y="1"/>
                    <a:pt x="0" y="600"/>
                    <a:pt x="0" y="600"/>
                  </a:cubicBezTo>
                  <a:cubicBezTo>
                    <a:pt x="0" y="600"/>
                    <a:pt x="933" y="1200"/>
                    <a:pt x="2084" y="1200"/>
                  </a:cubicBezTo>
                  <a:cubicBezTo>
                    <a:pt x="3236" y="1200"/>
                    <a:pt x="4169" y="600"/>
                    <a:pt x="4169" y="600"/>
                  </a:cubicBezTo>
                  <a:cubicBezTo>
                    <a:pt x="4169" y="600"/>
                    <a:pt x="3236" y="1"/>
                    <a:pt x="20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 name="Google Shape;853;p57"/>
          <p:cNvGrpSpPr/>
          <p:nvPr/>
        </p:nvGrpSpPr>
        <p:grpSpPr>
          <a:xfrm>
            <a:off x="3333668" y="3833217"/>
            <a:ext cx="2042517" cy="120435"/>
            <a:chOff x="1439025" y="4867425"/>
            <a:chExt cx="1297825" cy="76525"/>
          </a:xfrm>
        </p:grpSpPr>
        <p:sp>
          <p:nvSpPr>
            <p:cNvPr id="854" name="Google Shape;854;p57"/>
            <p:cNvSpPr/>
            <p:nvPr/>
          </p:nvSpPr>
          <p:spPr>
            <a:xfrm>
              <a:off x="1439025" y="4867425"/>
              <a:ext cx="636500" cy="64000"/>
            </a:xfrm>
            <a:custGeom>
              <a:avLst/>
              <a:gdLst/>
              <a:ahLst/>
              <a:cxnLst/>
              <a:rect l="l" t="t" r="r" b="b"/>
              <a:pathLst>
                <a:path w="25460" h="2560" extrusionOk="0">
                  <a:moveTo>
                    <a:pt x="1002" y="0"/>
                  </a:moveTo>
                  <a:cubicBezTo>
                    <a:pt x="914" y="0"/>
                    <a:pt x="819" y="11"/>
                    <a:pt x="717" y="35"/>
                  </a:cubicBezTo>
                  <a:cubicBezTo>
                    <a:pt x="461" y="95"/>
                    <a:pt x="277" y="237"/>
                    <a:pt x="171" y="457"/>
                  </a:cubicBezTo>
                  <a:cubicBezTo>
                    <a:pt x="1" y="815"/>
                    <a:pt x="83" y="1310"/>
                    <a:pt x="233" y="1617"/>
                  </a:cubicBezTo>
                  <a:cubicBezTo>
                    <a:pt x="440" y="2045"/>
                    <a:pt x="797" y="2342"/>
                    <a:pt x="1266" y="2477"/>
                  </a:cubicBezTo>
                  <a:cubicBezTo>
                    <a:pt x="1463" y="2533"/>
                    <a:pt x="1678" y="2560"/>
                    <a:pt x="1906" y="2560"/>
                  </a:cubicBezTo>
                  <a:cubicBezTo>
                    <a:pt x="2656" y="2560"/>
                    <a:pt x="3554" y="2264"/>
                    <a:pt x="4430" y="1716"/>
                  </a:cubicBezTo>
                  <a:cubicBezTo>
                    <a:pt x="5283" y="1179"/>
                    <a:pt x="5972" y="1012"/>
                    <a:pt x="6500" y="1012"/>
                  </a:cubicBezTo>
                  <a:cubicBezTo>
                    <a:pt x="6956" y="1012"/>
                    <a:pt x="7292" y="1137"/>
                    <a:pt x="7509" y="1257"/>
                  </a:cubicBezTo>
                  <a:cubicBezTo>
                    <a:pt x="8077" y="1571"/>
                    <a:pt x="8334" y="2097"/>
                    <a:pt x="8334" y="2371"/>
                  </a:cubicBezTo>
                  <a:cubicBezTo>
                    <a:pt x="8334" y="2426"/>
                    <a:pt x="8378" y="2470"/>
                    <a:pt x="8431" y="2470"/>
                  </a:cubicBezTo>
                  <a:lnTo>
                    <a:pt x="25360" y="2470"/>
                  </a:lnTo>
                  <a:cubicBezTo>
                    <a:pt x="25415" y="2470"/>
                    <a:pt x="25459" y="2426"/>
                    <a:pt x="25459" y="2371"/>
                  </a:cubicBezTo>
                  <a:cubicBezTo>
                    <a:pt x="25459" y="2316"/>
                    <a:pt x="25415" y="2272"/>
                    <a:pt x="25360" y="2272"/>
                  </a:cubicBezTo>
                  <a:lnTo>
                    <a:pt x="8525" y="2272"/>
                  </a:lnTo>
                  <a:cubicBezTo>
                    <a:pt x="8474" y="1899"/>
                    <a:pt x="8156" y="1389"/>
                    <a:pt x="7605" y="1084"/>
                  </a:cubicBezTo>
                  <a:cubicBezTo>
                    <a:pt x="7367" y="952"/>
                    <a:pt x="6999" y="814"/>
                    <a:pt x="6500" y="814"/>
                  </a:cubicBezTo>
                  <a:cubicBezTo>
                    <a:pt x="5939" y="814"/>
                    <a:pt x="5213" y="989"/>
                    <a:pt x="4324" y="1548"/>
                  </a:cubicBezTo>
                  <a:cubicBezTo>
                    <a:pt x="3481" y="2078"/>
                    <a:pt x="2620" y="2363"/>
                    <a:pt x="1910" y="2363"/>
                  </a:cubicBezTo>
                  <a:cubicBezTo>
                    <a:pt x="1699" y="2363"/>
                    <a:pt x="1501" y="2338"/>
                    <a:pt x="1321" y="2286"/>
                  </a:cubicBezTo>
                  <a:cubicBezTo>
                    <a:pt x="901" y="2166"/>
                    <a:pt x="595" y="1912"/>
                    <a:pt x="411" y="1531"/>
                  </a:cubicBezTo>
                  <a:cubicBezTo>
                    <a:pt x="303" y="1309"/>
                    <a:pt x="199" y="862"/>
                    <a:pt x="351" y="543"/>
                  </a:cubicBezTo>
                  <a:cubicBezTo>
                    <a:pt x="428" y="379"/>
                    <a:pt x="568" y="273"/>
                    <a:pt x="763" y="228"/>
                  </a:cubicBezTo>
                  <a:cubicBezTo>
                    <a:pt x="846" y="208"/>
                    <a:pt x="927" y="198"/>
                    <a:pt x="1002" y="198"/>
                  </a:cubicBezTo>
                  <a:cubicBezTo>
                    <a:pt x="1263" y="198"/>
                    <a:pt x="1471" y="312"/>
                    <a:pt x="1580" y="521"/>
                  </a:cubicBezTo>
                  <a:cubicBezTo>
                    <a:pt x="1700" y="750"/>
                    <a:pt x="1660" y="1021"/>
                    <a:pt x="1482" y="1180"/>
                  </a:cubicBezTo>
                  <a:cubicBezTo>
                    <a:pt x="1412" y="1244"/>
                    <a:pt x="1329" y="1277"/>
                    <a:pt x="1245" y="1277"/>
                  </a:cubicBezTo>
                  <a:cubicBezTo>
                    <a:pt x="1201" y="1277"/>
                    <a:pt x="1156" y="1268"/>
                    <a:pt x="1112" y="1249"/>
                  </a:cubicBezTo>
                  <a:cubicBezTo>
                    <a:pt x="991" y="1197"/>
                    <a:pt x="906" y="1082"/>
                    <a:pt x="904" y="964"/>
                  </a:cubicBezTo>
                  <a:cubicBezTo>
                    <a:pt x="902" y="910"/>
                    <a:pt x="859" y="867"/>
                    <a:pt x="805" y="867"/>
                  </a:cubicBezTo>
                  <a:lnTo>
                    <a:pt x="803" y="867"/>
                  </a:lnTo>
                  <a:cubicBezTo>
                    <a:pt x="749" y="869"/>
                    <a:pt x="704" y="914"/>
                    <a:pt x="706" y="969"/>
                  </a:cubicBezTo>
                  <a:cubicBezTo>
                    <a:pt x="711" y="1162"/>
                    <a:pt x="843" y="1348"/>
                    <a:pt x="1034" y="1432"/>
                  </a:cubicBezTo>
                  <a:cubicBezTo>
                    <a:pt x="1103" y="1461"/>
                    <a:pt x="1174" y="1476"/>
                    <a:pt x="1245" y="1476"/>
                  </a:cubicBezTo>
                  <a:cubicBezTo>
                    <a:pt x="1377" y="1476"/>
                    <a:pt x="1507" y="1425"/>
                    <a:pt x="1615" y="1327"/>
                  </a:cubicBezTo>
                  <a:cubicBezTo>
                    <a:pt x="1859" y="1108"/>
                    <a:pt x="1918" y="738"/>
                    <a:pt x="1756" y="430"/>
                  </a:cubicBezTo>
                  <a:cubicBezTo>
                    <a:pt x="1639" y="206"/>
                    <a:pt x="1387" y="0"/>
                    <a:pt x="10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7"/>
            <p:cNvSpPr/>
            <p:nvPr/>
          </p:nvSpPr>
          <p:spPr>
            <a:xfrm>
              <a:off x="2100350" y="4867425"/>
              <a:ext cx="636500" cy="64000"/>
            </a:xfrm>
            <a:custGeom>
              <a:avLst/>
              <a:gdLst/>
              <a:ahLst/>
              <a:cxnLst/>
              <a:rect l="l" t="t" r="r" b="b"/>
              <a:pathLst>
                <a:path w="25460" h="2560" extrusionOk="0">
                  <a:moveTo>
                    <a:pt x="24458" y="0"/>
                  </a:moveTo>
                  <a:cubicBezTo>
                    <a:pt x="24074" y="0"/>
                    <a:pt x="23822" y="206"/>
                    <a:pt x="23705" y="430"/>
                  </a:cubicBezTo>
                  <a:cubicBezTo>
                    <a:pt x="23544" y="738"/>
                    <a:pt x="23601" y="1107"/>
                    <a:pt x="23845" y="1327"/>
                  </a:cubicBezTo>
                  <a:cubicBezTo>
                    <a:pt x="23954" y="1425"/>
                    <a:pt x="24083" y="1475"/>
                    <a:pt x="24215" y="1475"/>
                  </a:cubicBezTo>
                  <a:cubicBezTo>
                    <a:pt x="24285" y="1475"/>
                    <a:pt x="24357" y="1460"/>
                    <a:pt x="24426" y="1430"/>
                  </a:cubicBezTo>
                  <a:cubicBezTo>
                    <a:pt x="24619" y="1348"/>
                    <a:pt x="24750" y="1162"/>
                    <a:pt x="24754" y="969"/>
                  </a:cubicBezTo>
                  <a:cubicBezTo>
                    <a:pt x="24756" y="914"/>
                    <a:pt x="24713" y="869"/>
                    <a:pt x="24658" y="867"/>
                  </a:cubicBezTo>
                  <a:cubicBezTo>
                    <a:pt x="24603" y="874"/>
                    <a:pt x="24557" y="909"/>
                    <a:pt x="24556" y="964"/>
                  </a:cubicBezTo>
                  <a:cubicBezTo>
                    <a:pt x="24554" y="1082"/>
                    <a:pt x="24470" y="1197"/>
                    <a:pt x="24348" y="1249"/>
                  </a:cubicBezTo>
                  <a:cubicBezTo>
                    <a:pt x="24304" y="1268"/>
                    <a:pt x="24260" y="1277"/>
                    <a:pt x="24216" y="1277"/>
                  </a:cubicBezTo>
                  <a:cubicBezTo>
                    <a:pt x="24132" y="1277"/>
                    <a:pt x="24049" y="1244"/>
                    <a:pt x="23978" y="1180"/>
                  </a:cubicBezTo>
                  <a:cubicBezTo>
                    <a:pt x="23800" y="1021"/>
                    <a:pt x="23761" y="750"/>
                    <a:pt x="23880" y="521"/>
                  </a:cubicBezTo>
                  <a:cubicBezTo>
                    <a:pt x="23990" y="312"/>
                    <a:pt x="24198" y="198"/>
                    <a:pt x="24458" y="198"/>
                  </a:cubicBezTo>
                  <a:cubicBezTo>
                    <a:pt x="24534" y="198"/>
                    <a:pt x="24614" y="208"/>
                    <a:pt x="24698" y="228"/>
                  </a:cubicBezTo>
                  <a:cubicBezTo>
                    <a:pt x="24894" y="273"/>
                    <a:pt x="25032" y="379"/>
                    <a:pt x="25110" y="543"/>
                  </a:cubicBezTo>
                  <a:cubicBezTo>
                    <a:pt x="25262" y="862"/>
                    <a:pt x="25157" y="1309"/>
                    <a:pt x="25050" y="1531"/>
                  </a:cubicBezTo>
                  <a:cubicBezTo>
                    <a:pt x="24865" y="1912"/>
                    <a:pt x="24559" y="2166"/>
                    <a:pt x="24139" y="2286"/>
                  </a:cubicBezTo>
                  <a:cubicBezTo>
                    <a:pt x="23959" y="2338"/>
                    <a:pt x="23761" y="2363"/>
                    <a:pt x="23550" y="2363"/>
                  </a:cubicBezTo>
                  <a:cubicBezTo>
                    <a:pt x="22841" y="2363"/>
                    <a:pt x="21980" y="2078"/>
                    <a:pt x="21136" y="1548"/>
                  </a:cubicBezTo>
                  <a:cubicBezTo>
                    <a:pt x="20247" y="989"/>
                    <a:pt x="19521" y="814"/>
                    <a:pt x="18960" y="814"/>
                  </a:cubicBezTo>
                  <a:cubicBezTo>
                    <a:pt x="18461" y="814"/>
                    <a:pt x="18093" y="952"/>
                    <a:pt x="17856" y="1084"/>
                  </a:cubicBezTo>
                  <a:cubicBezTo>
                    <a:pt x="17305" y="1389"/>
                    <a:pt x="16986" y="1899"/>
                    <a:pt x="16936" y="2272"/>
                  </a:cubicBezTo>
                  <a:lnTo>
                    <a:pt x="100" y="2272"/>
                  </a:lnTo>
                  <a:cubicBezTo>
                    <a:pt x="45" y="2272"/>
                    <a:pt x="1" y="2316"/>
                    <a:pt x="1" y="2371"/>
                  </a:cubicBezTo>
                  <a:cubicBezTo>
                    <a:pt x="1" y="2426"/>
                    <a:pt x="45" y="2470"/>
                    <a:pt x="100" y="2470"/>
                  </a:cubicBezTo>
                  <a:lnTo>
                    <a:pt x="17029" y="2470"/>
                  </a:lnTo>
                  <a:cubicBezTo>
                    <a:pt x="17083" y="2470"/>
                    <a:pt x="17128" y="2426"/>
                    <a:pt x="17128" y="2371"/>
                  </a:cubicBezTo>
                  <a:cubicBezTo>
                    <a:pt x="17128" y="2097"/>
                    <a:pt x="17383" y="1571"/>
                    <a:pt x="17952" y="1257"/>
                  </a:cubicBezTo>
                  <a:cubicBezTo>
                    <a:pt x="18169" y="1137"/>
                    <a:pt x="18504" y="1011"/>
                    <a:pt x="18960" y="1011"/>
                  </a:cubicBezTo>
                  <a:cubicBezTo>
                    <a:pt x="19488" y="1011"/>
                    <a:pt x="20178" y="1179"/>
                    <a:pt x="21031" y="1716"/>
                  </a:cubicBezTo>
                  <a:cubicBezTo>
                    <a:pt x="21906" y="2264"/>
                    <a:pt x="22805" y="2560"/>
                    <a:pt x="23554" y="2560"/>
                  </a:cubicBezTo>
                  <a:cubicBezTo>
                    <a:pt x="23783" y="2560"/>
                    <a:pt x="23998" y="2533"/>
                    <a:pt x="24194" y="2477"/>
                  </a:cubicBezTo>
                  <a:cubicBezTo>
                    <a:pt x="24663" y="2342"/>
                    <a:pt x="25021" y="2044"/>
                    <a:pt x="25229" y="1617"/>
                  </a:cubicBezTo>
                  <a:cubicBezTo>
                    <a:pt x="25377" y="1309"/>
                    <a:pt x="25459" y="815"/>
                    <a:pt x="25288" y="457"/>
                  </a:cubicBezTo>
                  <a:cubicBezTo>
                    <a:pt x="25183" y="237"/>
                    <a:pt x="24999" y="95"/>
                    <a:pt x="24742" y="35"/>
                  </a:cubicBezTo>
                  <a:cubicBezTo>
                    <a:pt x="24641" y="11"/>
                    <a:pt x="24546" y="0"/>
                    <a:pt x="24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7"/>
            <p:cNvSpPr/>
            <p:nvPr/>
          </p:nvSpPr>
          <p:spPr>
            <a:xfrm>
              <a:off x="2071300" y="4909875"/>
              <a:ext cx="34025" cy="34075"/>
            </a:xfrm>
            <a:custGeom>
              <a:avLst/>
              <a:gdLst/>
              <a:ahLst/>
              <a:cxnLst/>
              <a:rect l="l" t="t" r="r" b="b"/>
              <a:pathLst>
                <a:path w="1361" h="1363" extrusionOk="0">
                  <a:moveTo>
                    <a:pt x="680" y="199"/>
                  </a:moveTo>
                  <a:cubicBezTo>
                    <a:pt x="946" y="199"/>
                    <a:pt x="1164" y="415"/>
                    <a:pt x="1164" y="681"/>
                  </a:cubicBezTo>
                  <a:cubicBezTo>
                    <a:pt x="1164" y="948"/>
                    <a:pt x="946" y="1164"/>
                    <a:pt x="680" y="1164"/>
                  </a:cubicBezTo>
                  <a:cubicBezTo>
                    <a:pt x="415" y="1164"/>
                    <a:pt x="198" y="948"/>
                    <a:pt x="198" y="681"/>
                  </a:cubicBezTo>
                  <a:cubicBezTo>
                    <a:pt x="198" y="415"/>
                    <a:pt x="415" y="199"/>
                    <a:pt x="680" y="199"/>
                  </a:cubicBezTo>
                  <a:close/>
                  <a:moveTo>
                    <a:pt x="680" y="1"/>
                  </a:moveTo>
                  <a:cubicBezTo>
                    <a:pt x="305" y="1"/>
                    <a:pt x="0" y="307"/>
                    <a:pt x="0" y="681"/>
                  </a:cubicBezTo>
                  <a:cubicBezTo>
                    <a:pt x="0" y="1056"/>
                    <a:pt x="305" y="1362"/>
                    <a:pt x="680" y="1362"/>
                  </a:cubicBezTo>
                  <a:cubicBezTo>
                    <a:pt x="1056" y="1362"/>
                    <a:pt x="1361" y="1056"/>
                    <a:pt x="1361" y="681"/>
                  </a:cubicBezTo>
                  <a:cubicBezTo>
                    <a:pt x="1361" y="307"/>
                    <a:pt x="1056" y="1"/>
                    <a:pt x="6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 name="Google Shape;857;p57"/>
          <p:cNvGrpSpPr/>
          <p:nvPr/>
        </p:nvGrpSpPr>
        <p:grpSpPr>
          <a:xfrm>
            <a:off x="3342402" y="4276478"/>
            <a:ext cx="2025048" cy="111937"/>
            <a:chOff x="1444575" y="5149075"/>
            <a:chExt cx="1286725" cy="71125"/>
          </a:xfrm>
        </p:grpSpPr>
        <p:sp>
          <p:nvSpPr>
            <p:cNvPr id="858" name="Google Shape;858;p57"/>
            <p:cNvSpPr/>
            <p:nvPr/>
          </p:nvSpPr>
          <p:spPr>
            <a:xfrm>
              <a:off x="2091350" y="5152875"/>
              <a:ext cx="616425" cy="67325"/>
            </a:xfrm>
            <a:custGeom>
              <a:avLst/>
              <a:gdLst/>
              <a:ahLst/>
              <a:cxnLst/>
              <a:rect l="l" t="t" r="r" b="b"/>
              <a:pathLst>
                <a:path w="24657" h="2693" extrusionOk="0">
                  <a:moveTo>
                    <a:pt x="1153" y="0"/>
                  </a:moveTo>
                  <a:cubicBezTo>
                    <a:pt x="518" y="0"/>
                    <a:pt x="1" y="516"/>
                    <a:pt x="1" y="1151"/>
                  </a:cubicBezTo>
                  <a:cubicBezTo>
                    <a:pt x="1" y="2001"/>
                    <a:pt x="693" y="2692"/>
                    <a:pt x="1542" y="2692"/>
                  </a:cubicBezTo>
                  <a:cubicBezTo>
                    <a:pt x="2654" y="2692"/>
                    <a:pt x="3563" y="1815"/>
                    <a:pt x="3614" y="717"/>
                  </a:cubicBezTo>
                  <a:lnTo>
                    <a:pt x="24558" y="717"/>
                  </a:lnTo>
                  <a:cubicBezTo>
                    <a:pt x="24613" y="717"/>
                    <a:pt x="24657" y="672"/>
                    <a:pt x="24657" y="618"/>
                  </a:cubicBezTo>
                  <a:cubicBezTo>
                    <a:pt x="24657" y="563"/>
                    <a:pt x="24613" y="519"/>
                    <a:pt x="24558" y="519"/>
                  </a:cubicBezTo>
                  <a:lnTo>
                    <a:pt x="3518" y="519"/>
                  </a:lnTo>
                  <a:cubicBezTo>
                    <a:pt x="3463" y="519"/>
                    <a:pt x="3419" y="563"/>
                    <a:pt x="3419" y="618"/>
                  </a:cubicBezTo>
                  <a:cubicBezTo>
                    <a:pt x="3419" y="1652"/>
                    <a:pt x="2577" y="2494"/>
                    <a:pt x="1542" y="2494"/>
                  </a:cubicBezTo>
                  <a:cubicBezTo>
                    <a:pt x="802" y="2494"/>
                    <a:pt x="199" y="1892"/>
                    <a:pt x="199" y="1151"/>
                  </a:cubicBezTo>
                  <a:cubicBezTo>
                    <a:pt x="199" y="625"/>
                    <a:pt x="628" y="198"/>
                    <a:pt x="1153" y="198"/>
                  </a:cubicBezTo>
                  <a:cubicBezTo>
                    <a:pt x="1523" y="198"/>
                    <a:pt x="1823" y="498"/>
                    <a:pt x="1823" y="867"/>
                  </a:cubicBezTo>
                  <a:cubicBezTo>
                    <a:pt x="1823" y="1122"/>
                    <a:pt x="1615" y="1329"/>
                    <a:pt x="1361" y="1329"/>
                  </a:cubicBezTo>
                  <a:cubicBezTo>
                    <a:pt x="1189" y="1329"/>
                    <a:pt x="1050" y="1190"/>
                    <a:pt x="1050" y="1019"/>
                  </a:cubicBezTo>
                  <a:cubicBezTo>
                    <a:pt x="1050" y="964"/>
                    <a:pt x="1006" y="920"/>
                    <a:pt x="951" y="920"/>
                  </a:cubicBezTo>
                  <a:cubicBezTo>
                    <a:pt x="896" y="920"/>
                    <a:pt x="852" y="964"/>
                    <a:pt x="852" y="1019"/>
                  </a:cubicBezTo>
                  <a:cubicBezTo>
                    <a:pt x="852" y="1299"/>
                    <a:pt x="1080" y="1527"/>
                    <a:pt x="1360" y="1527"/>
                  </a:cubicBezTo>
                  <a:cubicBezTo>
                    <a:pt x="1725" y="1527"/>
                    <a:pt x="2021" y="1231"/>
                    <a:pt x="2021" y="867"/>
                  </a:cubicBezTo>
                  <a:cubicBezTo>
                    <a:pt x="2021" y="388"/>
                    <a:pt x="1631" y="0"/>
                    <a:pt x="11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57"/>
            <p:cNvSpPr/>
            <p:nvPr/>
          </p:nvSpPr>
          <p:spPr>
            <a:xfrm>
              <a:off x="2693850" y="5149075"/>
              <a:ext cx="37450" cy="37475"/>
            </a:xfrm>
            <a:custGeom>
              <a:avLst/>
              <a:gdLst/>
              <a:ahLst/>
              <a:cxnLst/>
              <a:rect l="l" t="t" r="r" b="b"/>
              <a:pathLst>
                <a:path w="1498" h="1499" extrusionOk="0">
                  <a:moveTo>
                    <a:pt x="748" y="1"/>
                  </a:moveTo>
                  <a:cubicBezTo>
                    <a:pt x="335" y="1"/>
                    <a:pt x="0" y="336"/>
                    <a:pt x="0" y="749"/>
                  </a:cubicBezTo>
                  <a:cubicBezTo>
                    <a:pt x="0" y="1163"/>
                    <a:pt x="335" y="1498"/>
                    <a:pt x="748" y="1498"/>
                  </a:cubicBezTo>
                  <a:cubicBezTo>
                    <a:pt x="1163" y="1498"/>
                    <a:pt x="1498" y="1163"/>
                    <a:pt x="1498" y="749"/>
                  </a:cubicBezTo>
                  <a:cubicBezTo>
                    <a:pt x="1498" y="336"/>
                    <a:pt x="1163" y="1"/>
                    <a:pt x="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7"/>
            <p:cNvSpPr/>
            <p:nvPr/>
          </p:nvSpPr>
          <p:spPr>
            <a:xfrm>
              <a:off x="1468125" y="5152875"/>
              <a:ext cx="616375" cy="67325"/>
            </a:xfrm>
            <a:custGeom>
              <a:avLst/>
              <a:gdLst/>
              <a:ahLst/>
              <a:cxnLst/>
              <a:rect l="l" t="t" r="r" b="b"/>
              <a:pathLst>
                <a:path w="24655" h="2693" extrusionOk="0">
                  <a:moveTo>
                    <a:pt x="23503" y="0"/>
                  </a:moveTo>
                  <a:cubicBezTo>
                    <a:pt x="23025" y="0"/>
                    <a:pt x="22637" y="388"/>
                    <a:pt x="22637" y="867"/>
                  </a:cubicBezTo>
                  <a:cubicBezTo>
                    <a:pt x="22637" y="1231"/>
                    <a:pt x="22932" y="1527"/>
                    <a:pt x="23296" y="1527"/>
                  </a:cubicBezTo>
                  <a:cubicBezTo>
                    <a:pt x="23576" y="1527"/>
                    <a:pt x="23804" y="1299"/>
                    <a:pt x="23804" y="1019"/>
                  </a:cubicBezTo>
                  <a:cubicBezTo>
                    <a:pt x="23804" y="964"/>
                    <a:pt x="23760" y="920"/>
                    <a:pt x="23705" y="920"/>
                  </a:cubicBezTo>
                  <a:cubicBezTo>
                    <a:pt x="23650" y="920"/>
                    <a:pt x="23606" y="964"/>
                    <a:pt x="23606" y="1019"/>
                  </a:cubicBezTo>
                  <a:cubicBezTo>
                    <a:pt x="23606" y="1190"/>
                    <a:pt x="23467" y="1329"/>
                    <a:pt x="23296" y="1329"/>
                  </a:cubicBezTo>
                  <a:cubicBezTo>
                    <a:pt x="23041" y="1329"/>
                    <a:pt x="22833" y="1122"/>
                    <a:pt x="22833" y="867"/>
                  </a:cubicBezTo>
                  <a:cubicBezTo>
                    <a:pt x="22833" y="498"/>
                    <a:pt x="23134" y="198"/>
                    <a:pt x="23503" y="198"/>
                  </a:cubicBezTo>
                  <a:cubicBezTo>
                    <a:pt x="24030" y="198"/>
                    <a:pt x="24457" y="625"/>
                    <a:pt x="24457" y="1151"/>
                  </a:cubicBezTo>
                  <a:cubicBezTo>
                    <a:pt x="24457" y="1892"/>
                    <a:pt x="23855" y="2494"/>
                    <a:pt x="23114" y="2494"/>
                  </a:cubicBezTo>
                  <a:cubicBezTo>
                    <a:pt x="22079" y="2494"/>
                    <a:pt x="21237" y="1652"/>
                    <a:pt x="21237" y="618"/>
                  </a:cubicBezTo>
                  <a:cubicBezTo>
                    <a:pt x="21237" y="563"/>
                    <a:pt x="21193" y="519"/>
                    <a:pt x="21138" y="519"/>
                  </a:cubicBezTo>
                  <a:lnTo>
                    <a:pt x="99" y="519"/>
                  </a:lnTo>
                  <a:cubicBezTo>
                    <a:pt x="45" y="519"/>
                    <a:pt x="0" y="563"/>
                    <a:pt x="0" y="618"/>
                  </a:cubicBezTo>
                  <a:cubicBezTo>
                    <a:pt x="0" y="672"/>
                    <a:pt x="45" y="717"/>
                    <a:pt x="99" y="717"/>
                  </a:cubicBezTo>
                  <a:lnTo>
                    <a:pt x="21042" y="717"/>
                  </a:lnTo>
                  <a:cubicBezTo>
                    <a:pt x="21094" y="1815"/>
                    <a:pt x="22003" y="2692"/>
                    <a:pt x="23114" y="2692"/>
                  </a:cubicBezTo>
                  <a:cubicBezTo>
                    <a:pt x="23963" y="2692"/>
                    <a:pt x="24655" y="2001"/>
                    <a:pt x="24655" y="1152"/>
                  </a:cubicBezTo>
                  <a:cubicBezTo>
                    <a:pt x="24655" y="516"/>
                    <a:pt x="24139" y="0"/>
                    <a:pt x="235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57"/>
            <p:cNvSpPr/>
            <p:nvPr/>
          </p:nvSpPr>
          <p:spPr>
            <a:xfrm>
              <a:off x="1444575" y="5149075"/>
              <a:ext cx="37475" cy="37475"/>
            </a:xfrm>
            <a:custGeom>
              <a:avLst/>
              <a:gdLst/>
              <a:ahLst/>
              <a:cxnLst/>
              <a:rect l="l" t="t" r="r" b="b"/>
              <a:pathLst>
                <a:path w="1499" h="1499" extrusionOk="0">
                  <a:moveTo>
                    <a:pt x="750" y="1"/>
                  </a:moveTo>
                  <a:cubicBezTo>
                    <a:pt x="336" y="1"/>
                    <a:pt x="0" y="336"/>
                    <a:pt x="0" y="749"/>
                  </a:cubicBezTo>
                  <a:cubicBezTo>
                    <a:pt x="0" y="1163"/>
                    <a:pt x="336" y="1498"/>
                    <a:pt x="750" y="1498"/>
                  </a:cubicBezTo>
                  <a:cubicBezTo>
                    <a:pt x="1163" y="1498"/>
                    <a:pt x="1499" y="1163"/>
                    <a:pt x="1499" y="749"/>
                  </a:cubicBezTo>
                  <a:cubicBezTo>
                    <a:pt x="1499" y="336"/>
                    <a:pt x="1163" y="1"/>
                    <a:pt x="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 name="Google Shape;862;p57"/>
          <p:cNvGrpSpPr/>
          <p:nvPr/>
        </p:nvGrpSpPr>
        <p:grpSpPr>
          <a:xfrm>
            <a:off x="5946838" y="2961082"/>
            <a:ext cx="2247261" cy="173648"/>
            <a:chOff x="5297000" y="861250"/>
            <a:chExt cx="1011050" cy="78125"/>
          </a:xfrm>
        </p:grpSpPr>
        <p:sp>
          <p:nvSpPr>
            <p:cNvPr id="863" name="Google Shape;863;p57"/>
            <p:cNvSpPr/>
            <p:nvPr/>
          </p:nvSpPr>
          <p:spPr>
            <a:xfrm>
              <a:off x="5309725" y="878950"/>
              <a:ext cx="57075" cy="44300"/>
            </a:xfrm>
            <a:custGeom>
              <a:avLst/>
              <a:gdLst/>
              <a:ahLst/>
              <a:cxnLst/>
              <a:rect l="l" t="t" r="r" b="b"/>
              <a:pathLst>
                <a:path w="2283" h="1772" extrusionOk="0">
                  <a:moveTo>
                    <a:pt x="1140" y="0"/>
                  </a:moveTo>
                  <a:cubicBezTo>
                    <a:pt x="3" y="0"/>
                    <a:pt x="0" y="1771"/>
                    <a:pt x="1141" y="1771"/>
                  </a:cubicBezTo>
                  <a:cubicBezTo>
                    <a:pt x="2282" y="1771"/>
                    <a:pt x="2283" y="0"/>
                    <a:pt x="1141"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7"/>
            <p:cNvSpPr/>
            <p:nvPr/>
          </p:nvSpPr>
          <p:spPr>
            <a:xfrm>
              <a:off x="5327275" y="861250"/>
              <a:ext cx="24100" cy="31000"/>
            </a:xfrm>
            <a:custGeom>
              <a:avLst/>
              <a:gdLst/>
              <a:ahLst/>
              <a:cxnLst/>
              <a:rect l="l" t="t" r="r" b="b"/>
              <a:pathLst>
                <a:path w="964" h="1240" extrusionOk="0">
                  <a:moveTo>
                    <a:pt x="482" y="199"/>
                  </a:moveTo>
                  <a:cubicBezTo>
                    <a:pt x="636" y="199"/>
                    <a:pt x="767" y="392"/>
                    <a:pt x="767" y="620"/>
                  </a:cubicBezTo>
                  <a:cubicBezTo>
                    <a:pt x="767" y="849"/>
                    <a:pt x="636" y="1042"/>
                    <a:pt x="482" y="1042"/>
                  </a:cubicBezTo>
                  <a:cubicBezTo>
                    <a:pt x="329" y="1042"/>
                    <a:pt x="198" y="849"/>
                    <a:pt x="198" y="620"/>
                  </a:cubicBezTo>
                  <a:cubicBezTo>
                    <a:pt x="198" y="392"/>
                    <a:pt x="329" y="199"/>
                    <a:pt x="482" y="199"/>
                  </a:cubicBezTo>
                  <a:close/>
                  <a:moveTo>
                    <a:pt x="482" y="1"/>
                  </a:moveTo>
                  <a:cubicBezTo>
                    <a:pt x="217" y="1"/>
                    <a:pt x="0" y="278"/>
                    <a:pt x="0" y="620"/>
                  </a:cubicBezTo>
                  <a:cubicBezTo>
                    <a:pt x="0" y="961"/>
                    <a:pt x="217" y="1240"/>
                    <a:pt x="482" y="1240"/>
                  </a:cubicBezTo>
                  <a:cubicBezTo>
                    <a:pt x="748" y="1240"/>
                    <a:pt x="963" y="961"/>
                    <a:pt x="963" y="620"/>
                  </a:cubicBezTo>
                  <a:cubicBezTo>
                    <a:pt x="963" y="278"/>
                    <a:pt x="748"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7"/>
            <p:cNvSpPr/>
            <p:nvPr/>
          </p:nvSpPr>
          <p:spPr>
            <a:xfrm>
              <a:off x="5343450" y="873400"/>
              <a:ext cx="31050" cy="27100"/>
            </a:xfrm>
            <a:custGeom>
              <a:avLst/>
              <a:gdLst/>
              <a:ahLst/>
              <a:cxnLst/>
              <a:rect l="l" t="t" r="r" b="b"/>
              <a:pathLst>
                <a:path w="1242" h="1084" extrusionOk="0">
                  <a:moveTo>
                    <a:pt x="731" y="198"/>
                  </a:moveTo>
                  <a:cubicBezTo>
                    <a:pt x="813" y="198"/>
                    <a:pt x="879" y="225"/>
                    <a:pt x="921" y="276"/>
                  </a:cubicBezTo>
                  <a:cubicBezTo>
                    <a:pt x="1017" y="396"/>
                    <a:pt x="948" y="618"/>
                    <a:pt x="771" y="762"/>
                  </a:cubicBezTo>
                  <a:cubicBezTo>
                    <a:pt x="680" y="836"/>
                    <a:pt x="573" y="880"/>
                    <a:pt x="473" y="884"/>
                  </a:cubicBezTo>
                  <a:cubicBezTo>
                    <a:pt x="465" y="885"/>
                    <a:pt x="458" y="885"/>
                    <a:pt x="451" y="885"/>
                  </a:cubicBezTo>
                  <a:cubicBezTo>
                    <a:pt x="371" y="885"/>
                    <a:pt x="305" y="858"/>
                    <a:pt x="265" y="807"/>
                  </a:cubicBezTo>
                  <a:cubicBezTo>
                    <a:pt x="221" y="753"/>
                    <a:pt x="209" y="674"/>
                    <a:pt x="232" y="588"/>
                  </a:cubicBezTo>
                  <a:cubicBezTo>
                    <a:pt x="258" y="491"/>
                    <a:pt x="323" y="396"/>
                    <a:pt x="414" y="321"/>
                  </a:cubicBezTo>
                  <a:cubicBezTo>
                    <a:pt x="507" y="247"/>
                    <a:pt x="612" y="203"/>
                    <a:pt x="714" y="199"/>
                  </a:cubicBezTo>
                  <a:cubicBezTo>
                    <a:pt x="719" y="199"/>
                    <a:pt x="725" y="198"/>
                    <a:pt x="731" y="198"/>
                  </a:cubicBezTo>
                  <a:close/>
                  <a:moveTo>
                    <a:pt x="734" y="0"/>
                  </a:moveTo>
                  <a:cubicBezTo>
                    <a:pt x="724" y="0"/>
                    <a:pt x="714" y="0"/>
                    <a:pt x="705" y="1"/>
                  </a:cubicBezTo>
                  <a:cubicBezTo>
                    <a:pt x="561" y="7"/>
                    <a:pt x="414" y="66"/>
                    <a:pt x="290" y="168"/>
                  </a:cubicBezTo>
                  <a:cubicBezTo>
                    <a:pt x="165" y="268"/>
                    <a:pt x="77" y="399"/>
                    <a:pt x="41" y="538"/>
                  </a:cubicBezTo>
                  <a:cubicBezTo>
                    <a:pt x="1" y="687"/>
                    <a:pt x="27" y="827"/>
                    <a:pt x="112" y="931"/>
                  </a:cubicBezTo>
                  <a:cubicBezTo>
                    <a:pt x="191" y="1030"/>
                    <a:pt x="312" y="1084"/>
                    <a:pt x="454" y="1084"/>
                  </a:cubicBezTo>
                  <a:cubicBezTo>
                    <a:pt x="464" y="1084"/>
                    <a:pt x="473" y="1082"/>
                    <a:pt x="482" y="1082"/>
                  </a:cubicBezTo>
                  <a:cubicBezTo>
                    <a:pt x="625" y="1076"/>
                    <a:pt x="771" y="1017"/>
                    <a:pt x="896" y="915"/>
                  </a:cubicBezTo>
                  <a:cubicBezTo>
                    <a:pt x="1162" y="700"/>
                    <a:pt x="1241" y="358"/>
                    <a:pt x="1075" y="152"/>
                  </a:cubicBezTo>
                  <a:cubicBezTo>
                    <a:pt x="995" y="53"/>
                    <a:pt x="875" y="0"/>
                    <a:pt x="7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7"/>
            <p:cNvSpPr/>
            <p:nvPr/>
          </p:nvSpPr>
          <p:spPr>
            <a:xfrm>
              <a:off x="5346400" y="895850"/>
              <a:ext cx="31725" cy="24450"/>
            </a:xfrm>
            <a:custGeom>
              <a:avLst/>
              <a:gdLst/>
              <a:ahLst/>
              <a:cxnLst/>
              <a:rect l="l" t="t" r="r" b="b"/>
              <a:pathLst>
                <a:path w="1269" h="978" extrusionOk="0">
                  <a:moveTo>
                    <a:pt x="567" y="198"/>
                  </a:moveTo>
                  <a:cubicBezTo>
                    <a:pt x="608" y="198"/>
                    <a:pt x="651" y="203"/>
                    <a:pt x="693" y="212"/>
                  </a:cubicBezTo>
                  <a:cubicBezTo>
                    <a:pt x="809" y="235"/>
                    <a:pt x="910" y="291"/>
                    <a:pt x="976" y="367"/>
                  </a:cubicBezTo>
                  <a:cubicBezTo>
                    <a:pt x="1036" y="433"/>
                    <a:pt x="1061" y="507"/>
                    <a:pt x="1047" y="577"/>
                  </a:cubicBezTo>
                  <a:cubicBezTo>
                    <a:pt x="1032" y="644"/>
                    <a:pt x="979" y="703"/>
                    <a:pt x="898" y="739"/>
                  </a:cubicBezTo>
                  <a:cubicBezTo>
                    <a:pt x="839" y="766"/>
                    <a:pt x="770" y="780"/>
                    <a:pt x="698" y="780"/>
                  </a:cubicBezTo>
                  <a:cubicBezTo>
                    <a:pt x="658" y="780"/>
                    <a:pt x="616" y="776"/>
                    <a:pt x="575" y="767"/>
                  </a:cubicBezTo>
                  <a:cubicBezTo>
                    <a:pt x="460" y="742"/>
                    <a:pt x="360" y="686"/>
                    <a:pt x="292" y="612"/>
                  </a:cubicBezTo>
                  <a:cubicBezTo>
                    <a:pt x="232" y="544"/>
                    <a:pt x="207" y="470"/>
                    <a:pt x="222" y="401"/>
                  </a:cubicBezTo>
                  <a:cubicBezTo>
                    <a:pt x="236" y="333"/>
                    <a:pt x="290" y="274"/>
                    <a:pt x="372" y="238"/>
                  </a:cubicBezTo>
                  <a:cubicBezTo>
                    <a:pt x="429" y="211"/>
                    <a:pt x="496" y="198"/>
                    <a:pt x="567" y="198"/>
                  </a:cubicBezTo>
                  <a:close/>
                  <a:moveTo>
                    <a:pt x="568" y="0"/>
                  </a:moveTo>
                  <a:cubicBezTo>
                    <a:pt x="469" y="0"/>
                    <a:pt x="373" y="19"/>
                    <a:pt x="290" y="57"/>
                  </a:cubicBezTo>
                  <a:cubicBezTo>
                    <a:pt x="149" y="120"/>
                    <a:pt x="56" y="229"/>
                    <a:pt x="29" y="360"/>
                  </a:cubicBezTo>
                  <a:cubicBezTo>
                    <a:pt x="0" y="492"/>
                    <a:pt x="42" y="627"/>
                    <a:pt x="145" y="743"/>
                  </a:cubicBezTo>
                  <a:cubicBezTo>
                    <a:pt x="240" y="849"/>
                    <a:pt x="378" y="927"/>
                    <a:pt x="534" y="960"/>
                  </a:cubicBezTo>
                  <a:cubicBezTo>
                    <a:pt x="591" y="971"/>
                    <a:pt x="645" y="978"/>
                    <a:pt x="700" y="978"/>
                  </a:cubicBezTo>
                  <a:cubicBezTo>
                    <a:pt x="799" y="978"/>
                    <a:pt x="895" y="958"/>
                    <a:pt x="979" y="921"/>
                  </a:cubicBezTo>
                  <a:cubicBezTo>
                    <a:pt x="1120" y="857"/>
                    <a:pt x="1212" y="749"/>
                    <a:pt x="1241" y="617"/>
                  </a:cubicBezTo>
                  <a:cubicBezTo>
                    <a:pt x="1268" y="485"/>
                    <a:pt x="1228" y="350"/>
                    <a:pt x="1125" y="235"/>
                  </a:cubicBezTo>
                  <a:cubicBezTo>
                    <a:pt x="1030" y="128"/>
                    <a:pt x="892" y="50"/>
                    <a:pt x="735" y="17"/>
                  </a:cubicBezTo>
                  <a:cubicBezTo>
                    <a:pt x="679" y="6"/>
                    <a:pt x="623" y="0"/>
                    <a:pt x="5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57"/>
            <p:cNvSpPr/>
            <p:nvPr/>
          </p:nvSpPr>
          <p:spPr>
            <a:xfrm>
              <a:off x="5335125" y="909600"/>
              <a:ext cx="26475" cy="29775"/>
            </a:xfrm>
            <a:custGeom>
              <a:avLst/>
              <a:gdLst/>
              <a:ahLst/>
              <a:cxnLst/>
              <a:rect l="l" t="t" r="r" b="b"/>
              <a:pathLst>
                <a:path w="1059" h="1191" extrusionOk="0">
                  <a:moveTo>
                    <a:pt x="428" y="199"/>
                  </a:moveTo>
                  <a:cubicBezTo>
                    <a:pt x="469" y="199"/>
                    <a:pt x="514" y="209"/>
                    <a:pt x="559" y="232"/>
                  </a:cubicBezTo>
                  <a:cubicBezTo>
                    <a:pt x="649" y="278"/>
                    <a:pt x="729" y="360"/>
                    <a:pt x="782" y="466"/>
                  </a:cubicBezTo>
                  <a:cubicBezTo>
                    <a:pt x="836" y="571"/>
                    <a:pt x="856" y="685"/>
                    <a:pt x="840" y="784"/>
                  </a:cubicBezTo>
                  <a:cubicBezTo>
                    <a:pt x="825" y="872"/>
                    <a:pt x="784" y="939"/>
                    <a:pt x="721" y="970"/>
                  </a:cubicBezTo>
                  <a:cubicBezTo>
                    <a:pt x="694" y="984"/>
                    <a:pt x="663" y="991"/>
                    <a:pt x="631" y="991"/>
                  </a:cubicBezTo>
                  <a:cubicBezTo>
                    <a:pt x="589" y="991"/>
                    <a:pt x="545" y="980"/>
                    <a:pt x="499" y="957"/>
                  </a:cubicBezTo>
                  <a:cubicBezTo>
                    <a:pt x="410" y="911"/>
                    <a:pt x="330" y="829"/>
                    <a:pt x="277" y="724"/>
                  </a:cubicBezTo>
                  <a:cubicBezTo>
                    <a:pt x="223" y="618"/>
                    <a:pt x="202" y="505"/>
                    <a:pt x="219" y="406"/>
                  </a:cubicBezTo>
                  <a:cubicBezTo>
                    <a:pt x="234" y="317"/>
                    <a:pt x="275" y="251"/>
                    <a:pt x="338" y="219"/>
                  </a:cubicBezTo>
                  <a:cubicBezTo>
                    <a:pt x="365" y="205"/>
                    <a:pt x="395" y="199"/>
                    <a:pt x="428" y="199"/>
                  </a:cubicBezTo>
                  <a:close/>
                  <a:moveTo>
                    <a:pt x="428" y="0"/>
                  </a:moveTo>
                  <a:cubicBezTo>
                    <a:pt x="365" y="0"/>
                    <a:pt x="304" y="14"/>
                    <a:pt x="248" y="42"/>
                  </a:cubicBezTo>
                  <a:cubicBezTo>
                    <a:pt x="128" y="103"/>
                    <a:pt x="49" y="221"/>
                    <a:pt x="24" y="373"/>
                  </a:cubicBezTo>
                  <a:cubicBezTo>
                    <a:pt x="0" y="515"/>
                    <a:pt x="28" y="670"/>
                    <a:pt x="101" y="814"/>
                  </a:cubicBezTo>
                  <a:cubicBezTo>
                    <a:pt x="172" y="956"/>
                    <a:pt x="283" y="1070"/>
                    <a:pt x="411" y="1134"/>
                  </a:cubicBezTo>
                  <a:cubicBezTo>
                    <a:pt x="485" y="1171"/>
                    <a:pt x="559" y="1190"/>
                    <a:pt x="631" y="1190"/>
                  </a:cubicBezTo>
                  <a:cubicBezTo>
                    <a:pt x="694" y="1190"/>
                    <a:pt x="755" y="1176"/>
                    <a:pt x="811" y="1147"/>
                  </a:cubicBezTo>
                  <a:cubicBezTo>
                    <a:pt x="931" y="1086"/>
                    <a:pt x="1010" y="969"/>
                    <a:pt x="1035" y="816"/>
                  </a:cubicBezTo>
                  <a:cubicBezTo>
                    <a:pt x="1058" y="674"/>
                    <a:pt x="1031" y="519"/>
                    <a:pt x="958" y="376"/>
                  </a:cubicBezTo>
                  <a:cubicBezTo>
                    <a:pt x="886" y="234"/>
                    <a:pt x="776" y="119"/>
                    <a:pt x="648" y="55"/>
                  </a:cubicBezTo>
                  <a:cubicBezTo>
                    <a:pt x="574" y="18"/>
                    <a:pt x="500" y="0"/>
                    <a:pt x="4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7"/>
            <p:cNvSpPr/>
            <p:nvPr/>
          </p:nvSpPr>
          <p:spPr>
            <a:xfrm>
              <a:off x="5313750" y="909000"/>
              <a:ext cx="26225" cy="30000"/>
            </a:xfrm>
            <a:custGeom>
              <a:avLst/>
              <a:gdLst/>
              <a:ahLst/>
              <a:cxnLst/>
              <a:rect l="l" t="t" r="r" b="b"/>
              <a:pathLst>
                <a:path w="1049" h="1200" extrusionOk="0">
                  <a:moveTo>
                    <a:pt x="617" y="198"/>
                  </a:moveTo>
                  <a:cubicBezTo>
                    <a:pt x="644" y="198"/>
                    <a:pt x="672" y="203"/>
                    <a:pt x="696" y="215"/>
                  </a:cubicBezTo>
                  <a:cubicBezTo>
                    <a:pt x="760" y="242"/>
                    <a:pt x="806" y="306"/>
                    <a:pt x="824" y="395"/>
                  </a:cubicBezTo>
                  <a:cubicBezTo>
                    <a:pt x="846" y="492"/>
                    <a:pt x="832" y="607"/>
                    <a:pt x="784" y="715"/>
                  </a:cubicBezTo>
                  <a:cubicBezTo>
                    <a:pt x="736" y="823"/>
                    <a:pt x="661" y="909"/>
                    <a:pt x="573" y="960"/>
                  </a:cubicBezTo>
                  <a:cubicBezTo>
                    <a:pt x="524" y="987"/>
                    <a:pt x="476" y="1001"/>
                    <a:pt x="432" y="1001"/>
                  </a:cubicBezTo>
                  <a:cubicBezTo>
                    <a:pt x="404" y="1001"/>
                    <a:pt x="377" y="996"/>
                    <a:pt x="352" y="985"/>
                  </a:cubicBezTo>
                  <a:cubicBezTo>
                    <a:pt x="289" y="956"/>
                    <a:pt x="243" y="892"/>
                    <a:pt x="225" y="805"/>
                  </a:cubicBezTo>
                  <a:cubicBezTo>
                    <a:pt x="203" y="706"/>
                    <a:pt x="217" y="593"/>
                    <a:pt x="265" y="484"/>
                  </a:cubicBezTo>
                  <a:cubicBezTo>
                    <a:pt x="342" y="312"/>
                    <a:pt x="489" y="198"/>
                    <a:pt x="617" y="198"/>
                  </a:cubicBezTo>
                  <a:close/>
                  <a:moveTo>
                    <a:pt x="618" y="0"/>
                  </a:moveTo>
                  <a:cubicBezTo>
                    <a:pt x="412" y="0"/>
                    <a:pt x="194" y="156"/>
                    <a:pt x="84" y="404"/>
                  </a:cubicBezTo>
                  <a:cubicBezTo>
                    <a:pt x="19" y="550"/>
                    <a:pt x="1" y="707"/>
                    <a:pt x="31" y="847"/>
                  </a:cubicBezTo>
                  <a:cubicBezTo>
                    <a:pt x="64" y="998"/>
                    <a:pt x="149" y="1111"/>
                    <a:pt x="273" y="1166"/>
                  </a:cubicBezTo>
                  <a:cubicBezTo>
                    <a:pt x="324" y="1188"/>
                    <a:pt x="377" y="1200"/>
                    <a:pt x="433" y="1200"/>
                  </a:cubicBezTo>
                  <a:cubicBezTo>
                    <a:pt x="511" y="1200"/>
                    <a:pt x="592" y="1176"/>
                    <a:pt x="672" y="1132"/>
                  </a:cubicBezTo>
                  <a:cubicBezTo>
                    <a:pt x="795" y="1060"/>
                    <a:pt x="900" y="942"/>
                    <a:pt x="965" y="796"/>
                  </a:cubicBezTo>
                  <a:cubicBezTo>
                    <a:pt x="1030" y="649"/>
                    <a:pt x="1048" y="491"/>
                    <a:pt x="1018" y="352"/>
                  </a:cubicBezTo>
                  <a:cubicBezTo>
                    <a:pt x="986" y="202"/>
                    <a:pt x="900" y="88"/>
                    <a:pt x="776" y="34"/>
                  </a:cubicBezTo>
                  <a:cubicBezTo>
                    <a:pt x="726" y="11"/>
                    <a:pt x="672" y="0"/>
                    <a:pt x="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7"/>
            <p:cNvSpPr/>
            <p:nvPr/>
          </p:nvSpPr>
          <p:spPr>
            <a:xfrm>
              <a:off x="5297000" y="894650"/>
              <a:ext cx="33400" cy="24650"/>
            </a:xfrm>
            <a:custGeom>
              <a:avLst/>
              <a:gdLst/>
              <a:ahLst/>
              <a:cxnLst/>
              <a:rect l="l" t="t" r="r" b="b"/>
              <a:pathLst>
                <a:path w="1336" h="986" extrusionOk="0">
                  <a:moveTo>
                    <a:pt x="747" y="199"/>
                  </a:moveTo>
                  <a:cubicBezTo>
                    <a:pt x="908" y="199"/>
                    <a:pt x="1045" y="270"/>
                    <a:pt x="1076" y="383"/>
                  </a:cubicBezTo>
                  <a:cubicBezTo>
                    <a:pt x="1115" y="532"/>
                    <a:pt x="962" y="708"/>
                    <a:pt x="742" y="768"/>
                  </a:cubicBezTo>
                  <a:cubicBezTo>
                    <a:pt x="691" y="781"/>
                    <a:pt x="640" y="788"/>
                    <a:pt x="591" y="788"/>
                  </a:cubicBezTo>
                  <a:cubicBezTo>
                    <a:pt x="429" y="788"/>
                    <a:pt x="292" y="717"/>
                    <a:pt x="261" y="602"/>
                  </a:cubicBezTo>
                  <a:cubicBezTo>
                    <a:pt x="221" y="454"/>
                    <a:pt x="375" y="278"/>
                    <a:pt x="595" y="219"/>
                  </a:cubicBezTo>
                  <a:cubicBezTo>
                    <a:pt x="646" y="205"/>
                    <a:pt x="698" y="199"/>
                    <a:pt x="747" y="199"/>
                  </a:cubicBezTo>
                  <a:close/>
                  <a:moveTo>
                    <a:pt x="746" y="1"/>
                  </a:moveTo>
                  <a:cubicBezTo>
                    <a:pt x="680" y="1"/>
                    <a:pt x="612" y="9"/>
                    <a:pt x="544" y="28"/>
                  </a:cubicBezTo>
                  <a:lnTo>
                    <a:pt x="543" y="28"/>
                  </a:lnTo>
                  <a:cubicBezTo>
                    <a:pt x="213" y="116"/>
                    <a:pt x="1" y="396"/>
                    <a:pt x="70" y="653"/>
                  </a:cubicBezTo>
                  <a:cubicBezTo>
                    <a:pt x="125" y="858"/>
                    <a:pt x="340" y="985"/>
                    <a:pt x="591" y="985"/>
                  </a:cubicBezTo>
                  <a:cubicBezTo>
                    <a:pt x="658" y="985"/>
                    <a:pt x="725" y="976"/>
                    <a:pt x="793" y="958"/>
                  </a:cubicBezTo>
                  <a:cubicBezTo>
                    <a:pt x="1123" y="869"/>
                    <a:pt x="1335" y="589"/>
                    <a:pt x="1267" y="333"/>
                  </a:cubicBezTo>
                  <a:cubicBezTo>
                    <a:pt x="1213" y="129"/>
                    <a:pt x="997" y="1"/>
                    <a:pt x="74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7"/>
            <p:cNvSpPr/>
            <p:nvPr/>
          </p:nvSpPr>
          <p:spPr>
            <a:xfrm>
              <a:off x="5302200" y="872700"/>
              <a:ext cx="32925" cy="26700"/>
            </a:xfrm>
            <a:custGeom>
              <a:avLst/>
              <a:gdLst/>
              <a:ahLst/>
              <a:cxnLst/>
              <a:rect l="l" t="t" r="r" b="b"/>
              <a:pathLst>
                <a:path w="1317" h="1068" extrusionOk="0">
                  <a:moveTo>
                    <a:pt x="521" y="198"/>
                  </a:moveTo>
                  <a:cubicBezTo>
                    <a:pt x="616" y="198"/>
                    <a:pt x="727" y="233"/>
                    <a:pt x="825" y="305"/>
                  </a:cubicBezTo>
                  <a:cubicBezTo>
                    <a:pt x="1010" y="439"/>
                    <a:pt x="1089" y="657"/>
                    <a:pt x="999" y="782"/>
                  </a:cubicBezTo>
                  <a:cubicBezTo>
                    <a:pt x="957" y="841"/>
                    <a:pt x="882" y="870"/>
                    <a:pt x="795" y="870"/>
                  </a:cubicBezTo>
                  <a:cubicBezTo>
                    <a:pt x="699" y="870"/>
                    <a:pt x="588" y="834"/>
                    <a:pt x="491" y="764"/>
                  </a:cubicBezTo>
                  <a:cubicBezTo>
                    <a:pt x="306" y="629"/>
                    <a:pt x="227" y="411"/>
                    <a:pt x="317" y="287"/>
                  </a:cubicBezTo>
                  <a:cubicBezTo>
                    <a:pt x="360" y="227"/>
                    <a:pt x="434" y="198"/>
                    <a:pt x="521" y="198"/>
                  </a:cubicBezTo>
                  <a:close/>
                  <a:moveTo>
                    <a:pt x="522" y="1"/>
                  </a:moveTo>
                  <a:cubicBezTo>
                    <a:pt x="372" y="1"/>
                    <a:pt x="238" y="57"/>
                    <a:pt x="156" y="169"/>
                  </a:cubicBezTo>
                  <a:cubicBezTo>
                    <a:pt x="0" y="384"/>
                    <a:pt x="99" y="723"/>
                    <a:pt x="375" y="924"/>
                  </a:cubicBezTo>
                  <a:cubicBezTo>
                    <a:pt x="507" y="1020"/>
                    <a:pt x="657" y="1067"/>
                    <a:pt x="794" y="1067"/>
                  </a:cubicBezTo>
                  <a:cubicBezTo>
                    <a:pt x="943" y="1067"/>
                    <a:pt x="1078" y="1010"/>
                    <a:pt x="1160" y="898"/>
                  </a:cubicBezTo>
                  <a:cubicBezTo>
                    <a:pt x="1316" y="683"/>
                    <a:pt x="1217" y="345"/>
                    <a:pt x="941" y="145"/>
                  </a:cubicBezTo>
                  <a:cubicBezTo>
                    <a:pt x="809" y="49"/>
                    <a:pt x="659"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7"/>
            <p:cNvSpPr/>
            <p:nvPr/>
          </p:nvSpPr>
          <p:spPr>
            <a:xfrm>
              <a:off x="5402650" y="878950"/>
              <a:ext cx="57100" cy="44300"/>
            </a:xfrm>
            <a:custGeom>
              <a:avLst/>
              <a:gdLst/>
              <a:ahLst/>
              <a:cxnLst/>
              <a:rect l="l" t="t" r="r" b="b"/>
              <a:pathLst>
                <a:path w="2284" h="1772" extrusionOk="0">
                  <a:moveTo>
                    <a:pt x="1141" y="0"/>
                  </a:moveTo>
                  <a:cubicBezTo>
                    <a:pt x="2" y="0"/>
                    <a:pt x="1" y="1771"/>
                    <a:pt x="1142" y="1771"/>
                  </a:cubicBezTo>
                  <a:cubicBezTo>
                    <a:pt x="2281" y="1771"/>
                    <a:pt x="2283" y="0"/>
                    <a:pt x="1142" y="0"/>
                  </a:cubicBezTo>
                  <a:cubicBezTo>
                    <a:pt x="1142"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57"/>
            <p:cNvSpPr/>
            <p:nvPr/>
          </p:nvSpPr>
          <p:spPr>
            <a:xfrm>
              <a:off x="5420200" y="861250"/>
              <a:ext cx="24100" cy="31000"/>
            </a:xfrm>
            <a:custGeom>
              <a:avLst/>
              <a:gdLst/>
              <a:ahLst/>
              <a:cxnLst/>
              <a:rect l="l" t="t" r="r" b="b"/>
              <a:pathLst>
                <a:path w="964" h="1240" extrusionOk="0">
                  <a:moveTo>
                    <a:pt x="483" y="199"/>
                  </a:moveTo>
                  <a:cubicBezTo>
                    <a:pt x="637" y="199"/>
                    <a:pt x="766" y="392"/>
                    <a:pt x="766" y="620"/>
                  </a:cubicBezTo>
                  <a:cubicBezTo>
                    <a:pt x="766" y="849"/>
                    <a:pt x="637"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4" y="961"/>
                    <a:pt x="964" y="620"/>
                  </a:cubicBezTo>
                  <a:cubicBezTo>
                    <a:pt x="964"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7"/>
            <p:cNvSpPr/>
            <p:nvPr/>
          </p:nvSpPr>
          <p:spPr>
            <a:xfrm>
              <a:off x="5436400" y="873400"/>
              <a:ext cx="31025" cy="27100"/>
            </a:xfrm>
            <a:custGeom>
              <a:avLst/>
              <a:gdLst/>
              <a:ahLst/>
              <a:cxnLst/>
              <a:rect l="l" t="t" r="r" b="b"/>
              <a:pathLst>
                <a:path w="1241" h="1084" extrusionOk="0">
                  <a:moveTo>
                    <a:pt x="730" y="198"/>
                  </a:moveTo>
                  <a:cubicBezTo>
                    <a:pt x="811" y="198"/>
                    <a:pt x="879" y="225"/>
                    <a:pt x="919" y="276"/>
                  </a:cubicBezTo>
                  <a:cubicBezTo>
                    <a:pt x="1017" y="396"/>
                    <a:pt x="948" y="618"/>
                    <a:pt x="771" y="762"/>
                  </a:cubicBezTo>
                  <a:cubicBezTo>
                    <a:pt x="678" y="836"/>
                    <a:pt x="573" y="880"/>
                    <a:pt x="471" y="884"/>
                  </a:cubicBezTo>
                  <a:cubicBezTo>
                    <a:pt x="464" y="885"/>
                    <a:pt x="456" y="885"/>
                    <a:pt x="449" y="885"/>
                  </a:cubicBezTo>
                  <a:cubicBezTo>
                    <a:pt x="368" y="885"/>
                    <a:pt x="304" y="858"/>
                    <a:pt x="264" y="807"/>
                  </a:cubicBezTo>
                  <a:cubicBezTo>
                    <a:pt x="219" y="753"/>
                    <a:pt x="209" y="674"/>
                    <a:pt x="231" y="588"/>
                  </a:cubicBezTo>
                  <a:cubicBezTo>
                    <a:pt x="257" y="491"/>
                    <a:pt x="321" y="396"/>
                    <a:pt x="414" y="321"/>
                  </a:cubicBezTo>
                  <a:cubicBezTo>
                    <a:pt x="505" y="247"/>
                    <a:pt x="612" y="203"/>
                    <a:pt x="712" y="199"/>
                  </a:cubicBezTo>
                  <a:cubicBezTo>
                    <a:pt x="718" y="199"/>
                    <a:pt x="724" y="198"/>
                    <a:pt x="730" y="198"/>
                  </a:cubicBezTo>
                  <a:close/>
                  <a:moveTo>
                    <a:pt x="733" y="0"/>
                  </a:moveTo>
                  <a:cubicBezTo>
                    <a:pt x="723" y="0"/>
                    <a:pt x="713" y="0"/>
                    <a:pt x="703" y="1"/>
                  </a:cubicBezTo>
                  <a:cubicBezTo>
                    <a:pt x="561" y="7"/>
                    <a:pt x="414" y="66"/>
                    <a:pt x="288" y="168"/>
                  </a:cubicBezTo>
                  <a:cubicBezTo>
                    <a:pt x="165" y="268"/>
                    <a:pt x="76" y="399"/>
                    <a:pt x="40" y="538"/>
                  </a:cubicBezTo>
                  <a:cubicBezTo>
                    <a:pt x="0" y="687"/>
                    <a:pt x="25" y="827"/>
                    <a:pt x="110" y="931"/>
                  </a:cubicBezTo>
                  <a:cubicBezTo>
                    <a:pt x="189" y="1030"/>
                    <a:pt x="311" y="1084"/>
                    <a:pt x="453" y="1084"/>
                  </a:cubicBezTo>
                  <a:cubicBezTo>
                    <a:pt x="462" y="1084"/>
                    <a:pt x="471" y="1082"/>
                    <a:pt x="481" y="1082"/>
                  </a:cubicBezTo>
                  <a:cubicBezTo>
                    <a:pt x="623" y="1076"/>
                    <a:pt x="771" y="1017"/>
                    <a:pt x="896" y="915"/>
                  </a:cubicBezTo>
                  <a:cubicBezTo>
                    <a:pt x="1160" y="700"/>
                    <a:pt x="1241" y="358"/>
                    <a:pt x="1073" y="152"/>
                  </a:cubicBezTo>
                  <a:cubicBezTo>
                    <a:pt x="994" y="53"/>
                    <a:pt x="877" y="0"/>
                    <a:pt x="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7"/>
            <p:cNvSpPr/>
            <p:nvPr/>
          </p:nvSpPr>
          <p:spPr>
            <a:xfrm>
              <a:off x="5439325" y="895850"/>
              <a:ext cx="31725" cy="24450"/>
            </a:xfrm>
            <a:custGeom>
              <a:avLst/>
              <a:gdLst/>
              <a:ahLst/>
              <a:cxnLst/>
              <a:rect l="l" t="t" r="r" b="b"/>
              <a:pathLst>
                <a:path w="1269" h="978" extrusionOk="0">
                  <a:moveTo>
                    <a:pt x="568" y="198"/>
                  </a:moveTo>
                  <a:cubicBezTo>
                    <a:pt x="609" y="198"/>
                    <a:pt x="651" y="203"/>
                    <a:pt x="694" y="212"/>
                  </a:cubicBezTo>
                  <a:cubicBezTo>
                    <a:pt x="809" y="235"/>
                    <a:pt x="910" y="291"/>
                    <a:pt x="977" y="367"/>
                  </a:cubicBezTo>
                  <a:cubicBezTo>
                    <a:pt x="1037" y="433"/>
                    <a:pt x="1061" y="507"/>
                    <a:pt x="1047" y="577"/>
                  </a:cubicBezTo>
                  <a:cubicBezTo>
                    <a:pt x="1033" y="644"/>
                    <a:pt x="979" y="703"/>
                    <a:pt x="897" y="739"/>
                  </a:cubicBezTo>
                  <a:cubicBezTo>
                    <a:pt x="839" y="766"/>
                    <a:pt x="771" y="780"/>
                    <a:pt x="699" y="780"/>
                  </a:cubicBezTo>
                  <a:cubicBezTo>
                    <a:pt x="659" y="780"/>
                    <a:pt x="617" y="776"/>
                    <a:pt x="575" y="767"/>
                  </a:cubicBezTo>
                  <a:cubicBezTo>
                    <a:pt x="459" y="742"/>
                    <a:pt x="359" y="686"/>
                    <a:pt x="293" y="612"/>
                  </a:cubicBezTo>
                  <a:cubicBezTo>
                    <a:pt x="233" y="544"/>
                    <a:pt x="208" y="470"/>
                    <a:pt x="222" y="401"/>
                  </a:cubicBezTo>
                  <a:cubicBezTo>
                    <a:pt x="237" y="333"/>
                    <a:pt x="290" y="274"/>
                    <a:pt x="371" y="238"/>
                  </a:cubicBezTo>
                  <a:cubicBezTo>
                    <a:pt x="429" y="211"/>
                    <a:pt x="497" y="198"/>
                    <a:pt x="568" y="198"/>
                  </a:cubicBezTo>
                  <a:close/>
                  <a:moveTo>
                    <a:pt x="568" y="0"/>
                  </a:moveTo>
                  <a:cubicBezTo>
                    <a:pt x="469" y="0"/>
                    <a:pt x="374" y="19"/>
                    <a:pt x="290" y="57"/>
                  </a:cubicBezTo>
                  <a:cubicBezTo>
                    <a:pt x="149" y="120"/>
                    <a:pt x="57" y="229"/>
                    <a:pt x="28" y="360"/>
                  </a:cubicBezTo>
                  <a:cubicBezTo>
                    <a:pt x="1" y="492"/>
                    <a:pt x="41" y="627"/>
                    <a:pt x="144" y="743"/>
                  </a:cubicBezTo>
                  <a:cubicBezTo>
                    <a:pt x="239" y="849"/>
                    <a:pt x="377" y="927"/>
                    <a:pt x="534" y="960"/>
                  </a:cubicBezTo>
                  <a:lnTo>
                    <a:pt x="535" y="960"/>
                  </a:lnTo>
                  <a:cubicBezTo>
                    <a:pt x="590" y="971"/>
                    <a:pt x="646" y="978"/>
                    <a:pt x="700" y="978"/>
                  </a:cubicBezTo>
                  <a:cubicBezTo>
                    <a:pt x="800" y="978"/>
                    <a:pt x="895" y="958"/>
                    <a:pt x="979" y="921"/>
                  </a:cubicBezTo>
                  <a:cubicBezTo>
                    <a:pt x="1120" y="857"/>
                    <a:pt x="1213" y="749"/>
                    <a:pt x="1240" y="617"/>
                  </a:cubicBezTo>
                  <a:cubicBezTo>
                    <a:pt x="1269" y="485"/>
                    <a:pt x="1227" y="350"/>
                    <a:pt x="1125" y="235"/>
                  </a:cubicBezTo>
                  <a:cubicBezTo>
                    <a:pt x="1030" y="128"/>
                    <a:pt x="891" y="50"/>
                    <a:pt x="734" y="17"/>
                  </a:cubicBezTo>
                  <a:cubicBezTo>
                    <a:pt x="679" y="6"/>
                    <a:pt x="623" y="0"/>
                    <a:pt x="5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7"/>
            <p:cNvSpPr/>
            <p:nvPr/>
          </p:nvSpPr>
          <p:spPr>
            <a:xfrm>
              <a:off x="5428025" y="909600"/>
              <a:ext cx="26500" cy="29775"/>
            </a:xfrm>
            <a:custGeom>
              <a:avLst/>
              <a:gdLst/>
              <a:ahLst/>
              <a:cxnLst/>
              <a:rect l="l" t="t" r="r" b="b"/>
              <a:pathLst>
                <a:path w="1060" h="1191" extrusionOk="0">
                  <a:moveTo>
                    <a:pt x="429" y="199"/>
                  </a:moveTo>
                  <a:cubicBezTo>
                    <a:pt x="470" y="199"/>
                    <a:pt x="514" y="209"/>
                    <a:pt x="560" y="232"/>
                  </a:cubicBezTo>
                  <a:cubicBezTo>
                    <a:pt x="650" y="278"/>
                    <a:pt x="729" y="360"/>
                    <a:pt x="782" y="466"/>
                  </a:cubicBezTo>
                  <a:cubicBezTo>
                    <a:pt x="837" y="571"/>
                    <a:pt x="857" y="685"/>
                    <a:pt x="841" y="784"/>
                  </a:cubicBezTo>
                  <a:cubicBezTo>
                    <a:pt x="827" y="872"/>
                    <a:pt x="784" y="939"/>
                    <a:pt x="721" y="970"/>
                  </a:cubicBezTo>
                  <a:cubicBezTo>
                    <a:pt x="694" y="984"/>
                    <a:pt x="664" y="991"/>
                    <a:pt x="632" y="991"/>
                  </a:cubicBezTo>
                  <a:cubicBezTo>
                    <a:pt x="591" y="991"/>
                    <a:pt x="546" y="980"/>
                    <a:pt x="501" y="957"/>
                  </a:cubicBezTo>
                  <a:cubicBezTo>
                    <a:pt x="411" y="911"/>
                    <a:pt x="332" y="829"/>
                    <a:pt x="278" y="724"/>
                  </a:cubicBezTo>
                  <a:cubicBezTo>
                    <a:pt x="223" y="618"/>
                    <a:pt x="204" y="505"/>
                    <a:pt x="220" y="406"/>
                  </a:cubicBezTo>
                  <a:cubicBezTo>
                    <a:pt x="234" y="317"/>
                    <a:pt x="277" y="251"/>
                    <a:pt x="339" y="219"/>
                  </a:cubicBezTo>
                  <a:cubicBezTo>
                    <a:pt x="365" y="205"/>
                    <a:pt x="397" y="199"/>
                    <a:pt x="429" y="199"/>
                  </a:cubicBezTo>
                  <a:close/>
                  <a:moveTo>
                    <a:pt x="429" y="0"/>
                  </a:moveTo>
                  <a:cubicBezTo>
                    <a:pt x="366" y="0"/>
                    <a:pt x="306" y="14"/>
                    <a:pt x="249" y="42"/>
                  </a:cubicBezTo>
                  <a:cubicBezTo>
                    <a:pt x="130" y="103"/>
                    <a:pt x="49" y="221"/>
                    <a:pt x="24" y="373"/>
                  </a:cubicBezTo>
                  <a:cubicBezTo>
                    <a:pt x="1" y="515"/>
                    <a:pt x="29" y="670"/>
                    <a:pt x="101" y="814"/>
                  </a:cubicBezTo>
                  <a:cubicBezTo>
                    <a:pt x="174" y="956"/>
                    <a:pt x="285" y="1070"/>
                    <a:pt x="412" y="1134"/>
                  </a:cubicBezTo>
                  <a:cubicBezTo>
                    <a:pt x="485" y="1171"/>
                    <a:pt x="560" y="1190"/>
                    <a:pt x="633" y="1190"/>
                  </a:cubicBezTo>
                  <a:cubicBezTo>
                    <a:pt x="695" y="1190"/>
                    <a:pt x="756" y="1176"/>
                    <a:pt x="812" y="1147"/>
                  </a:cubicBezTo>
                  <a:cubicBezTo>
                    <a:pt x="932" y="1086"/>
                    <a:pt x="1012" y="969"/>
                    <a:pt x="1037" y="816"/>
                  </a:cubicBezTo>
                  <a:cubicBezTo>
                    <a:pt x="1060" y="674"/>
                    <a:pt x="1033" y="519"/>
                    <a:pt x="960" y="376"/>
                  </a:cubicBezTo>
                  <a:cubicBezTo>
                    <a:pt x="887" y="234"/>
                    <a:pt x="777" y="119"/>
                    <a:pt x="648" y="55"/>
                  </a:cubicBezTo>
                  <a:cubicBezTo>
                    <a:pt x="575" y="18"/>
                    <a:pt x="501" y="0"/>
                    <a:pt x="4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7"/>
            <p:cNvSpPr/>
            <p:nvPr/>
          </p:nvSpPr>
          <p:spPr>
            <a:xfrm>
              <a:off x="5406650" y="909000"/>
              <a:ext cx="26250" cy="30000"/>
            </a:xfrm>
            <a:custGeom>
              <a:avLst/>
              <a:gdLst/>
              <a:ahLst/>
              <a:cxnLst/>
              <a:rect l="l" t="t" r="r" b="b"/>
              <a:pathLst>
                <a:path w="1050" h="1200" extrusionOk="0">
                  <a:moveTo>
                    <a:pt x="618" y="198"/>
                  </a:moveTo>
                  <a:cubicBezTo>
                    <a:pt x="646" y="198"/>
                    <a:pt x="672" y="203"/>
                    <a:pt x="697" y="215"/>
                  </a:cubicBezTo>
                  <a:cubicBezTo>
                    <a:pt x="760" y="242"/>
                    <a:pt x="806" y="306"/>
                    <a:pt x="826" y="395"/>
                  </a:cubicBezTo>
                  <a:cubicBezTo>
                    <a:pt x="848" y="492"/>
                    <a:pt x="832" y="607"/>
                    <a:pt x="784" y="715"/>
                  </a:cubicBezTo>
                  <a:cubicBezTo>
                    <a:pt x="737" y="823"/>
                    <a:pt x="661" y="909"/>
                    <a:pt x="574" y="960"/>
                  </a:cubicBezTo>
                  <a:cubicBezTo>
                    <a:pt x="526" y="987"/>
                    <a:pt x="478" y="1001"/>
                    <a:pt x="433" y="1001"/>
                  </a:cubicBezTo>
                  <a:cubicBezTo>
                    <a:pt x="405" y="1001"/>
                    <a:pt x="378" y="996"/>
                    <a:pt x="354" y="985"/>
                  </a:cubicBezTo>
                  <a:cubicBezTo>
                    <a:pt x="290" y="956"/>
                    <a:pt x="244" y="892"/>
                    <a:pt x="225" y="805"/>
                  </a:cubicBezTo>
                  <a:cubicBezTo>
                    <a:pt x="204" y="706"/>
                    <a:pt x="218" y="593"/>
                    <a:pt x="267" y="484"/>
                  </a:cubicBezTo>
                  <a:cubicBezTo>
                    <a:pt x="344" y="312"/>
                    <a:pt x="491" y="198"/>
                    <a:pt x="618" y="198"/>
                  </a:cubicBezTo>
                  <a:close/>
                  <a:moveTo>
                    <a:pt x="620" y="0"/>
                  </a:moveTo>
                  <a:cubicBezTo>
                    <a:pt x="414" y="0"/>
                    <a:pt x="196" y="156"/>
                    <a:pt x="86" y="404"/>
                  </a:cubicBezTo>
                  <a:cubicBezTo>
                    <a:pt x="20" y="550"/>
                    <a:pt x="1" y="707"/>
                    <a:pt x="32" y="847"/>
                  </a:cubicBezTo>
                  <a:cubicBezTo>
                    <a:pt x="65" y="998"/>
                    <a:pt x="151" y="1111"/>
                    <a:pt x="273" y="1166"/>
                  </a:cubicBezTo>
                  <a:cubicBezTo>
                    <a:pt x="324" y="1188"/>
                    <a:pt x="379" y="1200"/>
                    <a:pt x="433" y="1200"/>
                  </a:cubicBezTo>
                  <a:cubicBezTo>
                    <a:pt x="513" y="1200"/>
                    <a:pt x="594" y="1176"/>
                    <a:pt x="672" y="1132"/>
                  </a:cubicBezTo>
                  <a:cubicBezTo>
                    <a:pt x="797" y="1060"/>
                    <a:pt x="901" y="942"/>
                    <a:pt x="965" y="796"/>
                  </a:cubicBezTo>
                  <a:cubicBezTo>
                    <a:pt x="1030" y="649"/>
                    <a:pt x="1050" y="491"/>
                    <a:pt x="1020" y="352"/>
                  </a:cubicBezTo>
                  <a:cubicBezTo>
                    <a:pt x="986" y="202"/>
                    <a:pt x="900" y="88"/>
                    <a:pt x="777" y="34"/>
                  </a:cubicBezTo>
                  <a:cubicBezTo>
                    <a:pt x="727" y="11"/>
                    <a:pt x="674" y="0"/>
                    <a:pt x="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57"/>
            <p:cNvSpPr/>
            <p:nvPr/>
          </p:nvSpPr>
          <p:spPr>
            <a:xfrm>
              <a:off x="5389950" y="894650"/>
              <a:ext cx="33375" cy="24650"/>
            </a:xfrm>
            <a:custGeom>
              <a:avLst/>
              <a:gdLst/>
              <a:ahLst/>
              <a:cxnLst/>
              <a:rect l="l" t="t" r="r" b="b"/>
              <a:pathLst>
                <a:path w="1335" h="986" extrusionOk="0">
                  <a:moveTo>
                    <a:pt x="747" y="199"/>
                  </a:moveTo>
                  <a:cubicBezTo>
                    <a:pt x="908" y="199"/>
                    <a:pt x="1044" y="270"/>
                    <a:pt x="1075" y="383"/>
                  </a:cubicBezTo>
                  <a:cubicBezTo>
                    <a:pt x="1114" y="532"/>
                    <a:pt x="962" y="708"/>
                    <a:pt x="740" y="768"/>
                  </a:cubicBezTo>
                  <a:cubicBezTo>
                    <a:pt x="690" y="781"/>
                    <a:pt x="639" y="788"/>
                    <a:pt x="590" y="788"/>
                  </a:cubicBezTo>
                  <a:cubicBezTo>
                    <a:pt x="428" y="788"/>
                    <a:pt x="291" y="717"/>
                    <a:pt x="260" y="602"/>
                  </a:cubicBezTo>
                  <a:cubicBezTo>
                    <a:pt x="221" y="454"/>
                    <a:pt x="373" y="278"/>
                    <a:pt x="595" y="219"/>
                  </a:cubicBezTo>
                  <a:cubicBezTo>
                    <a:pt x="646" y="205"/>
                    <a:pt x="698" y="199"/>
                    <a:pt x="747" y="199"/>
                  </a:cubicBezTo>
                  <a:close/>
                  <a:moveTo>
                    <a:pt x="744" y="1"/>
                  </a:moveTo>
                  <a:cubicBezTo>
                    <a:pt x="679" y="1"/>
                    <a:pt x="611" y="9"/>
                    <a:pt x="542" y="28"/>
                  </a:cubicBezTo>
                  <a:cubicBezTo>
                    <a:pt x="213" y="116"/>
                    <a:pt x="0" y="396"/>
                    <a:pt x="69" y="653"/>
                  </a:cubicBezTo>
                  <a:cubicBezTo>
                    <a:pt x="124" y="858"/>
                    <a:pt x="339" y="985"/>
                    <a:pt x="591" y="985"/>
                  </a:cubicBezTo>
                  <a:cubicBezTo>
                    <a:pt x="656" y="985"/>
                    <a:pt x="724" y="976"/>
                    <a:pt x="793" y="958"/>
                  </a:cubicBezTo>
                  <a:cubicBezTo>
                    <a:pt x="1122" y="869"/>
                    <a:pt x="1335" y="589"/>
                    <a:pt x="1266" y="333"/>
                  </a:cubicBezTo>
                  <a:cubicBezTo>
                    <a:pt x="1211" y="129"/>
                    <a:pt x="996" y="1"/>
                    <a:pt x="7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57"/>
            <p:cNvSpPr/>
            <p:nvPr/>
          </p:nvSpPr>
          <p:spPr>
            <a:xfrm>
              <a:off x="5395125" y="872700"/>
              <a:ext cx="32900" cy="26700"/>
            </a:xfrm>
            <a:custGeom>
              <a:avLst/>
              <a:gdLst/>
              <a:ahLst/>
              <a:cxnLst/>
              <a:rect l="l" t="t" r="r" b="b"/>
              <a:pathLst>
                <a:path w="1316" h="1068" extrusionOk="0">
                  <a:moveTo>
                    <a:pt x="522" y="198"/>
                  </a:moveTo>
                  <a:cubicBezTo>
                    <a:pt x="617" y="198"/>
                    <a:pt x="728" y="233"/>
                    <a:pt x="824" y="305"/>
                  </a:cubicBezTo>
                  <a:cubicBezTo>
                    <a:pt x="1009" y="439"/>
                    <a:pt x="1090" y="657"/>
                    <a:pt x="1000" y="782"/>
                  </a:cubicBezTo>
                  <a:cubicBezTo>
                    <a:pt x="957" y="841"/>
                    <a:pt x="882" y="870"/>
                    <a:pt x="795" y="870"/>
                  </a:cubicBezTo>
                  <a:cubicBezTo>
                    <a:pt x="699" y="870"/>
                    <a:pt x="589" y="834"/>
                    <a:pt x="492" y="764"/>
                  </a:cubicBezTo>
                  <a:cubicBezTo>
                    <a:pt x="307" y="629"/>
                    <a:pt x="226" y="411"/>
                    <a:pt x="317" y="287"/>
                  </a:cubicBezTo>
                  <a:cubicBezTo>
                    <a:pt x="360" y="227"/>
                    <a:pt x="434" y="198"/>
                    <a:pt x="522" y="198"/>
                  </a:cubicBezTo>
                  <a:close/>
                  <a:moveTo>
                    <a:pt x="522" y="1"/>
                  </a:moveTo>
                  <a:cubicBezTo>
                    <a:pt x="373" y="1"/>
                    <a:pt x="238" y="57"/>
                    <a:pt x="157" y="169"/>
                  </a:cubicBezTo>
                  <a:cubicBezTo>
                    <a:pt x="1" y="384"/>
                    <a:pt x="98" y="723"/>
                    <a:pt x="375" y="924"/>
                  </a:cubicBezTo>
                  <a:cubicBezTo>
                    <a:pt x="507" y="1020"/>
                    <a:pt x="656" y="1067"/>
                    <a:pt x="793" y="1067"/>
                  </a:cubicBezTo>
                  <a:cubicBezTo>
                    <a:pt x="943" y="1067"/>
                    <a:pt x="1078" y="1010"/>
                    <a:pt x="1159" y="898"/>
                  </a:cubicBezTo>
                  <a:cubicBezTo>
                    <a:pt x="1315" y="683"/>
                    <a:pt x="1218" y="345"/>
                    <a:pt x="941" y="145"/>
                  </a:cubicBezTo>
                  <a:cubicBezTo>
                    <a:pt x="809" y="49"/>
                    <a:pt x="659"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7"/>
            <p:cNvSpPr/>
            <p:nvPr/>
          </p:nvSpPr>
          <p:spPr>
            <a:xfrm>
              <a:off x="5495600" y="878950"/>
              <a:ext cx="57075" cy="44300"/>
            </a:xfrm>
            <a:custGeom>
              <a:avLst/>
              <a:gdLst/>
              <a:ahLst/>
              <a:cxnLst/>
              <a:rect l="l" t="t" r="r" b="b"/>
              <a:pathLst>
                <a:path w="2283" h="1772" extrusionOk="0">
                  <a:moveTo>
                    <a:pt x="1140" y="0"/>
                  </a:moveTo>
                  <a:cubicBezTo>
                    <a:pt x="1" y="0"/>
                    <a:pt x="1" y="1771"/>
                    <a:pt x="1142" y="1771"/>
                  </a:cubicBezTo>
                  <a:cubicBezTo>
                    <a:pt x="2280"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7"/>
            <p:cNvSpPr/>
            <p:nvPr/>
          </p:nvSpPr>
          <p:spPr>
            <a:xfrm>
              <a:off x="5513150" y="861250"/>
              <a:ext cx="24100" cy="31000"/>
            </a:xfrm>
            <a:custGeom>
              <a:avLst/>
              <a:gdLst/>
              <a:ahLst/>
              <a:cxnLst/>
              <a:rect l="l" t="t" r="r" b="b"/>
              <a:pathLst>
                <a:path w="964" h="1240" extrusionOk="0">
                  <a:moveTo>
                    <a:pt x="481" y="199"/>
                  </a:moveTo>
                  <a:cubicBezTo>
                    <a:pt x="635" y="199"/>
                    <a:pt x="765" y="392"/>
                    <a:pt x="765" y="620"/>
                  </a:cubicBezTo>
                  <a:cubicBezTo>
                    <a:pt x="765" y="849"/>
                    <a:pt x="635" y="1042"/>
                    <a:pt x="481" y="1042"/>
                  </a:cubicBezTo>
                  <a:cubicBezTo>
                    <a:pt x="327" y="1042"/>
                    <a:pt x="198" y="849"/>
                    <a:pt x="198" y="620"/>
                  </a:cubicBezTo>
                  <a:cubicBezTo>
                    <a:pt x="198" y="392"/>
                    <a:pt x="327" y="199"/>
                    <a:pt x="481" y="199"/>
                  </a:cubicBezTo>
                  <a:close/>
                  <a:moveTo>
                    <a:pt x="481" y="1"/>
                  </a:moveTo>
                  <a:cubicBezTo>
                    <a:pt x="215" y="1"/>
                    <a:pt x="0" y="278"/>
                    <a:pt x="0" y="620"/>
                  </a:cubicBezTo>
                  <a:cubicBezTo>
                    <a:pt x="0" y="961"/>
                    <a:pt x="215"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7"/>
            <p:cNvSpPr/>
            <p:nvPr/>
          </p:nvSpPr>
          <p:spPr>
            <a:xfrm>
              <a:off x="5529350" y="873400"/>
              <a:ext cx="31000" cy="27100"/>
            </a:xfrm>
            <a:custGeom>
              <a:avLst/>
              <a:gdLst/>
              <a:ahLst/>
              <a:cxnLst/>
              <a:rect l="l" t="t" r="r" b="b"/>
              <a:pathLst>
                <a:path w="1240" h="1084" extrusionOk="0">
                  <a:moveTo>
                    <a:pt x="728" y="198"/>
                  </a:moveTo>
                  <a:cubicBezTo>
                    <a:pt x="811" y="198"/>
                    <a:pt x="877" y="225"/>
                    <a:pt x="919" y="276"/>
                  </a:cubicBezTo>
                  <a:cubicBezTo>
                    <a:pt x="1015" y="396"/>
                    <a:pt x="947" y="618"/>
                    <a:pt x="769" y="762"/>
                  </a:cubicBezTo>
                  <a:cubicBezTo>
                    <a:pt x="678" y="836"/>
                    <a:pt x="571" y="880"/>
                    <a:pt x="470" y="884"/>
                  </a:cubicBezTo>
                  <a:cubicBezTo>
                    <a:pt x="463" y="885"/>
                    <a:pt x="456" y="885"/>
                    <a:pt x="449" y="885"/>
                  </a:cubicBezTo>
                  <a:cubicBezTo>
                    <a:pt x="368" y="885"/>
                    <a:pt x="304" y="858"/>
                    <a:pt x="263" y="807"/>
                  </a:cubicBezTo>
                  <a:cubicBezTo>
                    <a:pt x="219" y="753"/>
                    <a:pt x="207" y="674"/>
                    <a:pt x="231" y="588"/>
                  </a:cubicBezTo>
                  <a:cubicBezTo>
                    <a:pt x="255" y="491"/>
                    <a:pt x="321" y="396"/>
                    <a:pt x="412" y="321"/>
                  </a:cubicBezTo>
                  <a:cubicBezTo>
                    <a:pt x="504" y="247"/>
                    <a:pt x="610" y="203"/>
                    <a:pt x="711" y="199"/>
                  </a:cubicBezTo>
                  <a:cubicBezTo>
                    <a:pt x="717" y="199"/>
                    <a:pt x="723" y="198"/>
                    <a:pt x="728" y="198"/>
                  </a:cubicBezTo>
                  <a:close/>
                  <a:moveTo>
                    <a:pt x="732" y="0"/>
                  </a:moveTo>
                  <a:cubicBezTo>
                    <a:pt x="722" y="0"/>
                    <a:pt x="712" y="0"/>
                    <a:pt x="702" y="1"/>
                  </a:cubicBezTo>
                  <a:cubicBezTo>
                    <a:pt x="559" y="7"/>
                    <a:pt x="412" y="66"/>
                    <a:pt x="288" y="168"/>
                  </a:cubicBezTo>
                  <a:cubicBezTo>
                    <a:pt x="164" y="268"/>
                    <a:pt x="76" y="399"/>
                    <a:pt x="39" y="538"/>
                  </a:cubicBezTo>
                  <a:cubicBezTo>
                    <a:pt x="0" y="687"/>
                    <a:pt x="25" y="827"/>
                    <a:pt x="109" y="931"/>
                  </a:cubicBezTo>
                  <a:cubicBezTo>
                    <a:pt x="189" y="1030"/>
                    <a:pt x="310" y="1084"/>
                    <a:pt x="452" y="1084"/>
                  </a:cubicBezTo>
                  <a:cubicBezTo>
                    <a:pt x="461" y="1084"/>
                    <a:pt x="470" y="1082"/>
                    <a:pt x="480" y="1082"/>
                  </a:cubicBezTo>
                  <a:cubicBezTo>
                    <a:pt x="623" y="1076"/>
                    <a:pt x="770" y="1017"/>
                    <a:pt x="894" y="915"/>
                  </a:cubicBezTo>
                  <a:cubicBezTo>
                    <a:pt x="1160" y="700"/>
                    <a:pt x="1239" y="358"/>
                    <a:pt x="1072" y="152"/>
                  </a:cubicBezTo>
                  <a:cubicBezTo>
                    <a:pt x="993" y="53"/>
                    <a:pt x="875"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7"/>
            <p:cNvSpPr/>
            <p:nvPr/>
          </p:nvSpPr>
          <p:spPr>
            <a:xfrm>
              <a:off x="5531575" y="895850"/>
              <a:ext cx="32425" cy="24450"/>
            </a:xfrm>
            <a:custGeom>
              <a:avLst/>
              <a:gdLst/>
              <a:ahLst/>
              <a:cxnLst/>
              <a:rect l="l" t="t" r="r" b="b"/>
              <a:pathLst>
                <a:path w="1297" h="978" extrusionOk="0">
                  <a:moveTo>
                    <a:pt x="595" y="198"/>
                  </a:moveTo>
                  <a:cubicBezTo>
                    <a:pt x="636" y="198"/>
                    <a:pt x="678" y="203"/>
                    <a:pt x="720" y="212"/>
                  </a:cubicBezTo>
                  <a:cubicBezTo>
                    <a:pt x="836" y="235"/>
                    <a:pt x="937" y="291"/>
                    <a:pt x="1004" y="367"/>
                  </a:cubicBezTo>
                  <a:cubicBezTo>
                    <a:pt x="1064" y="433"/>
                    <a:pt x="1089" y="507"/>
                    <a:pt x="1075" y="577"/>
                  </a:cubicBezTo>
                  <a:cubicBezTo>
                    <a:pt x="1059" y="644"/>
                    <a:pt x="1007" y="703"/>
                    <a:pt x="925" y="739"/>
                  </a:cubicBezTo>
                  <a:cubicBezTo>
                    <a:pt x="865" y="766"/>
                    <a:pt x="798" y="780"/>
                    <a:pt x="726" y="780"/>
                  </a:cubicBezTo>
                  <a:cubicBezTo>
                    <a:pt x="686" y="780"/>
                    <a:pt x="645" y="776"/>
                    <a:pt x="603" y="767"/>
                  </a:cubicBezTo>
                  <a:cubicBezTo>
                    <a:pt x="379" y="719"/>
                    <a:pt x="217" y="552"/>
                    <a:pt x="249" y="401"/>
                  </a:cubicBezTo>
                  <a:cubicBezTo>
                    <a:pt x="264" y="333"/>
                    <a:pt x="316" y="274"/>
                    <a:pt x="398" y="238"/>
                  </a:cubicBezTo>
                  <a:cubicBezTo>
                    <a:pt x="457" y="211"/>
                    <a:pt x="524" y="198"/>
                    <a:pt x="595" y="198"/>
                  </a:cubicBezTo>
                  <a:close/>
                  <a:moveTo>
                    <a:pt x="595" y="0"/>
                  </a:moveTo>
                  <a:cubicBezTo>
                    <a:pt x="496" y="0"/>
                    <a:pt x="401" y="19"/>
                    <a:pt x="318" y="57"/>
                  </a:cubicBezTo>
                  <a:cubicBezTo>
                    <a:pt x="177" y="120"/>
                    <a:pt x="83" y="229"/>
                    <a:pt x="56" y="360"/>
                  </a:cubicBezTo>
                  <a:cubicBezTo>
                    <a:pt x="1" y="620"/>
                    <a:pt x="228" y="889"/>
                    <a:pt x="561" y="960"/>
                  </a:cubicBezTo>
                  <a:cubicBezTo>
                    <a:pt x="617" y="971"/>
                    <a:pt x="672" y="978"/>
                    <a:pt x="727" y="978"/>
                  </a:cubicBezTo>
                  <a:cubicBezTo>
                    <a:pt x="826" y="978"/>
                    <a:pt x="922" y="958"/>
                    <a:pt x="1006" y="921"/>
                  </a:cubicBezTo>
                  <a:cubicBezTo>
                    <a:pt x="1146" y="857"/>
                    <a:pt x="1240" y="749"/>
                    <a:pt x="1267" y="617"/>
                  </a:cubicBezTo>
                  <a:cubicBezTo>
                    <a:pt x="1296" y="485"/>
                    <a:pt x="1254" y="350"/>
                    <a:pt x="1152" y="235"/>
                  </a:cubicBezTo>
                  <a:cubicBezTo>
                    <a:pt x="1056" y="128"/>
                    <a:pt x="918" y="50"/>
                    <a:pt x="762" y="17"/>
                  </a:cubicBezTo>
                  <a:cubicBezTo>
                    <a:pt x="706" y="6"/>
                    <a:pt x="650" y="0"/>
                    <a:pt x="5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7"/>
            <p:cNvSpPr/>
            <p:nvPr/>
          </p:nvSpPr>
          <p:spPr>
            <a:xfrm>
              <a:off x="5520975" y="909600"/>
              <a:ext cx="26475" cy="29775"/>
            </a:xfrm>
            <a:custGeom>
              <a:avLst/>
              <a:gdLst/>
              <a:ahLst/>
              <a:cxnLst/>
              <a:rect l="l" t="t" r="r" b="b"/>
              <a:pathLst>
                <a:path w="1059" h="1191" extrusionOk="0">
                  <a:moveTo>
                    <a:pt x="428" y="199"/>
                  </a:moveTo>
                  <a:cubicBezTo>
                    <a:pt x="469" y="199"/>
                    <a:pt x="514" y="209"/>
                    <a:pt x="559" y="232"/>
                  </a:cubicBezTo>
                  <a:cubicBezTo>
                    <a:pt x="649" y="278"/>
                    <a:pt x="729" y="360"/>
                    <a:pt x="782" y="466"/>
                  </a:cubicBezTo>
                  <a:cubicBezTo>
                    <a:pt x="835" y="571"/>
                    <a:pt x="856" y="685"/>
                    <a:pt x="839" y="784"/>
                  </a:cubicBezTo>
                  <a:cubicBezTo>
                    <a:pt x="825" y="872"/>
                    <a:pt x="783" y="939"/>
                    <a:pt x="721" y="970"/>
                  </a:cubicBezTo>
                  <a:cubicBezTo>
                    <a:pt x="693" y="984"/>
                    <a:pt x="663" y="991"/>
                    <a:pt x="631" y="991"/>
                  </a:cubicBezTo>
                  <a:cubicBezTo>
                    <a:pt x="589" y="991"/>
                    <a:pt x="545" y="980"/>
                    <a:pt x="499" y="957"/>
                  </a:cubicBezTo>
                  <a:cubicBezTo>
                    <a:pt x="409" y="911"/>
                    <a:pt x="330" y="829"/>
                    <a:pt x="276" y="724"/>
                  </a:cubicBezTo>
                  <a:cubicBezTo>
                    <a:pt x="223" y="618"/>
                    <a:pt x="202" y="505"/>
                    <a:pt x="219" y="406"/>
                  </a:cubicBezTo>
                  <a:cubicBezTo>
                    <a:pt x="233" y="317"/>
                    <a:pt x="275" y="251"/>
                    <a:pt x="338" y="219"/>
                  </a:cubicBezTo>
                  <a:cubicBezTo>
                    <a:pt x="365" y="205"/>
                    <a:pt x="395" y="199"/>
                    <a:pt x="428" y="199"/>
                  </a:cubicBezTo>
                  <a:close/>
                  <a:moveTo>
                    <a:pt x="428" y="0"/>
                  </a:moveTo>
                  <a:cubicBezTo>
                    <a:pt x="365" y="0"/>
                    <a:pt x="304" y="14"/>
                    <a:pt x="248" y="42"/>
                  </a:cubicBezTo>
                  <a:cubicBezTo>
                    <a:pt x="128" y="103"/>
                    <a:pt x="48" y="221"/>
                    <a:pt x="24" y="373"/>
                  </a:cubicBezTo>
                  <a:cubicBezTo>
                    <a:pt x="0" y="515"/>
                    <a:pt x="28" y="670"/>
                    <a:pt x="100" y="814"/>
                  </a:cubicBezTo>
                  <a:cubicBezTo>
                    <a:pt x="173" y="956"/>
                    <a:pt x="283" y="1070"/>
                    <a:pt x="411" y="1134"/>
                  </a:cubicBezTo>
                  <a:cubicBezTo>
                    <a:pt x="485" y="1171"/>
                    <a:pt x="559" y="1190"/>
                    <a:pt x="631" y="1190"/>
                  </a:cubicBezTo>
                  <a:cubicBezTo>
                    <a:pt x="695" y="1190"/>
                    <a:pt x="755" y="1176"/>
                    <a:pt x="811" y="1147"/>
                  </a:cubicBezTo>
                  <a:cubicBezTo>
                    <a:pt x="931" y="1086"/>
                    <a:pt x="1010" y="969"/>
                    <a:pt x="1035" y="816"/>
                  </a:cubicBezTo>
                  <a:cubicBezTo>
                    <a:pt x="1058" y="674"/>
                    <a:pt x="1031" y="519"/>
                    <a:pt x="958" y="376"/>
                  </a:cubicBezTo>
                  <a:cubicBezTo>
                    <a:pt x="886" y="234"/>
                    <a:pt x="775" y="119"/>
                    <a:pt x="648" y="55"/>
                  </a:cubicBezTo>
                  <a:cubicBezTo>
                    <a:pt x="574" y="18"/>
                    <a:pt x="499" y="0"/>
                    <a:pt x="4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7"/>
            <p:cNvSpPr/>
            <p:nvPr/>
          </p:nvSpPr>
          <p:spPr>
            <a:xfrm>
              <a:off x="5499600" y="909000"/>
              <a:ext cx="27625" cy="29975"/>
            </a:xfrm>
            <a:custGeom>
              <a:avLst/>
              <a:gdLst/>
              <a:ahLst/>
              <a:cxnLst/>
              <a:rect l="l" t="t" r="r" b="b"/>
              <a:pathLst>
                <a:path w="1105" h="1199" extrusionOk="0">
                  <a:moveTo>
                    <a:pt x="618" y="198"/>
                  </a:moveTo>
                  <a:cubicBezTo>
                    <a:pt x="644" y="198"/>
                    <a:pt x="671" y="203"/>
                    <a:pt x="696" y="215"/>
                  </a:cubicBezTo>
                  <a:cubicBezTo>
                    <a:pt x="837" y="276"/>
                    <a:pt x="876" y="505"/>
                    <a:pt x="783" y="715"/>
                  </a:cubicBezTo>
                  <a:cubicBezTo>
                    <a:pt x="707" y="887"/>
                    <a:pt x="559" y="1001"/>
                    <a:pt x="432" y="1001"/>
                  </a:cubicBezTo>
                  <a:cubicBezTo>
                    <a:pt x="404" y="1001"/>
                    <a:pt x="378" y="996"/>
                    <a:pt x="353" y="985"/>
                  </a:cubicBezTo>
                  <a:cubicBezTo>
                    <a:pt x="290" y="956"/>
                    <a:pt x="244" y="892"/>
                    <a:pt x="224" y="805"/>
                  </a:cubicBezTo>
                  <a:cubicBezTo>
                    <a:pt x="202" y="706"/>
                    <a:pt x="217" y="593"/>
                    <a:pt x="265" y="484"/>
                  </a:cubicBezTo>
                  <a:cubicBezTo>
                    <a:pt x="342" y="312"/>
                    <a:pt x="489" y="198"/>
                    <a:pt x="618" y="198"/>
                  </a:cubicBezTo>
                  <a:close/>
                  <a:moveTo>
                    <a:pt x="619" y="0"/>
                  </a:moveTo>
                  <a:cubicBezTo>
                    <a:pt x="412" y="0"/>
                    <a:pt x="195" y="156"/>
                    <a:pt x="85" y="404"/>
                  </a:cubicBezTo>
                  <a:cubicBezTo>
                    <a:pt x="20" y="550"/>
                    <a:pt x="0" y="707"/>
                    <a:pt x="30" y="847"/>
                  </a:cubicBezTo>
                  <a:cubicBezTo>
                    <a:pt x="64" y="998"/>
                    <a:pt x="150" y="1111"/>
                    <a:pt x="273" y="1166"/>
                  </a:cubicBezTo>
                  <a:cubicBezTo>
                    <a:pt x="324" y="1188"/>
                    <a:pt x="376" y="1198"/>
                    <a:pt x="430" y="1198"/>
                  </a:cubicBezTo>
                  <a:cubicBezTo>
                    <a:pt x="636" y="1198"/>
                    <a:pt x="855" y="1042"/>
                    <a:pt x="965" y="795"/>
                  </a:cubicBezTo>
                  <a:cubicBezTo>
                    <a:pt x="1104" y="483"/>
                    <a:pt x="1019" y="140"/>
                    <a:pt x="777" y="34"/>
                  </a:cubicBezTo>
                  <a:cubicBezTo>
                    <a:pt x="726" y="11"/>
                    <a:pt x="673" y="0"/>
                    <a:pt x="6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7"/>
            <p:cNvSpPr/>
            <p:nvPr/>
          </p:nvSpPr>
          <p:spPr>
            <a:xfrm>
              <a:off x="5482850" y="894650"/>
              <a:ext cx="33425" cy="24650"/>
            </a:xfrm>
            <a:custGeom>
              <a:avLst/>
              <a:gdLst/>
              <a:ahLst/>
              <a:cxnLst/>
              <a:rect l="l" t="t" r="r" b="b"/>
              <a:pathLst>
                <a:path w="1337" h="986" extrusionOk="0">
                  <a:moveTo>
                    <a:pt x="748" y="199"/>
                  </a:moveTo>
                  <a:cubicBezTo>
                    <a:pt x="909" y="199"/>
                    <a:pt x="1046" y="270"/>
                    <a:pt x="1076" y="383"/>
                  </a:cubicBezTo>
                  <a:cubicBezTo>
                    <a:pt x="1116" y="532"/>
                    <a:pt x="962" y="708"/>
                    <a:pt x="742" y="768"/>
                  </a:cubicBezTo>
                  <a:cubicBezTo>
                    <a:pt x="691" y="781"/>
                    <a:pt x="640" y="788"/>
                    <a:pt x="591" y="788"/>
                  </a:cubicBezTo>
                  <a:cubicBezTo>
                    <a:pt x="429" y="788"/>
                    <a:pt x="291" y="717"/>
                    <a:pt x="261" y="602"/>
                  </a:cubicBezTo>
                  <a:cubicBezTo>
                    <a:pt x="221" y="454"/>
                    <a:pt x="375" y="278"/>
                    <a:pt x="595" y="219"/>
                  </a:cubicBezTo>
                  <a:cubicBezTo>
                    <a:pt x="647" y="205"/>
                    <a:pt x="698" y="199"/>
                    <a:pt x="748" y="199"/>
                  </a:cubicBezTo>
                  <a:close/>
                  <a:moveTo>
                    <a:pt x="745" y="1"/>
                  </a:moveTo>
                  <a:cubicBezTo>
                    <a:pt x="680" y="1"/>
                    <a:pt x="612" y="9"/>
                    <a:pt x="544" y="28"/>
                  </a:cubicBezTo>
                  <a:cubicBezTo>
                    <a:pt x="213" y="116"/>
                    <a:pt x="1" y="396"/>
                    <a:pt x="70" y="653"/>
                  </a:cubicBezTo>
                  <a:cubicBezTo>
                    <a:pt x="124" y="858"/>
                    <a:pt x="341" y="985"/>
                    <a:pt x="592" y="985"/>
                  </a:cubicBezTo>
                  <a:cubicBezTo>
                    <a:pt x="657" y="985"/>
                    <a:pt x="725" y="976"/>
                    <a:pt x="793" y="958"/>
                  </a:cubicBezTo>
                  <a:cubicBezTo>
                    <a:pt x="1124" y="869"/>
                    <a:pt x="1336" y="589"/>
                    <a:pt x="1267" y="333"/>
                  </a:cubicBezTo>
                  <a:cubicBezTo>
                    <a:pt x="1212" y="129"/>
                    <a:pt x="997" y="1"/>
                    <a:pt x="74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7"/>
            <p:cNvSpPr/>
            <p:nvPr/>
          </p:nvSpPr>
          <p:spPr>
            <a:xfrm>
              <a:off x="5488075" y="872700"/>
              <a:ext cx="32875" cy="26700"/>
            </a:xfrm>
            <a:custGeom>
              <a:avLst/>
              <a:gdLst/>
              <a:ahLst/>
              <a:cxnLst/>
              <a:rect l="l" t="t" r="r" b="b"/>
              <a:pathLst>
                <a:path w="1315" h="1068" extrusionOk="0">
                  <a:moveTo>
                    <a:pt x="520" y="198"/>
                  </a:moveTo>
                  <a:cubicBezTo>
                    <a:pt x="616" y="198"/>
                    <a:pt x="726" y="233"/>
                    <a:pt x="824" y="305"/>
                  </a:cubicBezTo>
                  <a:cubicBezTo>
                    <a:pt x="1009" y="439"/>
                    <a:pt x="1088" y="657"/>
                    <a:pt x="998" y="782"/>
                  </a:cubicBezTo>
                  <a:cubicBezTo>
                    <a:pt x="956" y="841"/>
                    <a:pt x="881" y="870"/>
                    <a:pt x="794" y="870"/>
                  </a:cubicBezTo>
                  <a:cubicBezTo>
                    <a:pt x="698" y="870"/>
                    <a:pt x="587" y="834"/>
                    <a:pt x="490" y="764"/>
                  </a:cubicBezTo>
                  <a:cubicBezTo>
                    <a:pt x="305" y="629"/>
                    <a:pt x="226" y="411"/>
                    <a:pt x="315" y="287"/>
                  </a:cubicBezTo>
                  <a:cubicBezTo>
                    <a:pt x="358" y="227"/>
                    <a:pt x="434" y="198"/>
                    <a:pt x="520" y="198"/>
                  </a:cubicBezTo>
                  <a:close/>
                  <a:moveTo>
                    <a:pt x="521" y="1"/>
                  </a:moveTo>
                  <a:cubicBezTo>
                    <a:pt x="371" y="1"/>
                    <a:pt x="237" y="57"/>
                    <a:pt x="155" y="169"/>
                  </a:cubicBezTo>
                  <a:cubicBezTo>
                    <a:pt x="0" y="384"/>
                    <a:pt x="98" y="723"/>
                    <a:pt x="374" y="924"/>
                  </a:cubicBezTo>
                  <a:cubicBezTo>
                    <a:pt x="506" y="1020"/>
                    <a:pt x="656" y="1067"/>
                    <a:pt x="792" y="1067"/>
                  </a:cubicBezTo>
                  <a:cubicBezTo>
                    <a:pt x="942" y="1067"/>
                    <a:pt x="1076" y="1010"/>
                    <a:pt x="1158" y="898"/>
                  </a:cubicBezTo>
                  <a:cubicBezTo>
                    <a:pt x="1315" y="683"/>
                    <a:pt x="1216" y="345"/>
                    <a:pt x="940" y="145"/>
                  </a:cubicBezTo>
                  <a:cubicBezTo>
                    <a:pt x="807" y="49"/>
                    <a:pt x="658" y="1"/>
                    <a:pt x="5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7"/>
            <p:cNvSpPr/>
            <p:nvPr/>
          </p:nvSpPr>
          <p:spPr>
            <a:xfrm>
              <a:off x="5588500" y="878950"/>
              <a:ext cx="57100" cy="44300"/>
            </a:xfrm>
            <a:custGeom>
              <a:avLst/>
              <a:gdLst/>
              <a:ahLst/>
              <a:cxnLst/>
              <a:rect l="l" t="t" r="r" b="b"/>
              <a:pathLst>
                <a:path w="2284" h="1772" extrusionOk="0">
                  <a:moveTo>
                    <a:pt x="1141" y="0"/>
                  </a:moveTo>
                  <a:cubicBezTo>
                    <a:pt x="3" y="0"/>
                    <a:pt x="1" y="1771"/>
                    <a:pt x="1142" y="1771"/>
                  </a:cubicBezTo>
                  <a:cubicBezTo>
                    <a:pt x="2282" y="1771"/>
                    <a:pt x="2283" y="0"/>
                    <a:pt x="1142" y="0"/>
                  </a:cubicBezTo>
                  <a:cubicBezTo>
                    <a:pt x="1141"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7"/>
            <p:cNvSpPr/>
            <p:nvPr/>
          </p:nvSpPr>
          <p:spPr>
            <a:xfrm>
              <a:off x="5606050" y="861250"/>
              <a:ext cx="24100" cy="31000"/>
            </a:xfrm>
            <a:custGeom>
              <a:avLst/>
              <a:gdLst/>
              <a:ahLst/>
              <a:cxnLst/>
              <a:rect l="l" t="t" r="r" b="b"/>
              <a:pathLst>
                <a:path w="964" h="1240" extrusionOk="0">
                  <a:moveTo>
                    <a:pt x="483" y="199"/>
                  </a:moveTo>
                  <a:cubicBezTo>
                    <a:pt x="637" y="199"/>
                    <a:pt x="767" y="392"/>
                    <a:pt x="767" y="620"/>
                  </a:cubicBezTo>
                  <a:cubicBezTo>
                    <a:pt x="767" y="849"/>
                    <a:pt x="637"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4" y="961"/>
                    <a:pt x="964" y="620"/>
                  </a:cubicBezTo>
                  <a:cubicBezTo>
                    <a:pt x="964"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7"/>
            <p:cNvSpPr/>
            <p:nvPr/>
          </p:nvSpPr>
          <p:spPr>
            <a:xfrm>
              <a:off x="5622250" y="873400"/>
              <a:ext cx="31025" cy="27100"/>
            </a:xfrm>
            <a:custGeom>
              <a:avLst/>
              <a:gdLst/>
              <a:ahLst/>
              <a:cxnLst/>
              <a:rect l="l" t="t" r="r" b="b"/>
              <a:pathLst>
                <a:path w="1241" h="1084" extrusionOk="0">
                  <a:moveTo>
                    <a:pt x="730" y="198"/>
                  </a:moveTo>
                  <a:cubicBezTo>
                    <a:pt x="812" y="198"/>
                    <a:pt x="879" y="225"/>
                    <a:pt x="919" y="276"/>
                  </a:cubicBezTo>
                  <a:cubicBezTo>
                    <a:pt x="1017" y="396"/>
                    <a:pt x="948" y="618"/>
                    <a:pt x="770" y="762"/>
                  </a:cubicBezTo>
                  <a:cubicBezTo>
                    <a:pt x="678" y="836"/>
                    <a:pt x="572" y="880"/>
                    <a:pt x="471" y="884"/>
                  </a:cubicBezTo>
                  <a:cubicBezTo>
                    <a:pt x="463" y="885"/>
                    <a:pt x="456" y="885"/>
                    <a:pt x="449" y="885"/>
                  </a:cubicBezTo>
                  <a:cubicBezTo>
                    <a:pt x="369" y="885"/>
                    <a:pt x="304" y="858"/>
                    <a:pt x="265" y="807"/>
                  </a:cubicBezTo>
                  <a:cubicBezTo>
                    <a:pt x="220" y="753"/>
                    <a:pt x="209" y="674"/>
                    <a:pt x="231" y="588"/>
                  </a:cubicBezTo>
                  <a:cubicBezTo>
                    <a:pt x="257" y="491"/>
                    <a:pt x="321" y="396"/>
                    <a:pt x="413" y="321"/>
                  </a:cubicBezTo>
                  <a:cubicBezTo>
                    <a:pt x="505" y="247"/>
                    <a:pt x="611" y="203"/>
                    <a:pt x="712" y="199"/>
                  </a:cubicBezTo>
                  <a:cubicBezTo>
                    <a:pt x="718" y="199"/>
                    <a:pt x="723" y="198"/>
                    <a:pt x="730" y="198"/>
                  </a:cubicBezTo>
                  <a:close/>
                  <a:moveTo>
                    <a:pt x="732" y="0"/>
                  </a:moveTo>
                  <a:cubicBezTo>
                    <a:pt x="723" y="0"/>
                    <a:pt x="713" y="0"/>
                    <a:pt x="703" y="1"/>
                  </a:cubicBezTo>
                  <a:cubicBezTo>
                    <a:pt x="561" y="7"/>
                    <a:pt x="413" y="66"/>
                    <a:pt x="288" y="168"/>
                  </a:cubicBezTo>
                  <a:cubicBezTo>
                    <a:pt x="164" y="268"/>
                    <a:pt x="76" y="399"/>
                    <a:pt x="39" y="538"/>
                  </a:cubicBezTo>
                  <a:cubicBezTo>
                    <a:pt x="0" y="687"/>
                    <a:pt x="25" y="827"/>
                    <a:pt x="110" y="931"/>
                  </a:cubicBezTo>
                  <a:cubicBezTo>
                    <a:pt x="191" y="1030"/>
                    <a:pt x="310" y="1084"/>
                    <a:pt x="454" y="1084"/>
                  </a:cubicBezTo>
                  <a:cubicBezTo>
                    <a:pt x="463" y="1084"/>
                    <a:pt x="472" y="1082"/>
                    <a:pt x="481" y="1082"/>
                  </a:cubicBezTo>
                  <a:cubicBezTo>
                    <a:pt x="623" y="1076"/>
                    <a:pt x="770" y="1017"/>
                    <a:pt x="895" y="915"/>
                  </a:cubicBezTo>
                  <a:cubicBezTo>
                    <a:pt x="1160" y="700"/>
                    <a:pt x="1241" y="358"/>
                    <a:pt x="1074" y="152"/>
                  </a:cubicBezTo>
                  <a:cubicBezTo>
                    <a:pt x="995" y="53"/>
                    <a:pt x="876"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7"/>
            <p:cNvSpPr/>
            <p:nvPr/>
          </p:nvSpPr>
          <p:spPr>
            <a:xfrm>
              <a:off x="5624500" y="895850"/>
              <a:ext cx="32400" cy="24450"/>
            </a:xfrm>
            <a:custGeom>
              <a:avLst/>
              <a:gdLst/>
              <a:ahLst/>
              <a:cxnLst/>
              <a:rect l="l" t="t" r="r" b="b"/>
              <a:pathLst>
                <a:path w="1296" h="978" extrusionOk="0">
                  <a:moveTo>
                    <a:pt x="594" y="198"/>
                  </a:moveTo>
                  <a:cubicBezTo>
                    <a:pt x="636" y="198"/>
                    <a:pt x="678" y="203"/>
                    <a:pt x="721" y="212"/>
                  </a:cubicBezTo>
                  <a:cubicBezTo>
                    <a:pt x="837" y="235"/>
                    <a:pt x="937" y="291"/>
                    <a:pt x="1004" y="367"/>
                  </a:cubicBezTo>
                  <a:cubicBezTo>
                    <a:pt x="1063" y="433"/>
                    <a:pt x="1088" y="507"/>
                    <a:pt x="1074" y="577"/>
                  </a:cubicBezTo>
                  <a:cubicBezTo>
                    <a:pt x="1060" y="644"/>
                    <a:pt x="1006" y="703"/>
                    <a:pt x="925" y="739"/>
                  </a:cubicBezTo>
                  <a:cubicBezTo>
                    <a:pt x="866" y="766"/>
                    <a:pt x="798" y="780"/>
                    <a:pt x="726" y="780"/>
                  </a:cubicBezTo>
                  <a:cubicBezTo>
                    <a:pt x="685" y="780"/>
                    <a:pt x="644" y="776"/>
                    <a:pt x="602" y="767"/>
                  </a:cubicBezTo>
                  <a:cubicBezTo>
                    <a:pt x="379" y="719"/>
                    <a:pt x="218" y="552"/>
                    <a:pt x="249" y="401"/>
                  </a:cubicBezTo>
                  <a:cubicBezTo>
                    <a:pt x="263" y="333"/>
                    <a:pt x="317" y="274"/>
                    <a:pt x="399" y="238"/>
                  </a:cubicBezTo>
                  <a:cubicBezTo>
                    <a:pt x="457" y="211"/>
                    <a:pt x="524" y="198"/>
                    <a:pt x="594" y="198"/>
                  </a:cubicBezTo>
                  <a:close/>
                  <a:moveTo>
                    <a:pt x="594" y="0"/>
                  </a:moveTo>
                  <a:cubicBezTo>
                    <a:pt x="496" y="0"/>
                    <a:pt x="401" y="19"/>
                    <a:pt x="317" y="57"/>
                  </a:cubicBezTo>
                  <a:cubicBezTo>
                    <a:pt x="176" y="120"/>
                    <a:pt x="84" y="229"/>
                    <a:pt x="55" y="360"/>
                  </a:cubicBezTo>
                  <a:cubicBezTo>
                    <a:pt x="0" y="620"/>
                    <a:pt x="227" y="889"/>
                    <a:pt x="562" y="960"/>
                  </a:cubicBezTo>
                  <a:cubicBezTo>
                    <a:pt x="617" y="971"/>
                    <a:pt x="673" y="978"/>
                    <a:pt x="727" y="978"/>
                  </a:cubicBezTo>
                  <a:cubicBezTo>
                    <a:pt x="826" y="978"/>
                    <a:pt x="923" y="958"/>
                    <a:pt x="1006" y="921"/>
                  </a:cubicBezTo>
                  <a:cubicBezTo>
                    <a:pt x="1147" y="857"/>
                    <a:pt x="1239" y="749"/>
                    <a:pt x="1268" y="617"/>
                  </a:cubicBezTo>
                  <a:cubicBezTo>
                    <a:pt x="1295" y="485"/>
                    <a:pt x="1255" y="350"/>
                    <a:pt x="1152" y="235"/>
                  </a:cubicBezTo>
                  <a:cubicBezTo>
                    <a:pt x="1057" y="128"/>
                    <a:pt x="919" y="50"/>
                    <a:pt x="761" y="17"/>
                  </a:cubicBezTo>
                  <a:cubicBezTo>
                    <a:pt x="705" y="6"/>
                    <a:pt x="649" y="0"/>
                    <a:pt x="5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7"/>
            <p:cNvSpPr/>
            <p:nvPr/>
          </p:nvSpPr>
          <p:spPr>
            <a:xfrm>
              <a:off x="5613900" y="909600"/>
              <a:ext cx="26475" cy="29725"/>
            </a:xfrm>
            <a:custGeom>
              <a:avLst/>
              <a:gdLst/>
              <a:ahLst/>
              <a:cxnLst/>
              <a:rect l="l" t="t" r="r" b="b"/>
              <a:pathLst>
                <a:path w="1059" h="1189" extrusionOk="0">
                  <a:moveTo>
                    <a:pt x="428" y="199"/>
                  </a:moveTo>
                  <a:cubicBezTo>
                    <a:pt x="470" y="199"/>
                    <a:pt x="514" y="209"/>
                    <a:pt x="558" y="232"/>
                  </a:cubicBezTo>
                  <a:cubicBezTo>
                    <a:pt x="650" y="278"/>
                    <a:pt x="728" y="360"/>
                    <a:pt x="783" y="466"/>
                  </a:cubicBezTo>
                  <a:cubicBezTo>
                    <a:pt x="836" y="571"/>
                    <a:pt x="857" y="685"/>
                    <a:pt x="840" y="784"/>
                  </a:cubicBezTo>
                  <a:cubicBezTo>
                    <a:pt x="826" y="872"/>
                    <a:pt x="784" y="939"/>
                    <a:pt x="721" y="970"/>
                  </a:cubicBezTo>
                  <a:cubicBezTo>
                    <a:pt x="694" y="984"/>
                    <a:pt x="664" y="991"/>
                    <a:pt x="632" y="991"/>
                  </a:cubicBezTo>
                  <a:cubicBezTo>
                    <a:pt x="507" y="991"/>
                    <a:pt x="360" y="886"/>
                    <a:pt x="277" y="724"/>
                  </a:cubicBezTo>
                  <a:cubicBezTo>
                    <a:pt x="224" y="618"/>
                    <a:pt x="203" y="505"/>
                    <a:pt x="218" y="406"/>
                  </a:cubicBezTo>
                  <a:cubicBezTo>
                    <a:pt x="234" y="317"/>
                    <a:pt x="276" y="251"/>
                    <a:pt x="338" y="219"/>
                  </a:cubicBezTo>
                  <a:cubicBezTo>
                    <a:pt x="366" y="205"/>
                    <a:pt x="396" y="199"/>
                    <a:pt x="428" y="199"/>
                  </a:cubicBezTo>
                  <a:close/>
                  <a:moveTo>
                    <a:pt x="428" y="0"/>
                  </a:moveTo>
                  <a:cubicBezTo>
                    <a:pt x="365" y="0"/>
                    <a:pt x="304" y="14"/>
                    <a:pt x="248" y="42"/>
                  </a:cubicBezTo>
                  <a:cubicBezTo>
                    <a:pt x="128" y="103"/>
                    <a:pt x="49" y="221"/>
                    <a:pt x="23" y="373"/>
                  </a:cubicBezTo>
                  <a:cubicBezTo>
                    <a:pt x="1" y="515"/>
                    <a:pt x="28" y="672"/>
                    <a:pt x="100" y="814"/>
                  </a:cubicBezTo>
                  <a:cubicBezTo>
                    <a:pt x="220" y="1047"/>
                    <a:pt x="433" y="1189"/>
                    <a:pt x="634" y="1189"/>
                  </a:cubicBezTo>
                  <a:cubicBezTo>
                    <a:pt x="695" y="1189"/>
                    <a:pt x="755" y="1176"/>
                    <a:pt x="811" y="1147"/>
                  </a:cubicBezTo>
                  <a:cubicBezTo>
                    <a:pt x="931" y="1086"/>
                    <a:pt x="1011" y="969"/>
                    <a:pt x="1035" y="816"/>
                  </a:cubicBezTo>
                  <a:cubicBezTo>
                    <a:pt x="1059" y="674"/>
                    <a:pt x="1031" y="519"/>
                    <a:pt x="958" y="376"/>
                  </a:cubicBezTo>
                  <a:cubicBezTo>
                    <a:pt x="885" y="234"/>
                    <a:pt x="776" y="119"/>
                    <a:pt x="647" y="55"/>
                  </a:cubicBezTo>
                  <a:cubicBezTo>
                    <a:pt x="574" y="18"/>
                    <a:pt x="500" y="0"/>
                    <a:pt x="4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7"/>
            <p:cNvSpPr/>
            <p:nvPr/>
          </p:nvSpPr>
          <p:spPr>
            <a:xfrm>
              <a:off x="5592525" y="909000"/>
              <a:ext cx="27600" cy="29975"/>
            </a:xfrm>
            <a:custGeom>
              <a:avLst/>
              <a:gdLst/>
              <a:ahLst/>
              <a:cxnLst/>
              <a:rect l="l" t="t" r="r" b="b"/>
              <a:pathLst>
                <a:path w="1104" h="1199" extrusionOk="0">
                  <a:moveTo>
                    <a:pt x="617" y="198"/>
                  </a:moveTo>
                  <a:cubicBezTo>
                    <a:pt x="645" y="198"/>
                    <a:pt x="672" y="203"/>
                    <a:pt x="695" y="215"/>
                  </a:cubicBezTo>
                  <a:cubicBezTo>
                    <a:pt x="836" y="276"/>
                    <a:pt x="877" y="505"/>
                    <a:pt x="784" y="715"/>
                  </a:cubicBezTo>
                  <a:cubicBezTo>
                    <a:pt x="707" y="887"/>
                    <a:pt x="560" y="1001"/>
                    <a:pt x="432" y="1001"/>
                  </a:cubicBezTo>
                  <a:cubicBezTo>
                    <a:pt x="404" y="1001"/>
                    <a:pt x="378" y="996"/>
                    <a:pt x="353" y="985"/>
                  </a:cubicBezTo>
                  <a:cubicBezTo>
                    <a:pt x="289" y="956"/>
                    <a:pt x="243" y="892"/>
                    <a:pt x="224" y="805"/>
                  </a:cubicBezTo>
                  <a:cubicBezTo>
                    <a:pt x="203" y="706"/>
                    <a:pt x="217" y="593"/>
                    <a:pt x="265" y="484"/>
                  </a:cubicBezTo>
                  <a:cubicBezTo>
                    <a:pt x="342" y="312"/>
                    <a:pt x="490" y="198"/>
                    <a:pt x="617" y="198"/>
                  </a:cubicBezTo>
                  <a:close/>
                  <a:moveTo>
                    <a:pt x="619" y="0"/>
                  </a:moveTo>
                  <a:cubicBezTo>
                    <a:pt x="412" y="0"/>
                    <a:pt x="195" y="156"/>
                    <a:pt x="84" y="404"/>
                  </a:cubicBezTo>
                  <a:cubicBezTo>
                    <a:pt x="19" y="550"/>
                    <a:pt x="1" y="707"/>
                    <a:pt x="31" y="847"/>
                  </a:cubicBezTo>
                  <a:cubicBezTo>
                    <a:pt x="63" y="998"/>
                    <a:pt x="149" y="1111"/>
                    <a:pt x="273" y="1166"/>
                  </a:cubicBezTo>
                  <a:cubicBezTo>
                    <a:pt x="323" y="1188"/>
                    <a:pt x="376" y="1198"/>
                    <a:pt x="430" y="1198"/>
                  </a:cubicBezTo>
                  <a:cubicBezTo>
                    <a:pt x="637" y="1198"/>
                    <a:pt x="854" y="1042"/>
                    <a:pt x="965" y="795"/>
                  </a:cubicBezTo>
                  <a:cubicBezTo>
                    <a:pt x="1103" y="483"/>
                    <a:pt x="1019" y="140"/>
                    <a:pt x="776" y="34"/>
                  </a:cubicBezTo>
                  <a:cubicBezTo>
                    <a:pt x="726" y="11"/>
                    <a:pt x="673" y="0"/>
                    <a:pt x="6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57"/>
            <p:cNvSpPr/>
            <p:nvPr/>
          </p:nvSpPr>
          <p:spPr>
            <a:xfrm>
              <a:off x="5576650" y="894650"/>
              <a:ext cx="32525" cy="24650"/>
            </a:xfrm>
            <a:custGeom>
              <a:avLst/>
              <a:gdLst/>
              <a:ahLst/>
              <a:cxnLst/>
              <a:rect l="l" t="t" r="r" b="b"/>
              <a:pathLst>
                <a:path w="1301" h="986" extrusionOk="0">
                  <a:moveTo>
                    <a:pt x="712" y="199"/>
                  </a:moveTo>
                  <a:cubicBezTo>
                    <a:pt x="874" y="199"/>
                    <a:pt x="1010" y="270"/>
                    <a:pt x="1041" y="383"/>
                  </a:cubicBezTo>
                  <a:cubicBezTo>
                    <a:pt x="1080" y="532"/>
                    <a:pt x="928" y="708"/>
                    <a:pt x="706" y="767"/>
                  </a:cubicBezTo>
                  <a:cubicBezTo>
                    <a:pt x="655" y="781"/>
                    <a:pt x="604" y="788"/>
                    <a:pt x="554" y="788"/>
                  </a:cubicBezTo>
                  <a:cubicBezTo>
                    <a:pt x="494" y="788"/>
                    <a:pt x="436" y="777"/>
                    <a:pt x="384" y="757"/>
                  </a:cubicBezTo>
                  <a:cubicBezTo>
                    <a:pt x="301" y="725"/>
                    <a:pt x="245" y="670"/>
                    <a:pt x="227" y="602"/>
                  </a:cubicBezTo>
                  <a:cubicBezTo>
                    <a:pt x="209" y="535"/>
                    <a:pt x="229" y="459"/>
                    <a:pt x="285" y="389"/>
                  </a:cubicBezTo>
                  <a:cubicBezTo>
                    <a:pt x="348" y="310"/>
                    <a:pt x="446" y="249"/>
                    <a:pt x="560" y="219"/>
                  </a:cubicBezTo>
                  <a:cubicBezTo>
                    <a:pt x="612" y="205"/>
                    <a:pt x="663" y="199"/>
                    <a:pt x="712" y="199"/>
                  </a:cubicBezTo>
                  <a:close/>
                  <a:moveTo>
                    <a:pt x="710" y="1"/>
                  </a:moveTo>
                  <a:cubicBezTo>
                    <a:pt x="644" y="1"/>
                    <a:pt x="576" y="9"/>
                    <a:pt x="508" y="28"/>
                  </a:cubicBezTo>
                  <a:cubicBezTo>
                    <a:pt x="354" y="69"/>
                    <a:pt x="220" y="154"/>
                    <a:pt x="130" y="265"/>
                  </a:cubicBezTo>
                  <a:cubicBezTo>
                    <a:pt x="34" y="386"/>
                    <a:pt x="0" y="524"/>
                    <a:pt x="35" y="653"/>
                  </a:cubicBezTo>
                  <a:cubicBezTo>
                    <a:pt x="70" y="783"/>
                    <a:pt x="168" y="886"/>
                    <a:pt x="311" y="942"/>
                  </a:cubicBezTo>
                  <a:cubicBezTo>
                    <a:pt x="387" y="971"/>
                    <a:pt x="469" y="985"/>
                    <a:pt x="554" y="985"/>
                  </a:cubicBezTo>
                  <a:cubicBezTo>
                    <a:pt x="622" y="985"/>
                    <a:pt x="691" y="976"/>
                    <a:pt x="758" y="958"/>
                  </a:cubicBezTo>
                  <a:cubicBezTo>
                    <a:pt x="1088" y="869"/>
                    <a:pt x="1300" y="589"/>
                    <a:pt x="1231" y="333"/>
                  </a:cubicBezTo>
                  <a:cubicBezTo>
                    <a:pt x="1178" y="129"/>
                    <a:pt x="961" y="1"/>
                    <a:pt x="7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57"/>
            <p:cNvSpPr/>
            <p:nvPr/>
          </p:nvSpPr>
          <p:spPr>
            <a:xfrm>
              <a:off x="5580975" y="872700"/>
              <a:ext cx="32900" cy="26700"/>
            </a:xfrm>
            <a:custGeom>
              <a:avLst/>
              <a:gdLst/>
              <a:ahLst/>
              <a:cxnLst/>
              <a:rect l="l" t="t" r="r" b="b"/>
              <a:pathLst>
                <a:path w="1316" h="1068" extrusionOk="0">
                  <a:moveTo>
                    <a:pt x="522" y="198"/>
                  </a:moveTo>
                  <a:cubicBezTo>
                    <a:pt x="617" y="198"/>
                    <a:pt x="727" y="233"/>
                    <a:pt x="825" y="305"/>
                  </a:cubicBezTo>
                  <a:cubicBezTo>
                    <a:pt x="1010" y="439"/>
                    <a:pt x="1090" y="657"/>
                    <a:pt x="1000" y="782"/>
                  </a:cubicBezTo>
                  <a:cubicBezTo>
                    <a:pt x="956" y="841"/>
                    <a:pt x="881" y="870"/>
                    <a:pt x="795" y="870"/>
                  </a:cubicBezTo>
                  <a:cubicBezTo>
                    <a:pt x="699" y="870"/>
                    <a:pt x="589" y="834"/>
                    <a:pt x="492" y="764"/>
                  </a:cubicBezTo>
                  <a:cubicBezTo>
                    <a:pt x="307" y="629"/>
                    <a:pt x="226" y="411"/>
                    <a:pt x="317" y="287"/>
                  </a:cubicBezTo>
                  <a:cubicBezTo>
                    <a:pt x="360" y="227"/>
                    <a:pt x="434" y="198"/>
                    <a:pt x="522" y="198"/>
                  </a:cubicBezTo>
                  <a:close/>
                  <a:moveTo>
                    <a:pt x="522" y="1"/>
                  </a:moveTo>
                  <a:cubicBezTo>
                    <a:pt x="373" y="1"/>
                    <a:pt x="238" y="57"/>
                    <a:pt x="157" y="169"/>
                  </a:cubicBezTo>
                  <a:cubicBezTo>
                    <a:pt x="0" y="384"/>
                    <a:pt x="98" y="723"/>
                    <a:pt x="376" y="924"/>
                  </a:cubicBezTo>
                  <a:cubicBezTo>
                    <a:pt x="507" y="1020"/>
                    <a:pt x="656" y="1067"/>
                    <a:pt x="793" y="1067"/>
                  </a:cubicBezTo>
                  <a:cubicBezTo>
                    <a:pt x="942" y="1067"/>
                    <a:pt x="1078" y="1010"/>
                    <a:pt x="1160" y="898"/>
                  </a:cubicBezTo>
                  <a:cubicBezTo>
                    <a:pt x="1315" y="683"/>
                    <a:pt x="1217" y="345"/>
                    <a:pt x="941" y="145"/>
                  </a:cubicBezTo>
                  <a:cubicBezTo>
                    <a:pt x="809" y="49"/>
                    <a:pt x="659"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57"/>
            <p:cNvSpPr/>
            <p:nvPr/>
          </p:nvSpPr>
          <p:spPr>
            <a:xfrm>
              <a:off x="5681450"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0"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57"/>
            <p:cNvSpPr/>
            <p:nvPr/>
          </p:nvSpPr>
          <p:spPr>
            <a:xfrm>
              <a:off x="5699000" y="861250"/>
              <a:ext cx="24100" cy="31000"/>
            </a:xfrm>
            <a:custGeom>
              <a:avLst/>
              <a:gdLst/>
              <a:ahLst/>
              <a:cxnLst/>
              <a:rect l="l" t="t" r="r" b="b"/>
              <a:pathLst>
                <a:path w="964" h="1240" extrusionOk="0">
                  <a:moveTo>
                    <a:pt x="481" y="199"/>
                  </a:moveTo>
                  <a:cubicBezTo>
                    <a:pt x="635" y="199"/>
                    <a:pt x="765" y="392"/>
                    <a:pt x="765" y="620"/>
                  </a:cubicBezTo>
                  <a:cubicBezTo>
                    <a:pt x="765" y="849"/>
                    <a:pt x="635" y="1042"/>
                    <a:pt x="481" y="1042"/>
                  </a:cubicBezTo>
                  <a:cubicBezTo>
                    <a:pt x="327" y="1042"/>
                    <a:pt x="198" y="849"/>
                    <a:pt x="198" y="620"/>
                  </a:cubicBezTo>
                  <a:cubicBezTo>
                    <a:pt x="198" y="392"/>
                    <a:pt x="327" y="199"/>
                    <a:pt x="481" y="199"/>
                  </a:cubicBezTo>
                  <a:close/>
                  <a:moveTo>
                    <a:pt x="481" y="1"/>
                  </a:moveTo>
                  <a:cubicBezTo>
                    <a:pt x="217" y="1"/>
                    <a:pt x="0" y="278"/>
                    <a:pt x="0" y="620"/>
                  </a:cubicBezTo>
                  <a:cubicBezTo>
                    <a:pt x="0" y="961"/>
                    <a:pt x="217"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57"/>
            <p:cNvSpPr/>
            <p:nvPr/>
          </p:nvSpPr>
          <p:spPr>
            <a:xfrm>
              <a:off x="5715175" y="873400"/>
              <a:ext cx="31000" cy="27100"/>
            </a:xfrm>
            <a:custGeom>
              <a:avLst/>
              <a:gdLst/>
              <a:ahLst/>
              <a:cxnLst/>
              <a:rect l="l" t="t" r="r" b="b"/>
              <a:pathLst>
                <a:path w="1240" h="1084" extrusionOk="0">
                  <a:moveTo>
                    <a:pt x="731" y="198"/>
                  </a:moveTo>
                  <a:cubicBezTo>
                    <a:pt x="811" y="198"/>
                    <a:pt x="879" y="225"/>
                    <a:pt x="919" y="276"/>
                  </a:cubicBezTo>
                  <a:cubicBezTo>
                    <a:pt x="1016" y="396"/>
                    <a:pt x="948" y="618"/>
                    <a:pt x="771" y="762"/>
                  </a:cubicBezTo>
                  <a:cubicBezTo>
                    <a:pt x="678" y="836"/>
                    <a:pt x="573" y="880"/>
                    <a:pt x="471" y="884"/>
                  </a:cubicBezTo>
                  <a:cubicBezTo>
                    <a:pt x="464" y="885"/>
                    <a:pt x="457" y="885"/>
                    <a:pt x="450" y="885"/>
                  </a:cubicBezTo>
                  <a:cubicBezTo>
                    <a:pt x="369" y="885"/>
                    <a:pt x="305" y="858"/>
                    <a:pt x="264" y="807"/>
                  </a:cubicBezTo>
                  <a:cubicBezTo>
                    <a:pt x="220" y="753"/>
                    <a:pt x="208" y="674"/>
                    <a:pt x="231" y="588"/>
                  </a:cubicBezTo>
                  <a:cubicBezTo>
                    <a:pt x="258" y="491"/>
                    <a:pt x="321" y="396"/>
                    <a:pt x="414" y="321"/>
                  </a:cubicBezTo>
                  <a:cubicBezTo>
                    <a:pt x="505" y="247"/>
                    <a:pt x="611" y="203"/>
                    <a:pt x="712" y="199"/>
                  </a:cubicBezTo>
                  <a:cubicBezTo>
                    <a:pt x="719" y="199"/>
                    <a:pt x="724" y="198"/>
                    <a:pt x="731" y="198"/>
                  </a:cubicBezTo>
                  <a:close/>
                  <a:moveTo>
                    <a:pt x="733" y="0"/>
                  </a:moveTo>
                  <a:cubicBezTo>
                    <a:pt x="723" y="0"/>
                    <a:pt x="713" y="0"/>
                    <a:pt x="703" y="1"/>
                  </a:cubicBezTo>
                  <a:cubicBezTo>
                    <a:pt x="560" y="7"/>
                    <a:pt x="413" y="66"/>
                    <a:pt x="289" y="168"/>
                  </a:cubicBezTo>
                  <a:cubicBezTo>
                    <a:pt x="165" y="268"/>
                    <a:pt x="76" y="399"/>
                    <a:pt x="40" y="538"/>
                  </a:cubicBezTo>
                  <a:cubicBezTo>
                    <a:pt x="1" y="687"/>
                    <a:pt x="26" y="827"/>
                    <a:pt x="110" y="931"/>
                  </a:cubicBezTo>
                  <a:cubicBezTo>
                    <a:pt x="190" y="1030"/>
                    <a:pt x="311" y="1084"/>
                    <a:pt x="453" y="1084"/>
                  </a:cubicBezTo>
                  <a:cubicBezTo>
                    <a:pt x="462" y="1084"/>
                    <a:pt x="471" y="1082"/>
                    <a:pt x="480" y="1082"/>
                  </a:cubicBezTo>
                  <a:cubicBezTo>
                    <a:pt x="624" y="1076"/>
                    <a:pt x="771" y="1017"/>
                    <a:pt x="895" y="915"/>
                  </a:cubicBezTo>
                  <a:cubicBezTo>
                    <a:pt x="1161" y="700"/>
                    <a:pt x="1240" y="358"/>
                    <a:pt x="1073" y="152"/>
                  </a:cubicBezTo>
                  <a:cubicBezTo>
                    <a:pt x="994" y="53"/>
                    <a:pt x="875" y="0"/>
                    <a:pt x="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57"/>
            <p:cNvSpPr/>
            <p:nvPr/>
          </p:nvSpPr>
          <p:spPr>
            <a:xfrm>
              <a:off x="5717425" y="895850"/>
              <a:ext cx="32400" cy="24450"/>
            </a:xfrm>
            <a:custGeom>
              <a:avLst/>
              <a:gdLst/>
              <a:ahLst/>
              <a:cxnLst/>
              <a:rect l="l" t="t" r="r" b="b"/>
              <a:pathLst>
                <a:path w="1296" h="978" extrusionOk="0">
                  <a:moveTo>
                    <a:pt x="595" y="198"/>
                  </a:moveTo>
                  <a:cubicBezTo>
                    <a:pt x="636" y="198"/>
                    <a:pt x="679" y="203"/>
                    <a:pt x="721" y="212"/>
                  </a:cubicBezTo>
                  <a:cubicBezTo>
                    <a:pt x="836" y="235"/>
                    <a:pt x="936" y="291"/>
                    <a:pt x="1004" y="367"/>
                  </a:cubicBezTo>
                  <a:cubicBezTo>
                    <a:pt x="1064" y="433"/>
                    <a:pt x="1089" y="507"/>
                    <a:pt x="1074" y="577"/>
                  </a:cubicBezTo>
                  <a:cubicBezTo>
                    <a:pt x="1060" y="644"/>
                    <a:pt x="1007" y="703"/>
                    <a:pt x="925" y="739"/>
                  </a:cubicBezTo>
                  <a:cubicBezTo>
                    <a:pt x="865" y="766"/>
                    <a:pt x="797" y="780"/>
                    <a:pt x="726" y="780"/>
                  </a:cubicBezTo>
                  <a:cubicBezTo>
                    <a:pt x="686" y="780"/>
                    <a:pt x="644" y="776"/>
                    <a:pt x="603" y="767"/>
                  </a:cubicBezTo>
                  <a:cubicBezTo>
                    <a:pt x="379" y="719"/>
                    <a:pt x="217" y="552"/>
                    <a:pt x="250" y="401"/>
                  </a:cubicBezTo>
                  <a:cubicBezTo>
                    <a:pt x="264" y="333"/>
                    <a:pt x="316" y="274"/>
                    <a:pt x="398" y="238"/>
                  </a:cubicBezTo>
                  <a:cubicBezTo>
                    <a:pt x="457" y="211"/>
                    <a:pt x="524" y="198"/>
                    <a:pt x="595" y="198"/>
                  </a:cubicBezTo>
                  <a:close/>
                  <a:moveTo>
                    <a:pt x="595" y="0"/>
                  </a:moveTo>
                  <a:cubicBezTo>
                    <a:pt x="496" y="0"/>
                    <a:pt x="401" y="19"/>
                    <a:pt x="317" y="57"/>
                  </a:cubicBezTo>
                  <a:cubicBezTo>
                    <a:pt x="177" y="120"/>
                    <a:pt x="84" y="229"/>
                    <a:pt x="55" y="360"/>
                  </a:cubicBezTo>
                  <a:cubicBezTo>
                    <a:pt x="1" y="620"/>
                    <a:pt x="227" y="889"/>
                    <a:pt x="561" y="960"/>
                  </a:cubicBezTo>
                  <a:cubicBezTo>
                    <a:pt x="617" y="971"/>
                    <a:pt x="673" y="978"/>
                    <a:pt x="727" y="978"/>
                  </a:cubicBezTo>
                  <a:cubicBezTo>
                    <a:pt x="827" y="978"/>
                    <a:pt x="922" y="958"/>
                    <a:pt x="1007" y="921"/>
                  </a:cubicBezTo>
                  <a:cubicBezTo>
                    <a:pt x="1147" y="857"/>
                    <a:pt x="1240" y="749"/>
                    <a:pt x="1267" y="617"/>
                  </a:cubicBezTo>
                  <a:cubicBezTo>
                    <a:pt x="1296" y="485"/>
                    <a:pt x="1254" y="350"/>
                    <a:pt x="1153" y="235"/>
                  </a:cubicBezTo>
                  <a:cubicBezTo>
                    <a:pt x="1057" y="128"/>
                    <a:pt x="918" y="50"/>
                    <a:pt x="762" y="17"/>
                  </a:cubicBezTo>
                  <a:cubicBezTo>
                    <a:pt x="706" y="6"/>
                    <a:pt x="650" y="0"/>
                    <a:pt x="5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57"/>
            <p:cNvSpPr/>
            <p:nvPr/>
          </p:nvSpPr>
          <p:spPr>
            <a:xfrm>
              <a:off x="5706800" y="909600"/>
              <a:ext cx="27900" cy="29725"/>
            </a:xfrm>
            <a:custGeom>
              <a:avLst/>
              <a:gdLst/>
              <a:ahLst/>
              <a:cxnLst/>
              <a:rect l="l" t="t" r="r" b="b"/>
              <a:pathLst>
                <a:path w="1116" h="1189" extrusionOk="0">
                  <a:moveTo>
                    <a:pt x="428" y="199"/>
                  </a:moveTo>
                  <a:cubicBezTo>
                    <a:pt x="553" y="199"/>
                    <a:pt x="701" y="303"/>
                    <a:pt x="783" y="466"/>
                  </a:cubicBezTo>
                  <a:cubicBezTo>
                    <a:pt x="887" y="669"/>
                    <a:pt x="858" y="901"/>
                    <a:pt x="722" y="970"/>
                  </a:cubicBezTo>
                  <a:cubicBezTo>
                    <a:pt x="694" y="984"/>
                    <a:pt x="664" y="991"/>
                    <a:pt x="632" y="991"/>
                  </a:cubicBezTo>
                  <a:cubicBezTo>
                    <a:pt x="507" y="991"/>
                    <a:pt x="360" y="886"/>
                    <a:pt x="277" y="724"/>
                  </a:cubicBezTo>
                  <a:cubicBezTo>
                    <a:pt x="224" y="618"/>
                    <a:pt x="203" y="505"/>
                    <a:pt x="220" y="406"/>
                  </a:cubicBezTo>
                  <a:cubicBezTo>
                    <a:pt x="234" y="317"/>
                    <a:pt x="276" y="251"/>
                    <a:pt x="338" y="219"/>
                  </a:cubicBezTo>
                  <a:cubicBezTo>
                    <a:pt x="366" y="205"/>
                    <a:pt x="397" y="199"/>
                    <a:pt x="428" y="199"/>
                  </a:cubicBezTo>
                  <a:close/>
                  <a:moveTo>
                    <a:pt x="426" y="1"/>
                  </a:moveTo>
                  <a:cubicBezTo>
                    <a:pt x="364" y="1"/>
                    <a:pt x="304" y="14"/>
                    <a:pt x="249" y="42"/>
                  </a:cubicBezTo>
                  <a:cubicBezTo>
                    <a:pt x="129" y="103"/>
                    <a:pt x="49" y="221"/>
                    <a:pt x="24" y="373"/>
                  </a:cubicBezTo>
                  <a:cubicBezTo>
                    <a:pt x="1" y="515"/>
                    <a:pt x="28" y="672"/>
                    <a:pt x="101" y="814"/>
                  </a:cubicBezTo>
                  <a:cubicBezTo>
                    <a:pt x="220" y="1047"/>
                    <a:pt x="435" y="1189"/>
                    <a:pt x="634" y="1189"/>
                  </a:cubicBezTo>
                  <a:cubicBezTo>
                    <a:pt x="697" y="1189"/>
                    <a:pt x="757" y="1176"/>
                    <a:pt x="811" y="1147"/>
                  </a:cubicBezTo>
                  <a:cubicBezTo>
                    <a:pt x="1049" y="1026"/>
                    <a:pt x="1115" y="681"/>
                    <a:pt x="960" y="376"/>
                  </a:cubicBezTo>
                  <a:cubicBezTo>
                    <a:pt x="841" y="142"/>
                    <a:pt x="627" y="1"/>
                    <a:pt x="4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57"/>
            <p:cNvSpPr/>
            <p:nvPr/>
          </p:nvSpPr>
          <p:spPr>
            <a:xfrm>
              <a:off x="5685450" y="909000"/>
              <a:ext cx="27600" cy="29975"/>
            </a:xfrm>
            <a:custGeom>
              <a:avLst/>
              <a:gdLst/>
              <a:ahLst/>
              <a:cxnLst/>
              <a:rect l="l" t="t" r="r" b="b"/>
              <a:pathLst>
                <a:path w="1104" h="1199" extrusionOk="0">
                  <a:moveTo>
                    <a:pt x="618" y="198"/>
                  </a:moveTo>
                  <a:cubicBezTo>
                    <a:pt x="645" y="198"/>
                    <a:pt x="671" y="203"/>
                    <a:pt x="696" y="215"/>
                  </a:cubicBezTo>
                  <a:cubicBezTo>
                    <a:pt x="837" y="276"/>
                    <a:pt x="877" y="505"/>
                    <a:pt x="783" y="715"/>
                  </a:cubicBezTo>
                  <a:cubicBezTo>
                    <a:pt x="707" y="887"/>
                    <a:pt x="559" y="1001"/>
                    <a:pt x="432" y="1001"/>
                  </a:cubicBezTo>
                  <a:cubicBezTo>
                    <a:pt x="404" y="1001"/>
                    <a:pt x="378" y="996"/>
                    <a:pt x="353" y="985"/>
                  </a:cubicBezTo>
                  <a:cubicBezTo>
                    <a:pt x="289" y="956"/>
                    <a:pt x="244" y="892"/>
                    <a:pt x="224" y="805"/>
                  </a:cubicBezTo>
                  <a:cubicBezTo>
                    <a:pt x="203" y="706"/>
                    <a:pt x="218" y="593"/>
                    <a:pt x="266" y="484"/>
                  </a:cubicBezTo>
                  <a:cubicBezTo>
                    <a:pt x="342" y="312"/>
                    <a:pt x="489" y="198"/>
                    <a:pt x="618" y="198"/>
                  </a:cubicBezTo>
                  <a:close/>
                  <a:moveTo>
                    <a:pt x="619" y="0"/>
                  </a:moveTo>
                  <a:cubicBezTo>
                    <a:pt x="413" y="0"/>
                    <a:pt x="194" y="156"/>
                    <a:pt x="85" y="404"/>
                  </a:cubicBezTo>
                  <a:cubicBezTo>
                    <a:pt x="20" y="550"/>
                    <a:pt x="0" y="707"/>
                    <a:pt x="31" y="847"/>
                  </a:cubicBezTo>
                  <a:cubicBezTo>
                    <a:pt x="64" y="998"/>
                    <a:pt x="150" y="1111"/>
                    <a:pt x="272" y="1166"/>
                  </a:cubicBezTo>
                  <a:cubicBezTo>
                    <a:pt x="323" y="1188"/>
                    <a:pt x="377" y="1198"/>
                    <a:pt x="430" y="1198"/>
                  </a:cubicBezTo>
                  <a:cubicBezTo>
                    <a:pt x="636" y="1198"/>
                    <a:pt x="855" y="1042"/>
                    <a:pt x="964" y="795"/>
                  </a:cubicBezTo>
                  <a:cubicBezTo>
                    <a:pt x="1104" y="483"/>
                    <a:pt x="1019" y="140"/>
                    <a:pt x="777" y="34"/>
                  </a:cubicBezTo>
                  <a:cubicBezTo>
                    <a:pt x="726" y="11"/>
                    <a:pt x="673" y="0"/>
                    <a:pt x="6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57"/>
            <p:cNvSpPr/>
            <p:nvPr/>
          </p:nvSpPr>
          <p:spPr>
            <a:xfrm>
              <a:off x="5668725" y="894650"/>
              <a:ext cx="33375" cy="24650"/>
            </a:xfrm>
            <a:custGeom>
              <a:avLst/>
              <a:gdLst/>
              <a:ahLst/>
              <a:cxnLst/>
              <a:rect l="l" t="t" r="r" b="b"/>
              <a:pathLst>
                <a:path w="1335" h="986" extrusionOk="0">
                  <a:moveTo>
                    <a:pt x="746" y="199"/>
                  </a:moveTo>
                  <a:cubicBezTo>
                    <a:pt x="908" y="199"/>
                    <a:pt x="1044" y="270"/>
                    <a:pt x="1074" y="383"/>
                  </a:cubicBezTo>
                  <a:cubicBezTo>
                    <a:pt x="1115" y="532"/>
                    <a:pt x="962" y="708"/>
                    <a:pt x="741" y="768"/>
                  </a:cubicBezTo>
                  <a:cubicBezTo>
                    <a:pt x="690" y="781"/>
                    <a:pt x="639" y="788"/>
                    <a:pt x="591" y="788"/>
                  </a:cubicBezTo>
                  <a:cubicBezTo>
                    <a:pt x="429" y="788"/>
                    <a:pt x="291" y="717"/>
                    <a:pt x="260" y="602"/>
                  </a:cubicBezTo>
                  <a:cubicBezTo>
                    <a:pt x="221" y="454"/>
                    <a:pt x="373" y="278"/>
                    <a:pt x="594" y="219"/>
                  </a:cubicBezTo>
                  <a:cubicBezTo>
                    <a:pt x="645" y="205"/>
                    <a:pt x="697" y="199"/>
                    <a:pt x="746" y="199"/>
                  </a:cubicBezTo>
                  <a:close/>
                  <a:moveTo>
                    <a:pt x="744" y="1"/>
                  </a:moveTo>
                  <a:cubicBezTo>
                    <a:pt x="679" y="1"/>
                    <a:pt x="611" y="9"/>
                    <a:pt x="543" y="28"/>
                  </a:cubicBezTo>
                  <a:cubicBezTo>
                    <a:pt x="213" y="116"/>
                    <a:pt x="1" y="396"/>
                    <a:pt x="68" y="653"/>
                  </a:cubicBezTo>
                  <a:cubicBezTo>
                    <a:pt x="123" y="858"/>
                    <a:pt x="339" y="985"/>
                    <a:pt x="591" y="985"/>
                  </a:cubicBezTo>
                  <a:cubicBezTo>
                    <a:pt x="656" y="985"/>
                    <a:pt x="724" y="976"/>
                    <a:pt x="792" y="958"/>
                  </a:cubicBezTo>
                  <a:cubicBezTo>
                    <a:pt x="1123" y="869"/>
                    <a:pt x="1335" y="589"/>
                    <a:pt x="1266" y="333"/>
                  </a:cubicBezTo>
                  <a:cubicBezTo>
                    <a:pt x="1211" y="129"/>
                    <a:pt x="996" y="1"/>
                    <a:pt x="7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57"/>
            <p:cNvSpPr/>
            <p:nvPr/>
          </p:nvSpPr>
          <p:spPr>
            <a:xfrm>
              <a:off x="5673900" y="872700"/>
              <a:ext cx="32900" cy="26725"/>
            </a:xfrm>
            <a:custGeom>
              <a:avLst/>
              <a:gdLst/>
              <a:ahLst/>
              <a:cxnLst/>
              <a:rect l="l" t="t" r="r" b="b"/>
              <a:pathLst>
                <a:path w="1316" h="1069" extrusionOk="0">
                  <a:moveTo>
                    <a:pt x="521" y="198"/>
                  </a:moveTo>
                  <a:cubicBezTo>
                    <a:pt x="617" y="198"/>
                    <a:pt x="728" y="233"/>
                    <a:pt x="824" y="305"/>
                  </a:cubicBezTo>
                  <a:cubicBezTo>
                    <a:pt x="1009" y="439"/>
                    <a:pt x="1090" y="657"/>
                    <a:pt x="999" y="782"/>
                  </a:cubicBezTo>
                  <a:cubicBezTo>
                    <a:pt x="959" y="838"/>
                    <a:pt x="887" y="869"/>
                    <a:pt x="797" y="871"/>
                  </a:cubicBezTo>
                  <a:lnTo>
                    <a:pt x="794" y="871"/>
                  </a:lnTo>
                  <a:cubicBezTo>
                    <a:pt x="694" y="871"/>
                    <a:pt x="586" y="833"/>
                    <a:pt x="491" y="764"/>
                  </a:cubicBezTo>
                  <a:cubicBezTo>
                    <a:pt x="306" y="629"/>
                    <a:pt x="226" y="411"/>
                    <a:pt x="316" y="287"/>
                  </a:cubicBezTo>
                  <a:cubicBezTo>
                    <a:pt x="359" y="227"/>
                    <a:pt x="435" y="198"/>
                    <a:pt x="521" y="198"/>
                  </a:cubicBezTo>
                  <a:close/>
                  <a:moveTo>
                    <a:pt x="523" y="1"/>
                  </a:moveTo>
                  <a:cubicBezTo>
                    <a:pt x="373" y="1"/>
                    <a:pt x="239" y="57"/>
                    <a:pt x="157" y="169"/>
                  </a:cubicBezTo>
                  <a:cubicBezTo>
                    <a:pt x="1" y="384"/>
                    <a:pt x="99" y="723"/>
                    <a:pt x="375" y="924"/>
                  </a:cubicBezTo>
                  <a:cubicBezTo>
                    <a:pt x="504" y="1016"/>
                    <a:pt x="652" y="1069"/>
                    <a:pt x="794" y="1069"/>
                  </a:cubicBezTo>
                  <a:lnTo>
                    <a:pt x="797" y="1069"/>
                  </a:lnTo>
                  <a:cubicBezTo>
                    <a:pt x="952" y="1067"/>
                    <a:pt x="1081" y="1007"/>
                    <a:pt x="1159" y="898"/>
                  </a:cubicBezTo>
                  <a:cubicBezTo>
                    <a:pt x="1316" y="683"/>
                    <a:pt x="1218" y="345"/>
                    <a:pt x="942" y="145"/>
                  </a:cubicBezTo>
                  <a:cubicBezTo>
                    <a:pt x="809" y="49"/>
                    <a:pt x="660" y="1"/>
                    <a:pt x="5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7"/>
            <p:cNvSpPr/>
            <p:nvPr/>
          </p:nvSpPr>
          <p:spPr>
            <a:xfrm>
              <a:off x="5774350" y="878950"/>
              <a:ext cx="57100" cy="44300"/>
            </a:xfrm>
            <a:custGeom>
              <a:avLst/>
              <a:gdLst/>
              <a:ahLst/>
              <a:cxnLst/>
              <a:rect l="l" t="t" r="r" b="b"/>
              <a:pathLst>
                <a:path w="2284" h="1772" extrusionOk="0">
                  <a:moveTo>
                    <a:pt x="1140" y="0"/>
                  </a:moveTo>
                  <a:cubicBezTo>
                    <a:pt x="3" y="0"/>
                    <a:pt x="1" y="1771"/>
                    <a:pt x="1142" y="1771"/>
                  </a:cubicBezTo>
                  <a:cubicBezTo>
                    <a:pt x="2282"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7"/>
            <p:cNvSpPr/>
            <p:nvPr/>
          </p:nvSpPr>
          <p:spPr>
            <a:xfrm>
              <a:off x="5791900" y="861250"/>
              <a:ext cx="24125" cy="31000"/>
            </a:xfrm>
            <a:custGeom>
              <a:avLst/>
              <a:gdLst/>
              <a:ahLst/>
              <a:cxnLst/>
              <a:rect l="l" t="t" r="r" b="b"/>
              <a:pathLst>
                <a:path w="965" h="1240" extrusionOk="0">
                  <a:moveTo>
                    <a:pt x="483" y="199"/>
                  </a:moveTo>
                  <a:cubicBezTo>
                    <a:pt x="636" y="199"/>
                    <a:pt x="767" y="392"/>
                    <a:pt x="767" y="620"/>
                  </a:cubicBezTo>
                  <a:cubicBezTo>
                    <a:pt x="767" y="849"/>
                    <a:pt x="636" y="1042"/>
                    <a:pt x="483" y="1042"/>
                  </a:cubicBezTo>
                  <a:cubicBezTo>
                    <a:pt x="329" y="1042"/>
                    <a:pt x="199" y="849"/>
                    <a:pt x="199" y="620"/>
                  </a:cubicBezTo>
                  <a:cubicBezTo>
                    <a:pt x="199" y="392"/>
                    <a:pt x="329" y="199"/>
                    <a:pt x="483" y="199"/>
                  </a:cubicBezTo>
                  <a:close/>
                  <a:moveTo>
                    <a:pt x="483" y="1"/>
                  </a:moveTo>
                  <a:cubicBezTo>
                    <a:pt x="217" y="1"/>
                    <a:pt x="0" y="278"/>
                    <a:pt x="0" y="620"/>
                  </a:cubicBezTo>
                  <a:cubicBezTo>
                    <a:pt x="0" y="961"/>
                    <a:pt x="217" y="1240"/>
                    <a:pt x="483" y="1240"/>
                  </a:cubicBezTo>
                  <a:cubicBezTo>
                    <a:pt x="748" y="1240"/>
                    <a:pt x="965" y="961"/>
                    <a:pt x="965" y="620"/>
                  </a:cubicBezTo>
                  <a:cubicBezTo>
                    <a:pt x="965" y="278"/>
                    <a:pt x="748"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7"/>
            <p:cNvSpPr/>
            <p:nvPr/>
          </p:nvSpPr>
          <p:spPr>
            <a:xfrm>
              <a:off x="5808100" y="873400"/>
              <a:ext cx="31025" cy="27100"/>
            </a:xfrm>
            <a:custGeom>
              <a:avLst/>
              <a:gdLst/>
              <a:ahLst/>
              <a:cxnLst/>
              <a:rect l="l" t="t" r="r" b="b"/>
              <a:pathLst>
                <a:path w="1241" h="1084" extrusionOk="0">
                  <a:moveTo>
                    <a:pt x="730" y="198"/>
                  </a:moveTo>
                  <a:cubicBezTo>
                    <a:pt x="812" y="198"/>
                    <a:pt x="878" y="225"/>
                    <a:pt x="920" y="276"/>
                  </a:cubicBezTo>
                  <a:cubicBezTo>
                    <a:pt x="1016" y="396"/>
                    <a:pt x="947" y="618"/>
                    <a:pt x="770" y="762"/>
                  </a:cubicBezTo>
                  <a:cubicBezTo>
                    <a:pt x="679" y="836"/>
                    <a:pt x="572" y="880"/>
                    <a:pt x="472" y="884"/>
                  </a:cubicBezTo>
                  <a:cubicBezTo>
                    <a:pt x="465" y="885"/>
                    <a:pt x="457" y="885"/>
                    <a:pt x="450" y="885"/>
                  </a:cubicBezTo>
                  <a:cubicBezTo>
                    <a:pt x="370" y="885"/>
                    <a:pt x="304" y="858"/>
                    <a:pt x="265" y="807"/>
                  </a:cubicBezTo>
                  <a:cubicBezTo>
                    <a:pt x="220" y="753"/>
                    <a:pt x="209" y="674"/>
                    <a:pt x="231" y="588"/>
                  </a:cubicBezTo>
                  <a:cubicBezTo>
                    <a:pt x="257" y="491"/>
                    <a:pt x="322" y="396"/>
                    <a:pt x="413" y="321"/>
                  </a:cubicBezTo>
                  <a:cubicBezTo>
                    <a:pt x="506" y="247"/>
                    <a:pt x="611" y="203"/>
                    <a:pt x="713" y="199"/>
                  </a:cubicBezTo>
                  <a:cubicBezTo>
                    <a:pt x="718" y="199"/>
                    <a:pt x="725" y="198"/>
                    <a:pt x="730" y="198"/>
                  </a:cubicBezTo>
                  <a:close/>
                  <a:moveTo>
                    <a:pt x="733" y="0"/>
                  </a:moveTo>
                  <a:cubicBezTo>
                    <a:pt x="723" y="0"/>
                    <a:pt x="714" y="0"/>
                    <a:pt x="704" y="1"/>
                  </a:cubicBezTo>
                  <a:cubicBezTo>
                    <a:pt x="560" y="7"/>
                    <a:pt x="413" y="66"/>
                    <a:pt x="289" y="168"/>
                  </a:cubicBezTo>
                  <a:cubicBezTo>
                    <a:pt x="164" y="268"/>
                    <a:pt x="76" y="399"/>
                    <a:pt x="40" y="538"/>
                  </a:cubicBezTo>
                  <a:cubicBezTo>
                    <a:pt x="0" y="687"/>
                    <a:pt x="26" y="827"/>
                    <a:pt x="111" y="931"/>
                  </a:cubicBezTo>
                  <a:cubicBezTo>
                    <a:pt x="190" y="1030"/>
                    <a:pt x="311" y="1084"/>
                    <a:pt x="454" y="1084"/>
                  </a:cubicBezTo>
                  <a:cubicBezTo>
                    <a:pt x="463" y="1084"/>
                    <a:pt x="472" y="1082"/>
                    <a:pt x="481" y="1082"/>
                  </a:cubicBezTo>
                  <a:cubicBezTo>
                    <a:pt x="624" y="1076"/>
                    <a:pt x="770" y="1017"/>
                    <a:pt x="895" y="915"/>
                  </a:cubicBezTo>
                  <a:cubicBezTo>
                    <a:pt x="1161" y="700"/>
                    <a:pt x="1241" y="358"/>
                    <a:pt x="1074" y="152"/>
                  </a:cubicBezTo>
                  <a:cubicBezTo>
                    <a:pt x="994" y="53"/>
                    <a:pt x="874" y="0"/>
                    <a:pt x="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57"/>
            <p:cNvSpPr/>
            <p:nvPr/>
          </p:nvSpPr>
          <p:spPr>
            <a:xfrm>
              <a:off x="5810325" y="895850"/>
              <a:ext cx="33100" cy="24450"/>
            </a:xfrm>
            <a:custGeom>
              <a:avLst/>
              <a:gdLst/>
              <a:ahLst/>
              <a:cxnLst/>
              <a:rect l="l" t="t" r="r" b="b"/>
              <a:pathLst>
                <a:path w="1324" h="978" extrusionOk="0">
                  <a:moveTo>
                    <a:pt x="596" y="198"/>
                  </a:moveTo>
                  <a:cubicBezTo>
                    <a:pt x="637" y="198"/>
                    <a:pt x="679" y="203"/>
                    <a:pt x="722" y="212"/>
                  </a:cubicBezTo>
                  <a:cubicBezTo>
                    <a:pt x="946" y="259"/>
                    <a:pt x="1107" y="425"/>
                    <a:pt x="1076" y="577"/>
                  </a:cubicBezTo>
                  <a:cubicBezTo>
                    <a:pt x="1049" y="699"/>
                    <a:pt x="900" y="779"/>
                    <a:pt x="725" y="779"/>
                  </a:cubicBezTo>
                  <a:cubicBezTo>
                    <a:pt x="686" y="779"/>
                    <a:pt x="645" y="775"/>
                    <a:pt x="604" y="767"/>
                  </a:cubicBezTo>
                  <a:cubicBezTo>
                    <a:pt x="380" y="719"/>
                    <a:pt x="219" y="552"/>
                    <a:pt x="250" y="401"/>
                  </a:cubicBezTo>
                  <a:cubicBezTo>
                    <a:pt x="265" y="333"/>
                    <a:pt x="318" y="274"/>
                    <a:pt x="400" y="238"/>
                  </a:cubicBezTo>
                  <a:cubicBezTo>
                    <a:pt x="458" y="211"/>
                    <a:pt x="525" y="198"/>
                    <a:pt x="596" y="198"/>
                  </a:cubicBezTo>
                  <a:close/>
                  <a:moveTo>
                    <a:pt x="597" y="0"/>
                  </a:moveTo>
                  <a:cubicBezTo>
                    <a:pt x="498" y="0"/>
                    <a:pt x="402" y="19"/>
                    <a:pt x="318" y="58"/>
                  </a:cubicBezTo>
                  <a:cubicBezTo>
                    <a:pt x="177" y="120"/>
                    <a:pt x="84" y="229"/>
                    <a:pt x="57" y="360"/>
                  </a:cubicBezTo>
                  <a:cubicBezTo>
                    <a:pt x="1" y="620"/>
                    <a:pt x="228" y="889"/>
                    <a:pt x="563" y="960"/>
                  </a:cubicBezTo>
                  <a:cubicBezTo>
                    <a:pt x="617" y="971"/>
                    <a:pt x="672" y="978"/>
                    <a:pt x="725" y="978"/>
                  </a:cubicBezTo>
                  <a:cubicBezTo>
                    <a:pt x="994" y="978"/>
                    <a:pt x="1223" y="835"/>
                    <a:pt x="1269" y="617"/>
                  </a:cubicBezTo>
                  <a:cubicBezTo>
                    <a:pt x="1324" y="358"/>
                    <a:pt x="1097" y="89"/>
                    <a:pt x="762" y="17"/>
                  </a:cubicBezTo>
                  <a:cubicBezTo>
                    <a:pt x="707" y="6"/>
                    <a:pt x="651" y="0"/>
                    <a:pt x="5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57"/>
            <p:cNvSpPr/>
            <p:nvPr/>
          </p:nvSpPr>
          <p:spPr>
            <a:xfrm>
              <a:off x="5799750" y="909600"/>
              <a:ext cx="27850" cy="29725"/>
            </a:xfrm>
            <a:custGeom>
              <a:avLst/>
              <a:gdLst/>
              <a:ahLst/>
              <a:cxnLst/>
              <a:rect l="l" t="t" r="r" b="b"/>
              <a:pathLst>
                <a:path w="1114" h="1189" extrusionOk="0">
                  <a:moveTo>
                    <a:pt x="428" y="199"/>
                  </a:moveTo>
                  <a:cubicBezTo>
                    <a:pt x="553" y="199"/>
                    <a:pt x="699" y="303"/>
                    <a:pt x="782" y="466"/>
                  </a:cubicBezTo>
                  <a:cubicBezTo>
                    <a:pt x="887" y="669"/>
                    <a:pt x="858" y="901"/>
                    <a:pt x="721" y="970"/>
                  </a:cubicBezTo>
                  <a:cubicBezTo>
                    <a:pt x="694" y="984"/>
                    <a:pt x="664" y="991"/>
                    <a:pt x="632" y="991"/>
                  </a:cubicBezTo>
                  <a:cubicBezTo>
                    <a:pt x="507" y="991"/>
                    <a:pt x="360" y="886"/>
                    <a:pt x="277" y="724"/>
                  </a:cubicBezTo>
                  <a:cubicBezTo>
                    <a:pt x="223" y="618"/>
                    <a:pt x="202" y="505"/>
                    <a:pt x="219" y="406"/>
                  </a:cubicBezTo>
                  <a:cubicBezTo>
                    <a:pt x="234" y="317"/>
                    <a:pt x="275" y="251"/>
                    <a:pt x="338" y="219"/>
                  </a:cubicBezTo>
                  <a:cubicBezTo>
                    <a:pt x="365" y="205"/>
                    <a:pt x="395" y="199"/>
                    <a:pt x="428" y="199"/>
                  </a:cubicBezTo>
                  <a:close/>
                  <a:moveTo>
                    <a:pt x="425" y="1"/>
                  </a:moveTo>
                  <a:cubicBezTo>
                    <a:pt x="364" y="1"/>
                    <a:pt x="304" y="14"/>
                    <a:pt x="248" y="42"/>
                  </a:cubicBezTo>
                  <a:cubicBezTo>
                    <a:pt x="128" y="103"/>
                    <a:pt x="49" y="221"/>
                    <a:pt x="24" y="373"/>
                  </a:cubicBezTo>
                  <a:cubicBezTo>
                    <a:pt x="0" y="515"/>
                    <a:pt x="28" y="672"/>
                    <a:pt x="101" y="814"/>
                  </a:cubicBezTo>
                  <a:cubicBezTo>
                    <a:pt x="219" y="1047"/>
                    <a:pt x="434" y="1189"/>
                    <a:pt x="634" y="1189"/>
                  </a:cubicBezTo>
                  <a:cubicBezTo>
                    <a:pt x="695" y="1189"/>
                    <a:pt x="755" y="1176"/>
                    <a:pt x="811" y="1147"/>
                  </a:cubicBezTo>
                  <a:cubicBezTo>
                    <a:pt x="1048" y="1026"/>
                    <a:pt x="1113" y="681"/>
                    <a:pt x="958" y="376"/>
                  </a:cubicBezTo>
                  <a:cubicBezTo>
                    <a:pt x="840" y="142"/>
                    <a:pt x="626" y="1"/>
                    <a:pt x="4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7"/>
            <p:cNvSpPr/>
            <p:nvPr/>
          </p:nvSpPr>
          <p:spPr>
            <a:xfrm>
              <a:off x="5778375" y="909000"/>
              <a:ext cx="27600" cy="29975"/>
            </a:xfrm>
            <a:custGeom>
              <a:avLst/>
              <a:gdLst/>
              <a:ahLst/>
              <a:cxnLst/>
              <a:rect l="l" t="t" r="r" b="b"/>
              <a:pathLst>
                <a:path w="1104" h="1199" extrusionOk="0">
                  <a:moveTo>
                    <a:pt x="617" y="198"/>
                  </a:moveTo>
                  <a:cubicBezTo>
                    <a:pt x="644" y="198"/>
                    <a:pt x="672" y="203"/>
                    <a:pt x="697" y="215"/>
                  </a:cubicBezTo>
                  <a:cubicBezTo>
                    <a:pt x="836" y="276"/>
                    <a:pt x="876" y="505"/>
                    <a:pt x="784" y="715"/>
                  </a:cubicBezTo>
                  <a:cubicBezTo>
                    <a:pt x="708" y="887"/>
                    <a:pt x="560" y="1001"/>
                    <a:pt x="431" y="1001"/>
                  </a:cubicBezTo>
                  <a:cubicBezTo>
                    <a:pt x="404" y="1001"/>
                    <a:pt x="377" y="996"/>
                    <a:pt x="353" y="985"/>
                  </a:cubicBezTo>
                  <a:cubicBezTo>
                    <a:pt x="290" y="956"/>
                    <a:pt x="243" y="892"/>
                    <a:pt x="225" y="805"/>
                  </a:cubicBezTo>
                  <a:cubicBezTo>
                    <a:pt x="203" y="706"/>
                    <a:pt x="217" y="593"/>
                    <a:pt x="265" y="484"/>
                  </a:cubicBezTo>
                  <a:cubicBezTo>
                    <a:pt x="342" y="312"/>
                    <a:pt x="489" y="198"/>
                    <a:pt x="617" y="198"/>
                  </a:cubicBezTo>
                  <a:close/>
                  <a:moveTo>
                    <a:pt x="618" y="0"/>
                  </a:moveTo>
                  <a:cubicBezTo>
                    <a:pt x="412" y="0"/>
                    <a:pt x="195" y="156"/>
                    <a:pt x="84" y="404"/>
                  </a:cubicBezTo>
                  <a:cubicBezTo>
                    <a:pt x="19" y="550"/>
                    <a:pt x="1" y="707"/>
                    <a:pt x="31" y="847"/>
                  </a:cubicBezTo>
                  <a:cubicBezTo>
                    <a:pt x="65" y="998"/>
                    <a:pt x="149" y="1111"/>
                    <a:pt x="273" y="1166"/>
                  </a:cubicBezTo>
                  <a:cubicBezTo>
                    <a:pt x="323" y="1188"/>
                    <a:pt x="376" y="1198"/>
                    <a:pt x="429" y="1198"/>
                  </a:cubicBezTo>
                  <a:cubicBezTo>
                    <a:pt x="637" y="1198"/>
                    <a:pt x="854" y="1042"/>
                    <a:pt x="965" y="795"/>
                  </a:cubicBezTo>
                  <a:cubicBezTo>
                    <a:pt x="1103" y="483"/>
                    <a:pt x="1020" y="140"/>
                    <a:pt x="776" y="34"/>
                  </a:cubicBezTo>
                  <a:cubicBezTo>
                    <a:pt x="726" y="11"/>
                    <a:pt x="672" y="0"/>
                    <a:pt x="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7"/>
            <p:cNvSpPr/>
            <p:nvPr/>
          </p:nvSpPr>
          <p:spPr>
            <a:xfrm>
              <a:off x="5762475" y="894650"/>
              <a:ext cx="32550" cy="24650"/>
            </a:xfrm>
            <a:custGeom>
              <a:avLst/>
              <a:gdLst/>
              <a:ahLst/>
              <a:cxnLst/>
              <a:rect l="l" t="t" r="r" b="b"/>
              <a:pathLst>
                <a:path w="1302" h="986" extrusionOk="0">
                  <a:moveTo>
                    <a:pt x="714" y="199"/>
                  </a:moveTo>
                  <a:cubicBezTo>
                    <a:pt x="875" y="199"/>
                    <a:pt x="1011" y="270"/>
                    <a:pt x="1042" y="383"/>
                  </a:cubicBezTo>
                  <a:cubicBezTo>
                    <a:pt x="1081" y="532"/>
                    <a:pt x="929" y="708"/>
                    <a:pt x="708" y="767"/>
                  </a:cubicBezTo>
                  <a:cubicBezTo>
                    <a:pt x="657" y="781"/>
                    <a:pt x="605" y="788"/>
                    <a:pt x="555" y="788"/>
                  </a:cubicBezTo>
                  <a:cubicBezTo>
                    <a:pt x="494" y="788"/>
                    <a:pt x="437" y="777"/>
                    <a:pt x="385" y="757"/>
                  </a:cubicBezTo>
                  <a:cubicBezTo>
                    <a:pt x="302" y="725"/>
                    <a:pt x="246" y="670"/>
                    <a:pt x="228" y="602"/>
                  </a:cubicBezTo>
                  <a:cubicBezTo>
                    <a:pt x="209" y="535"/>
                    <a:pt x="230" y="459"/>
                    <a:pt x="286" y="389"/>
                  </a:cubicBezTo>
                  <a:cubicBezTo>
                    <a:pt x="349" y="310"/>
                    <a:pt x="446" y="249"/>
                    <a:pt x="561" y="219"/>
                  </a:cubicBezTo>
                  <a:cubicBezTo>
                    <a:pt x="613" y="205"/>
                    <a:pt x="665" y="199"/>
                    <a:pt x="714" y="199"/>
                  </a:cubicBezTo>
                  <a:close/>
                  <a:moveTo>
                    <a:pt x="711" y="1"/>
                  </a:moveTo>
                  <a:cubicBezTo>
                    <a:pt x="646" y="1"/>
                    <a:pt x="578" y="9"/>
                    <a:pt x="510" y="28"/>
                  </a:cubicBezTo>
                  <a:lnTo>
                    <a:pt x="509" y="28"/>
                  </a:lnTo>
                  <a:cubicBezTo>
                    <a:pt x="355" y="69"/>
                    <a:pt x="221" y="154"/>
                    <a:pt x="131" y="265"/>
                  </a:cubicBezTo>
                  <a:cubicBezTo>
                    <a:pt x="35" y="386"/>
                    <a:pt x="1" y="524"/>
                    <a:pt x="36" y="653"/>
                  </a:cubicBezTo>
                  <a:cubicBezTo>
                    <a:pt x="71" y="783"/>
                    <a:pt x="169" y="886"/>
                    <a:pt x="314" y="942"/>
                  </a:cubicBezTo>
                  <a:cubicBezTo>
                    <a:pt x="388" y="971"/>
                    <a:pt x="470" y="985"/>
                    <a:pt x="555" y="985"/>
                  </a:cubicBezTo>
                  <a:cubicBezTo>
                    <a:pt x="622" y="985"/>
                    <a:pt x="691" y="976"/>
                    <a:pt x="759" y="958"/>
                  </a:cubicBezTo>
                  <a:cubicBezTo>
                    <a:pt x="1089" y="869"/>
                    <a:pt x="1301" y="589"/>
                    <a:pt x="1233" y="333"/>
                  </a:cubicBezTo>
                  <a:cubicBezTo>
                    <a:pt x="1179" y="129"/>
                    <a:pt x="962" y="1"/>
                    <a:pt x="7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57"/>
            <p:cNvSpPr/>
            <p:nvPr/>
          </p:nvSpPr>
          <p:spPr>
            <a:xfrm>
              <a:off x="5766825" y="872700"/>
              <a:ext cx="32925" cy="26700"/>
            </a:xfrm>
            <a:custGeom>
              <a:avLst/>
              <a:gdLst/>
              <a:ahLst/>
              <a:cxnLst/>
              <a:rect l="l" t="t" r="r" b="b"/>
              <a:pathLst>
                <a:path w="1317" h="1068" extrusionOk="0">
                  <a:moveTo>
                    <a:pt x="521" y="198"/>
                  </a:moveTo>
                  <a:cubicBezTo>
                    <a:pt x="618" y="198"/>
                    <a:pt x="727" y="233"/>
                    <a:pt x="825" y="305"/>
                  </a:cubicBezTo>
                  <a:cubicBezTo>
                    <a:pt x="1010" y="439"/>
                    <a:pt x="1089" y="657"/>
                    <a:pt x="1000" y="782"/>
                  </a:cubicBezTo>
                  <a:cubicBezTo>
                    <a:pt x="956" y="841"/>
                    <a:pt x="881" y="870"/>
                    <a:pt x="795" y="870"/>
                  </a:cubicBezTo>
                  <a:cubicBezTo>
                    <a:pt x="699" y="870"/>
                    <a:pt x="589" y="834"/>
                    <a:pt x="491" y="764"/>
                  </a:cubicBezTo>
                  <a:cubicBezTo>
                    <a:pt x="306" y="629"/>
                    <a:pt x="227" y="411"/>
                    <a:pt x="317" y="287"/>
                  </a:cubicBezTo>
                  <a:cubicBezTo>
                    <a:pt x="360" y="227"/>
                    <a:pt x="434" y="198"/>
                    <a:pt x="521" y="198"/>
                  </a:cubicBezTo>
                  <a:close/>
                  <a:moveTo>
                    <a:pt x="522" y="1"/>
                  </a:moveTo>
                  <a:cubicBezTo>
                    <a:pt x="373" y="1"/>
                    <a:pt x="238" y="57"/>
                    <a:pt x="156" y="169"/>
                  </a:cubicBezTo>
                  <a:cubicBezTo>
                    <a:pt x="0" y="384"/>
                    <a:pt x="99" y="723"/>
                    <a:pt x="375" y="924"/>
                  </a:cubicBezTo>
                  <a:cubicBezTo>
                    <a:pt x="507" y="1020"/>
                    <a:pt x="657" y="1067"/>
                    <a:pt x="794" y="1067"/>
                  </a:cubicBezTo>
                  <a:cubicBezTo>
                    <a:pt x="944" y="1067"/>
                    <a:pt x="1078" y="1010"/>
                    <a:pt x="1160" y="898"/>
                  </a:cubicBezTo>
                  <a:cubicBezTo>
                    <a:pt x="1316" y="683"/>
                    <a:pt x="1217" y="345"/>
                    <a:pt x="941" y="145"/>
                  </a:cubicBezTo>
                  <a:cubicBezTo>
                    <a:pt x="809" y="49"/>
                    <a:pt x="659"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57"/>
            <p:cNvSpPr/>
            <p:nvPr/>
          </p:nvSpPr>
          <p:spPr>
            <a:xfrm>
              <a:off x="5867300"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0"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57"/>
            <p:cNvSpPr/>
            <p:nvPr/>
          </p:nvSpPr>
          <p:spPr>
            <a:xfrm>
              <a:off x="5884825" y="861250"/>
              <a:ext cx="24100" cy="31000"/>
            </a:xfrm>
            <a:custGeom>
              <a:avLst/>
              <a:gdLst/>
              <a:ahLst/>
              <a:cxnLst/>
              <a:rect l="l" t="t" r="r" b="b"/>
              <a:pathLst>
                <a:path w="964" h="1240" extrusionOk="0">
                  <a:moveTo>
                    <a:pt x="483" y="199"/>
                  </a:moveTo>
                  <a:cubicBezTo>
                    <a:pt x="637" y="199"/>
                    <a:pt x="766" y="392"/>
                    <a:pt x="766" y="620"/>
                  </a:cubicBezTo>
                  <a:cubicBezTo>
                    <a:pt x="766" y="849"/>
                    <a:pt x="637" y="1042"/>
                    <a:pt x="483" y="1042"/>
                  </a:cubicBezTo>
                  <a:cubicBezTo>
                    <a:pt x="329" y="1042"/>
                    <a:pt x="199" y="849"/>
                    <a:pt x="199" y="620"/>
                  </a:cubicBezTo>
                  <a:cubicBezTo>
                    <a:pt x="199" y="392"/>
                    <a:pt x="328" y="199"/>
                    <a:pt x="483" y="199"/>
                  </a:cubicBezTo>
                  <a:close/>
                  <a:moveTo>
                    <a:pt x="483" y="1"/>
                  </a:moveTo>
                  <a:cubicBezTo>
                    <a:pt x="217" y="1"/>
                    <a:pt x="1" y="278"/>
                    <a:pt x="1" y="620"/>
                  </a:cubicBezTo>
                  <a:cubicBezTo>
                    <a:pt x="1" y="961"/>
                    <a:pt x="217" y="1240"/>
                    <a:pt x="483" y="1240"/>
                  </a:cubicBezTo>
                  <a:cubicBezTo>
                    <a:pt x="749" y="1240"/>
                    <a:pt x="964" y="961"/>
                    <a:pt x="964" y="620"/>
                  </a:cubicBezTo>
                  <a:cubicBezTo>
                    <a:pt x="964" y="278"/>
                    <a:pt x="748"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7"/>
            <p:cNvSpPr/>
            <p:nvPr/>
          </p:nvSpPr>
          <p:spPr>
            <a:xfrm>
              <a:off x="5901025" y="873400"/>
              <a:ext cx="29600" cy="27100"/>
            </a:xfrm>
            <a:custGeom>
              <a:avLst/>
              <a:gdLst/>
              <a:ahLst/>
              <a:cxnLst/>
              <a:rect l="l" t="t" r="r" b="b"/>
              <a:pathLst>
                <a:path w="1184" h="1084" extrusionOk="0">
                  <a:moveTo>
                    <a:pt x="730" y="198"/>
                  </a:moveTo>
                  <a:cubicBezTo>
                    <a:pt x="812" y="198"/>
                    <a:pt x="879" y="225"/>
                    <a:pt x="919" y="276"/>
                  </a:cubicBezTo>
                  <a:cubicBezTo>
                    <a:pt x="964" y="330"/>
                    <a:pt x="975" y="409"/>
                    <a:pt x="953" y="495"/>
                  </a:cubicBezTo>
                  <a:cubicBezTo>
                    <a:pt x="927" y="592"/>
                    <a:pt x="862" y="687"/>
                    <a:pt x="771" y="762"/>
                  </a:cubicBezTo>
                  <a:cubicBezTo>
                    <a:pt x="678" y="836"/>
                    <a:pt x="573" y="880"/>
                    <a:pt x="471" y="884"/>
                  </a:cubicBezTo>
                  <a:cubicBezTo>
                    <a:pt x="464" y="885"/>
                    <a:pt x="457" y="885"/>
                    <a:pt x="450" y="885"/>
                  </a:cubicBezTo>
                  <a:cubicBezTo>
                    <a:pt x="370" y="885"/>
                    <a:pt x="305" y="858"/>
                    <a:pt x="264" y="807"/>
                  </a:cubicBezTo>
                  <a:cubicBezTo>
                    <a:pt x="220" y="753"/>
                    <a:pt x="209" y="674"/>
                    <a:pt x="231" y="588"/>
                  </a:cubicBezTo>
                  <a:cubicBezTo>
                    <a:pt x="257" y="491"/>
                    <a:pt x="321" y="396"/>
                    <a:pt x="414" y="321"/>
                  </a:cubicBezTo>
                  <a:cubicBezTo>
                    <a:pt x="505" y="247"/>
                    <a:pt x="612" y="203"/>
                    <a:pt x="712" y="199"/>
                  </a:cubicBezTo>
                  <a:cubicBezTo>
                    <a:pt x="719" y="199"/>
                    <a:pt x="724" y="198"/>
                    <a:pt x="730" y="198"/>
                  </a:cubicBezTo>
                  <a:close/>
                  <a:moveTo>
                    <a:pt x="732" y="0"/>
                  </a:moveTo>
                  <a:cubicBezTo>
                    <a:pt x="723" y="0"/>
                    <a:pt x="713" y="0"/>
                    <a:pt x="703" y="1"/>
                  </a:cubicBezTo>
                  <a:cubicBezTo>
                    <a:pt x="561" y="7"/>
                    <a:pt x="414" y="66"/>
                    <a:pt x="289" y="168"/>
                  </a:cubicBezTo>
                  <a:cubicBezTo>
                    <a:pt x="165" y="268"/>
                    <a:pt x="76" y="399"/>
                    <a:pt x="40" y="538"/>
                  </a:cubicBezTo>
                  <a:cubicBezTo>
                    <a:pt x="1" y="687"/>
                    <a:pt x="25" y="827"/>
                    <a:pt x="110" y="931"/>
                  </a:cubicBezTo>
                  <a:cubicBezTo>
                    <a:pt x="190" y="1030"/>
                    <a:pt x="311" y="1084"/>
                    <a:pt x="453" y="1084"/>
                  </a:cubicBezTo>
                  <a:cubicBezTo>
                    <a:pt x="462" y="1084"/>
                    <a:pt x="471" y="1082"/>
                    <a:pt x="481" y="1082"/>
                  </a:cubicBezTo>
                  <a:cubicBezTo>
                    <a:pt x="623" y="1076"/>
                    <a:pt x="771" y="1017"/>
                    <a:pt x="894" y="915"/>
                  </a:cubicBezTo>
                  <a:cubicBezTo>
                    <a:pt x="1020" y="815"/>
                    <a:pt x="1108" y="684"/>
                    <a:pt x="1145" y="545"/>
                  </a:cubicBezTo>
                  <a:cubicBezTo>
                    <a:pt x="1184" y="396"/>
                    <a:pt x="1158" y="256"/>
                    <a:pt x="1073" y="152"/>
                  </a:cubicBezTo>
                  <a:cubicBezTo>
                    <a:pt x="994" y="53"/>
                    <a:pt x="873"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57"/>
            <p:cNvSpPr/>
            <p:nvPr/>
          </p:nvSpPr>
          <p:spPr>
            <a:xfrm>
              <a:off x="5903275" y="895850"/>
              <a:ext cx="33100" cy="24450"/>
            </a:xfrm>
            <a:custGeom>
              <a:avLst/>
              <a:gdLst/>
              <a:ahLst/>
              <a:cxnLst/>
              <a:rect l="l" t="t" r="r" b="b"/>
              <a:pathLst>
                <a:path w="1324" h="978" extrusionOk="0">
                  <a:moveTo>
                    <a:pt x="595" y="198"/>
                  </a:moveTo>
                  <a:cubicBezTo>
                    <a:pt x="636" y="198"/>
                    <a:pt x="678" y="203"/>
                    <a:pt x="721" y="212"/>
                  </a:cubicBezTo>
                  <a:cubicBezTo>
                    <a:pt x="944" y="259"/>
                    <a:pt x="1105" y="425"/>
                    <a:pt x="1074" y="577"/>
                  </a:cubicBezTo>
                  <a:cubicBezTo>
                    <a:pt x="1048" y="699"/>
                    <a:pt x="899" y="779"/>
                    <a:pt x="724" y="779"/>
                  </a:cubicBezTo>
                  <a:cubicBezTo>
                    <a:pt x="684" y="779"/>
                    <a:pt x="643" y="775"/>
                    <a:pt x="603" y="767"/>
                  </a:cubicBezTo>
                  <a:cubicBezTo>
                    <a:pt x="380" y="719"/>
                    <a:pt x="217" y="552"/>
                    <a:pt x="249" y="401"/>
                  </a:cubicBezTo>
                  <a:cubicBezTo>
                    <a:pt x="264" y="333"/>
                    <a:pt x="316" y="274"/>
                    <a:pt x="398" y="238"/>
                  </a:cubicBezTo>
                  <a:cubicBezTo>
                    <a:pt x="456" y="211"/>
                    <a:pt x="524" y="198"/>
                    <a:pt x="595" y="198"/>
                  </a:cubicBezTo>
                  <a:close/>
                  <a:moveTo>
                    <a:pt x="596" y="0"/>
                  </a:moveTo>
                  <a:cubicBezTo>
                    <a:pt x="497" y="0"/>
                    <a:pt x="401" y="19"/>
                    <a:pt x="317" y="58"/>
                  </a:cubicBezTo>
                  <a:cubicBezTo>
                    <a:pt x="176" y="120"/>
                    <a:pt x="84" y="229"/>
                    <a:pt x="55" y="360"/>
                  </a:cubicBezTo>
                  <a:cubicBezTo>
                    <a:pt x="1" y="620"/>
                    <a:pt x="227" y="889"/>
                    <a:pt x="562" y="960"/>
                  </a:cubicBezTo>
                  <a:cubicBezTo>
                    <a:pt x="617" y="971"/>
                    <a:pt x="672" y="978"/>
                    <a:pt x="725" y="978"/>
                  </a:cubicBezTo>
                  <a:cubicBezTo>
                    <a:pt x="993" y="978"/>
                    <a:pt x="1221" y="835"/>
                    <a:pt x="1268" y="617"/>
                  </a:cubicBezTo>
                  <a:cubicBezTo>
                    <a:pt x="1323" y="358"/>
                    <a:pt x="1096" y="89"/>
                    <a:pt x="761" y="17"/>
                  </a:cubicBezTo>
                  <a:cubicBezTo>
                    <a:pt x="706"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57"/>
            <p:cNvSpPr/>
            <p:nvPr/>
          </p:nvSpPr>
          <p:spPr>
            <a:xfrm>
              <a:off x="5892650" y="909600"/>
              <a:ext cx="27875" cy="29725"/>
            </a:xfrm>
            <a:custGeom>
              <a:avLst/>
              <a:gdLst/>
              <a:ahLst/>
              <a:cxnLst/>
              <a:rect l="l" t="t" r="r" b="b"/>
              <a:pathLst>
                <a:path w="1115" h="1189" extrusionOk="0">
                  <a:moveTo>
                    <a:pt x="428" y="199"/>
                  </a:moveTo>
                  <a:cubicBezTo>
                    <a:pt x="553" y="199"/>
                    <a:pt x="700" y="303"/>
                    <a:pt x="784" y="466"/>
                  </a:cubicBezTo>
                  <a:cubicBezTo>
                    <a:pt x="887" y="669"/>
                    <a:pt x="859" y="901"/>
                    <a:pt x="723" y="970"/>
                  </a:cubicBezTo>
                  <a:cubicBezTo>
                    <a:pt x="695" y="984"/>
                    <a:pt x="665" y="991"/>
                    <a:pt x="633" y="991"/>
                  </a:cubicBezTo>
                  <a:cubicBezTo>
                    <a:pt x="509" y="991"/>
                    <a:pt x="361" y="886"/>
                    <a:pt x="278" y="724"/>
                  </a:cubicBezTo>
                  <a:cubicBezTo>
                    <a:pt x="224" y="618"/>
                    <a:pt x="204" y="505"/>
                    <a:pt x="220" y="406"/>
                  </a:cubicBezTo>
                  <a:cubicBezTo>
                    <a:pt x="234" y="317"/>
                    <a:pt x="277" y="251"/>
                    <a:pt x="340" y="219"/>
                  </a:cubicBezTo>
                  <a:cubicBezTo>
                    <a:pt x="367" y="205"/>
                    <a:pt x="397" y="199"/>
                    <a:pt x="428" y="199"/>
                  </a:cubicBezTo>
                  <a:close/>
                  <a:moveTo>
                    <a:pt x="426" y="1"/>
                  </a:moveTo>
                  <a:cubicBezTo>
                    <a:pt x="365" y="1"/>
                    <a:pt x="305" y="14"/>
                    <a:pt x="250" y="42"/>
                  </a:cubicBezTo>
                  <a:cubicBezTo>
                    <a:pt x="130" y="103"/>
                    <a:pt x="49" y="221"/>
                    <a:pt x="24" y="373"/>
                  </a:cubicBezTo>
                  <a:cubicBezTo>
                    <a:pt x="1" y="515"/>
                    <a:pt x="29" y="672"/>
                    <a:pt x="101" y="814"/>
                  </a:cubicBezTo>
                  <a:cubicBezTo>
                    <a:pt x="220" y="1047"/>
                    <a:pt x="435" y="1189"/>
                    <a:pt x="635" y="1189"/>
                  </a:cubicBezTo>
                  <a:cubicBezTo>
                    <a:pt x="697" y="1189"/>
                    <a:pt x="756" y="1176"/>
                    <a:pt x="813" y="1147"/>
                  </a:cubicBezTo>
                  <a:cubicBezTo>
                    <a:pt x="1048" y="1026"/>
                    <a:pt x="1115" y="681"/>
                    <a:pt x="960" y="376"/>
                  </a:cubicBezTo>
                  <a:cubicBezTo>
                    <a:pt x="841" y="143"/>
                    <a:pt x="626" y="1"/>
                    <a:pt x="4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57"/>
            <p:cNvSpPr/>
            <p:nvPr/>
          </p:nvSpPr>
          <p:spPr>
            <a:xfrm>
              <a:off x="5871275" y="909000"/>
              <a:ext cx="27625" cy="29975"/>
            </a:xfrm>
            <a:custGeom>
              <a:avLst/>
              <a:gdLst/>
              <a:ahLst/>
              <a:cxnLst/>
              <a:rect l="l" t="t" r="r" b="b"/>
              <a:pathLst>
                <a:path w="1105" h="1199" extrusionOk="0">
                  <a:moveTo>
                    <a:pt x="619" y="198"/>
                  </a:moveTo>
                  <a:cubicBezTo>
                    <a:pt x="646" y="198"/>
                    <a:pt x="672" y="203"/>
                    <a:pt x="697" y="215"/>
                  </a:cubicBezTo>
                  <a:cubicBezTo>
                    <a:pt x="837" y="276"/>
                    <a:pt x="878" y="505"/>
                    <a:pt x="785" y="715"/>
                  </a:cubicBezTo>
                  <a:cubicBezTo>
                    <a:pt x="708" y="887"/>
                    <a:pt x="561" y="1001"/>
                    <a:pt x="433" y="1001"/>
                  </a:cubicBezTo>
                  <a:cubicBezTo>
                    <a:pt x="405" y="1001"/>
                    <a:pt x="379" y="996"/>
                    <a:pt x="354" y="985"/>
                  </a:cubicBezTo>
                  <a:cubicBezTo>
                    <a:pt x="290" y="956"/>
                    <a:pt x="245" y="892"/>
                    <a:pt x="225" y="805"/>
                  </a:cubicBezTo>
                  <a:cubicBezTo>
                    <a:pt x="204" y="706"/>
                    <a:pt x="219" y="593"/>
                    <a:pt x="267" y="484"/>
                  </a:cubicBezTo>
                  <a:cubicBezTo>
                    <a:pt x="344" y="312"/>
                    <a:pt x="491" y="198"/>
                    <a:pt x="619" y="198"/>
                  </a:cubicBezTo>
                  <a:close/>
                  <a:moveTo>
                    <a:pt x="620" y="0"/>
                  </a:moveTo>
                  <a:cubicBezTo>
                    <a:pt x="414" y="0"/>
                    <a:pt x="196" y="156"/>
                    <a:pt x="86" y="404"/>
                  </a:cubicBezTo>
                  <a:cubicBezTo>
                    <a:pt x="20" y="550"/>
                    <a:pt x="1" y="707"/>
                    <a:pt x="32" y="847"/>
                  </a:cubicBezTo>
                  <a:cubicBezTo>
                    <a:pt x="65" y="998"/>
                    <a:pt x="151" y="1111"/>
                    <a:pt x="273" y="1166"/>
                  </a:cubicBezTo>
                  <a:cubicBezTo>
                    <a:pt x="324" y="1188"/>
                    <a:pt x="378" y="1198"/>
                    <a:pt x="431" y="1198"/>
                  </a:cubicBezTo>
                  <a:cubicBezTo>
                    <a:pt x="638" y="1198"/>
                    <a:pt x="856" y="1042"/>
                    <a:pt x="966" y="795"/>
                  </a:cubicBezTo>
                  <a:cubicBezTo>
                    <a:pt x="1105" y="483"/>
                    <a:pt x="1020" y="140"/>
                    <a:pt x="778" y="34"/>
                  </a:cubicBezTo>
                  <a:cubicBezTo>
                    <a:pt x="727" y="11"/>
                    <a:pt x="674" y="0"/>
                    <a:pt x="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57"/>
            <p:cNvSpPr/>
            <p:nvPr/>
          </p:nvSpPr>
          <p:spPr>
            <a:xfrm>
              <a:off x="5855425" y="894650"/>
              <a:ext cx="32525" cy="24650"/>
            </a:xfrm>
            <a:custGeom>
              <a:avLst/>
              <a:gdLst/>
              <a:ahLst/>
              <a:cxnLst/>
              <a:rect l="l" t="t" r="r" b="b"/>
              <a:pathLst>
                <a:path w="1301" h="986" extrusionOk="0">
                  <a:moveTo>
                    <a:pt x="713" y="199"/>
                  </a:moveTo>
                  <a:cubicBezTo>
                    <a:pt x="874" y="199"/>
                    <a:pt x="1010" y="270"/>
                    <a:pt x="1040" y="383"/>
                  </a:cubicBezTo>
                  <a:cubicBezTo>
                    <a:pt x="1081" y="532"/>
                    <a:pt x="928" y="708"/>
                    <a:pt x="707" y="767"/>
                  </a:cubicBezTo>
                  <a:cubicBezTo>
                    <a:pt x="655" y="781"/>
                    <a:pt x="604" y="788"/>
                    <a:pt x="554" y="788"/>
                  </a:cubicBezTo>
                  <a:cubicBezTo>
                    <a:pt x="494" y="788"/>
                    <a:pt x="436" y="777"/>
                    <a:pt x="383" y="757"/>
                  </a:cubicBezTo>
                  <a:cubicBezTo>
                    <a:pt x="300" y="725"/>
                    <a:pt x="244" y="670"/>
                    <a:pt x="226" y="602"/>
                  </a:cubicBezTo>
                  <a:cubicBezTo>
                    <a:pt x="209" y="535"/>
                    <a:pt x="228" y="459"/>
                    <a:pt x="284" y="389"/>
                  </a:cubicBezTo>
                  <a:cubicBezTo>
                    <a:pt x="348" y="310"/>
                    <a:pt x="446" y="249"/>
                    <a:pt x="561" y="219"/>
                  </a:cubicBezTo>
                  <a:cubicBezTo>
                    <a:pt x="612" y="205"/>
                    <a:pt x="664" y="199"/>
                    <a:pt x="713" y="199"/>
                  </a:cubicBezTo>
                  <a:close/>
                  <a:moveTo>
                    <a:pt x="710" y="1"/>
                  </a:moveTo>
                  <a:cubicBezTo>
                    <a:pt x="644" y="1"/>
                    <a:pt x="577" y="9"/>
                    <a:pt x="509" y="28"/>
                  </a:cubicBezTo>
                  <a:cubicBezTo>
                    <a:pt x="353" y="69"/>
                    <a:pt x="219" y="154"/>
                    <a:pt x="131" y="265"/>
                  </a:cubicBezTo>
                  <a:cubicBezTo>
                    <a:pt x="34" y="386"/>
                    <a:pt x="0" y="524"/>
                    <a:pt x="34" y="653"/>
                  </a:cubicBezTo>
                  <a:cubicBezTo>
                    <a:pt x="69" y="783"/>
                    <a:pt x="168" y="886"/>
                    <a:pt x="312" y="942"/>
                  </a:cubicBezTo>
                  <a:cubicBezTo>
                    <a:pt x="386" y="971"/>
                    <a:pt x="469" y="985"/>
                    <a:pt x="554" y="985"/>
                  </a:cubicBezTo>
                  <a:cubicBezTo>
                    <a:pt x="621" y="985"/>
                    <a:pt x="690" y="976"/>
                    <a:pt x="757" y="958"/>
                  </a:cubicBezTo>
                  <a:cubicBezTo>
                    <a:pt x="1088" y="869"/>
                    <a:pt x="1301" y="589"/>
                    <a:pt x="1232" y="333"/>
                  </a:cubicBezTo>
                  <a:cubicBezTo>
                    <a:pt x="1177" y="129"/>
                    <a:pt x="961" y="1"/>
                    <a:pt x="7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57"/>
            <p:cNvSpPr/>
            <p:nvPr/>
          </p:nvSpPr>
          <p:spPr>
            <a:xfrm>
              <a:off x="5861250" y="872700"/>
              <a:ext cx="31400" cy="26725"/>
            </a:xfrm>
            <a:custGeom>
              <a:avLst/>
              <a:gdLst/>
              <a:ahLst/>
              <a:cxnLst/>
              <a:rect l="l" t="t" r="r" b="b"/>
              <a:pathLst>
                <a:path w="1256" h="1069" extrusionOk="0">
                  <a:moveTo>
                    <a:pt x="462" y="198"/>
                  </a:moveTo>
                  <a:cubicBezTo>
                    <a:pt x="562" y="198"/>
                    <a:pt x="670" y="236"/>
                    <a:pt x="765" y="305"/>
                  </a:cubicBezTo>
                  <a:cubicBezTo>
                    <a:pt x="949" y="439"/>
                    <a:pt x="1030" y="657"/>
                    <a:pt x="940" y="782"/>
                  </a:cubicBezTo>
                  <a:cubicBezTo>
                    <a:pt x="898" y="838"/>
                    <a:pt x="827" y="871"/>
                    <a:pt x="737" y="871"/>
                  </a:cubicBezTo>
                  <a:cubicBezTo>
                    <a:pt x="631" y="864"/>
                    <a:pt x="527" y="833"/>
                    <a:pt x="432" y="764"/>
                  </a:cubicBezTo>
                  <a:cubicBezTo>
                    <a:pt x="335" y="695"/>
                    <a:pt x="266" y="603"/>
                    <a:pt x="235" y="507"/>
                  </a:cubicBezTo>
                  <a:cubicBezTo>
                    <a:pt x="208" y="421"/>
                    <a:pt x="216" y="343"/>
                    <a:pt x="257" y="287"/>
                  </a:cubicBezTo>
                  <a:cubicBezTo>
                    <a:pt x="298" y="229"/>
                    <a:pt x="371" y="198"/>
                    <a:pt x="459" y="198"/>
                  </a:cubicBezTo>
                  <a:close/>
                  <a:moveTo>
                    <a:pt x="459" y="0"/>
                  </a:moveTo>
                  <a:cubicBezTo>
                    <a:pt x="304" y="0"/>
                    <a:pt x="175" y="61"/>
                    <a:pt x="97" y="169"/>
                  </a:cubicBezTo>
                  <a:cubicBezTo>
                    <a:pt x="18" y="279"/>
                    <a:pt x="1" y="420"/>
                    <a:pt x="48" y="567"/>
                  </a:cubicBezTo>
                  <a:cubicBezTo>
                    <a:pt x="91" y="702"/>
                    <a:pt x="186" y="830"/>
                    <a:pt x="315" y="924"/>
                  </a:cubicBezTo>
                  <a:cubicBezTo>
                    <a:pt x="444" y="1016"/>
                    <a:pt x="592" y="1069"/>
                    <a:pt x="734" y="1069"/>
                  </a:cubicBezTo>
                  <a:lnTo>
                    <a:pt x="738" y="1069"/>
                  </a:lnTo>
                  <a:cubicBezTo>
                    <a:pt x="892" y="1067"/>
                    <a:pt x="1021" y="1007"/>
                    <a:pt x="1099" y="898"/>
                  </a:cubicBezTo>
                  <a:cubicBezTo>
                    <a:pt x="1255" y="683"/>
                    <a:pt x="1158" y="345"/>
                    <a:pt x="881" y="145"/>
                  </a:cubicBezTo>
                  <a:cubicBezTo>
                    <a:pt x="752" y="51"/>
                    <a:pt x="604" y="0"/>
                    <a:pt x="4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57"/>
            <p:cNvSpPr/>
            <p:nvPr/>
          </p:nvSpPr>
          <p:spPr>
            <a:xfrm>
              <a:off x="5960225" y="878950"/>
              <a:ext cx="57100" cy="44300"/>
            </a:xfrm>
            <a:custGeom>
              <a:avLst/>
              <a:gdLst/>
              <a:ahLst/>
              <a:cxnLst/>
              <a:rect l="l" t="t" r="r" b="b"/>
              <a:pathLst>
                <a:path w="2284" h="1772" extrusionOk="0">
                  <a:moveTo>
                    <a:pt x="1140" y="0"/>
                  </a:moveTo>
                  <a:cubicBezTo>
                    <a:pt x="2" y="0"/>
                    <a:pt x="1" y="1771"/>
                    <a:pt x="1142" y="1771"/>
                  </a:cubicBezTo>
                  <a:cubicBezTo>
                    <a:pt x="2281"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57"/>
            <p:cNvSpPr/>
            <p:nvPr/>
          </p:nvSpPr>
          <p:spPr>
            <a:xfrm>
              <a:off x="5977775" y="861250"/>
              <a:ext cx="24100" cy="31000"/>
            </a:xfrm>
            <a:custGeom>
              <a:avLst/>
              <a:gdLst/>
              <a:ahLst/>
              <a:cxnLst/>
              <a:rect l="l" t="t" r="r" b="b"/>
              <a:pathLst>
                <a:path w="964" h="1240" extrusionOk="0">
                  <a:moveTo>
                    <a:pt x="481" y="199"/>
                  </a:moveTo>
                  <a:cubicBezTo>
                    <a:pt x="635" y="199"/>
                    <a:pt x="765" y="392"/>
                    <a:pt x="765" y="620"/>
                  </a:cubicBezTo>
                  <a:cubicBezTo>
                    <a:pt x="765" y="849"/>
                    <a:pt x="635" y="1042"/>
                    <a:pt x="481" y="1042"/>
                  </a:cubicBezTo>
                  <a:cubicBezTo>
                    <a:pt x="328" y="1042"/>
                    <a:pt x="199" y="849"/>
                    <a:pt x="199" y="620"/>
                  </a:cubicBezTo>
                  <a:cubicBezTo>
                    <a:pt x="199" y="392"/>
                    <a:pt x="328" y="199"/>
                    <a:pt x="481" y="199"/>
                  </a:cubicBezTo>
                  <a:close/>
                  <a:moveTo>
                    <a:pt x="481" y="1"/>
                  </a:moveTo>
                  <a:cubicBezTo>
                    <a:pt x="216" y="1"/>
                    <a:pt x="1" y="278"/>
                    <a:pt x="1" y="620"/>
                  </a:cubicBezTo>
                  <a:cubicBezTo>
                    <a:pt x="1" y="961"/>
                    <a:pt x="216"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57"/>
            <p:cNvSpPr/>
            <p:nvPr/>
          </p:nvSpPr>
          <p:spPr>
            <a:xfrm>
              <a:off x="5993975" y="873400"/>
              <a:ext cx="29550" cy="27100"/>
            </a:xfrm>
            <a:custGeom>
              <a:avLst/>
              <a:gdLst/>
              <a:ahLst/>
              <a:cxnLst/>
              <a:rect l="l" t="t" r="r" b="b"/>
              <a:pathLst>
                <a:path w="1182" h="1084" extrusionOk="0">
                  <a:moveTo>
                    <a:pt x="729" y="198"/>
                  </a:moveTo>
                  <a:cubicBezTo>
                    <a:pt x="811" y="198"/>
                    <a:pt x="877" y="225"/>
                    <a:pt x="919" y="276"/>
                  </a:cubicBezTo>
                  <a:cubicBezTo>
                    <a:pt x="963" y="330"/>
                    <a:pt x="975" y="409"/>
                    <a:pt x="951" y="495"/>
                  </a:cubicBezTo>
                  <a:cubicBezTo>
                    <a:pt x="927" y="592"/>
                    <a:pt x="861" y="687"/>
                    <a:pt x="769" y="762"/>
                  </a:cubicBezTo>
                  <a:cubicBezTo>
                    <a:pt x="678" y="836"/>
                    <a:pt x="571" y="880"/>
                    <a:pt x="471" y="884"/>
                  </a:cubicBezTo>
                  <a:cubicBezTo>
                    <a:pt x="463" y="885"/>
                    <a:pt x="456" y="885"/>
                    <a:pt x="449" y="885"/>
                  </a:cubicBezTo>
                  <a:cubicBezTo>
                    <a:pt x="368" y="885"/>
                    <a:pt x="303" y="858"/>
                    <a:pt x="263" y="807"/>
                  </a:cubicBezTo>
                  <a:cubicBezTo>
                    <a:pt x="219" y="753"/>
                    <a:pt x="207" y="674"/>
                    <a:pt x="229" y="588"/>
                  </a:cubicBezTo>
                  <a:cubicBezTo>
                    <a:pt x="256" y="491"/>
                    <a:pt x="321" y="396"/>
                    <a:pt x="412" y="321"/>
                  </a:cubicBezTo>
                  <a:cubicBezTo>
                    <a:pt x="504" y="247"/>
                    <a:pt x="610" y="203"/>
                    <a:pt x="712" y="199"/>
                  </a:cubicBezTo>
                  <a:cubicBezTo>
                    <a:pt x="717" y="199"/>
                    <a:pt x="723" y="198"/>
                    <a:pt x="729" y="198"/>
                  </a:cubicBezTo>
                  <a:close/>
                  <a:moveTo>
                    <a:pt x="732" y="0"/>
                  </a:moveTo>
                  <a:cubicBezTo>
                    <a:pt x="722" y="0"/>
                    <a:pt x="713" y="0"/>
                    <a:pt x="702" y="1"/>
                  </a:cubicBezTo>
                  <a:cubicBezTo>
                    <a:pt x="559" y="7"/>
                    <a:pt x="412" y="66"/>
                    <a:pt x="288" y="168"/>
                  </a:cubicBezTo>
                  <a:cubicBezTo>
                    <a:pt x="164" y="268"/>
                    <a:pt x="76" y="399"/>
                    <a:pt x="39" y="538"/>
                  </a:cubicBezTo>
                  <a:cubicBezTo>
                    <a:pt x="0" y="687"/>
                    <a:pt x="25" y="827"/>
                    <a:pt x="110" y="931"/>
                  </a:cubicBezTo>
                  <a:cubicBezTo>
                    <a:pt x="189" y="1030"/>
                    <a:pt x="310" y="1084"/>
                    <a:pt x="452" y="1084"/>
                  </a:cubicBezTo>
                  <a:cubicBezTo>
                    <a:pt x="461" y="1084"/>
                    <a:pt x="471" y="1082"/>
                    <a:pt x="480" y="1082"/>
                  </a:cubicBezTo>
                  <a:cubicBezTo>
                    <a:pt x="623" y="1076"/>
                    <a:pt x="770" y="1017"/>
                    <a:pt x="894" y="915"/>
                  </a:cubicBezTo>
                  <a:cubicBezTo>
                    <a:pt x="1019" y="815"/>
                    <a:pt x="1106" y="684"/>
                    <a:pt x="1143" y="545"/>
                  </a:cubicBezTo>
                  <a:cubicBezTo>
                    <a:pt x="1182" y="396"/>
                    <a:pt x="1157" y="256"/>
                    <a:pt x="1073" y="152"/>
                  </a:cubicBezTo>
                  <a:cubicBezTo>
                    <a:pt x="993" y="53"/>
                    <a:pt x="875"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57"/>
            <p:cNvSpPr/>
            <p:nvPr/>
          </p:nvSpPr>
          <p:spPr>
            <a:xfrm>
              <a:off x="5996225" y="895850"/>
              <a:ext cx="33075" cy="24450"/>
            </a:xfrm>
            <a:custGeom>
              <a:avLst/>
              <a:gdLst/>
              <a:ahLst/>
              <a:cxnLst/>
              <a:rect l="l" t="t" r="r" b="b"/>
              <a:pathLst>
                <a:path w="1323" h="978" extrusionOk="0">
                  <a:moveTo>
                    <a:pt x="594" y="198"/>
                  </a:moveTo>
                  <a:cubicBezTo>
                    <a:pt x="635" y="198"/>
                    <a:pt x="677" y="203"/>
                    <a:pt x="719" y="212"/>
                  </a:cubicBezTo>
                  <a:cubicBezTo>
                    <a:pt x="943" y="259"/>
                    <a:pt x="1105" y="425"/>
                    <a:pt x="1074" y="577"/>
                  </a:cubicBezTo>
                  <a:cubicBezTo>
                    <a:pt x="1047" y="699"/>
                    <a:pt x="899" y="779"/>
                    <a:pt x="724" y="779"/>
                  </a:cubicBezTo>
                  <a:cubicBezTo>
                    <a:pt x="684" y="779"/>
                    <a:pt x="643" y="775"/>
                    <a:pt x="602" y="767"/>
                  </a:cubicBezTo>
                  <a:cubicBezTo>
                    <a:pt x="378" y="719"/>
                    <a:pt x="216" y="552"/>
                    <a:pt x="248" y="401"/>
                  </a:cubicBezTo>
                  <a:cubicBezTo>
                    <a:pt x="263" y="333"/>
                    <a:pt x="315" y="274"/>
                    <a:pt x="397" y="238"/>
                  </a:cubicBezTo>
                  <a:cubicBezTo>
                    <a:pt x="456" y="211"/>
                    <a:pt x="523" y="198"/>
                    <a:pt x="594" y="198"/>
                  </a:cubicBezTo>
                  <a:close/>
                  <a:moveTo>
                    <a:pt x="595" y="0"/>
                  </a:moveTo>
                  <a:cubicBezTo>
                    <a:pt x="496" y="0"/>
                    <a:pt x="401" y="19"/>
                    <a:pt x="317" y="58"/>
                  </a:cubicBezTo>
                  <a:cubicBezTo>
                    <a:pt x="176" y="120"/>
                    <a:pt x="82" y="229"/>
                    <a:pt x="55" y="360"/>
                  </a:cubicBezTo>
                  <a:cubicBezTo>
                    <a:pt x="0" y="620"/>
                    <a:pt x="227" y="889"/>
                    <a:pt x="560" y="960"/>
                  </a:cubicBezTo>
                  <a:cubicBezTo>
                    <a:pt x="616" y="971"/>
                    <a:pt x="671" y="978"/>
                    <a:pt x="723" y="978"/>
                  </a:cubicBezTo>
                  <a:cubicBezTo>
                    <a:pt x="992" y="978"/>
                    <a:pt x="1221" y="835"/>
                    <a:pt x="1267" y="617"/>
                  </a:cubicBezTo>
                  <a:cubicBezTo>
                    <a:pt x="1323" y="358"/>
                    <a:pt x="1095" y="89"/>
                    <a:pt x="761" y="17"/>
                  </a:cubicBezTo>
                  <a:cubicBezTo>
                    <a:pt x="705" y="6"/>
                    <a:pt x="650" y="0"/>
                    <a:pt x="5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57"/>
            <p:cNvSpPr/>
            <p:nvPr/>
          </p:nvSpPr>
          <p:spPr>
            <a:xfrm>
              <a:off x="5985600" y="909600"/>
              <a:ext cx="27875" cy="29725"/>
            </a:xfrm>
            <a:custGeom>
              <a:avLst/>
              <a:gdLst/>
              <a:ahLst/>
              <a:cxnLst/>
              <a:rect l="l" t="t" r="r" b="b"/>
              <a:pathLst>
                <a:path w="1115" h="1189" extrusionOk="0">
                  <a:moveTo>
                    <a:pt x="428" y="199"/>
                  </a:moveTo>
                  <a:cubicBezTo>
                    <a:pt x="553" y="199"/>
                    <a:pt x="700" y="303"/>
                    <a:pt x="782" y="466"/>
                  </a:cubicBezTo>
                  <a:cubicBezTo>
                    <a:pt x="886" y="669"/>
                    <a:pt x="858" y="901"/>
                    <a:pt x="721" y="970"/>
                  </a:cubicBezTo>
                  <a:cubicBezTo>
                    <a:pt x="693" y="984"/>
                    <a:pt x="663" y="991"/>
                    <a:pt x="632" y="991"/>
                  </a:cubicBezTo>
                  <a:cubicBezTo>
                    <a:pt x="507" y="991"/>
                    <a:pt x="360" y="886"/>
                    <a:pt x="277" y="724"/>
                  </a:cubicBezTo>
                  <a:cubicBezTo>
                    <a:pt x="223" y="618"/>
                    <a:pt x="202" y="505"/>
                    <a:pt x="219" y="406"/>
                  </a:cubicBezTo>
                  <a:cubicBezTo>
                    <a:pt x="234" y="317"/>
                    <a:pt x="277" y="251"/>
                    <a:pt x="338" y="219"/>
                  </a:cubicBezTo>
                  <a:cubicBezTo>
                    <a:pt x="365" y="205"/>
                    <a:pt x="396" y="199"/>
                    <a:pt x="428" y="199"/>
                  </a:cubicBezTo>
                  <a:close/>
                  <a:moveTo>
                    <a:pt x="425" y="1"/>
                  </a:moveTo>
                  <a:cubicBezTo>
                    <a:pt x="363" y="1"/>
                    <a:pt x="303" y="14"/>
                    <a:pt x="248" y="42"/>
                  </a:cubicBezTo>
                  <a:cubicBezTo>
                    <a:pt x="128" y="103"/>
                    <a:pt x="48" y="221"/>
                    <a:pt x="24" y="373"/>
                  </a:cubicBezTo>
                  <a:cubicBezTo>
                    <a:pt x="0" y="515"/>
                    <a:pt x="28" y="672"/>
                    <a:pt x="101" y="814"/>
                  </a:cubicBezTo>
                  <a:cubicBezTo>
                    <a:pt x="219" y="1047"/>
                    <a:pt x="434" y="1189"/>
                    <a:pt x="634" y="1189"/>
                  </a:cubicBezTo>
                  <a:cubicBezTo>
                    <a:pt x="695" y="1189"/>
                    <a:pt x="756" y="1176"/>
                    <a:pt x="811" y="1147"/>
                  </a:cubicBezTo>
                  <a:cubicBezTo>
                    <a:pt x="1048" y="1026"/>
                    <a:pt x="1114" y="681"/>
                    <a:pt x="959" y="376"/>
                  </a:cubicBezTo>
                  <a:cubicBezTo>
                    <a:pt x="841" y="143"/>
                    <a:pt x="625" y="1"/>
                    <a:pt x="4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57"/>
            <p:cNvSpPr/>
            <p:nvPr/>
          </p:nvSpPr>
          <p:spPr>
            <a:xfrm>
              <a:off x="5962850" y="909000"/>
              <a:ext cx="29000" cy="29975"/>
            </a:xfrm>
            <a:custGeom>
              <a:avLst/>
              <a:gdLst/>
              <a:ahLst/>
              <a:cxnLst/>
              <a:rect l="l" t="t" r="r" b="b"/>
              <a:pathLst>
                <a:path w="1160" h="1199" extrusionOk="0">
                  <a:moveTo>
                    <a:pt x="674" y="198"/>
                  </a:moveTo>
                  <a:cubicBezTo>
                    <a:pt x="701" y="198"/>
                    <a:pt x="727" y="203"/>
                    <a:pt x="751" y="213"/>
                  </a:cubicBezTo>
                  <a:cubicBezTo>
                    <a:pt x="892" y="276"/>
                    <a:pt x="932" y="505"/>
                    <a:pt x="839" y="715"/>
                  </a:cubicBezTo>
                  <a:cubicBezTo>
                    <a:pt x="762" y="887"/>
                    <a:pt x="615" y="1001"/>
                    <a:pt x="487" y="1001"/>
                  </a:cubicBezTo>
                  <a:cubicBezTo>
                    <a:pt x="460" y="1001"/>
                    <a:pt x="433" y="996"/>
                    <a:pt x="409" y="985"/>
                  </a:cubicBezTo>
                  <a:cubicBezTo>
                    <a:pt x="268" y="922"/>
                    <a:pt x="227" y="693"/>
                    <a:pt x="320" y="484"/>
                  </a:cubicBezTo>
                  <a:cubicBezTo>
                    <a:pt x="398" y="312"/>
                    <a:pt x="545" y="198"/>
                    <a:pt x="674" y="198"/>
                  </a:cubicBezTo>
                  <a:close/>
                  <a:moveTo>
                    <a:pt x="674" y="0"/>
                  </a:moveTo>
                  <a:cubicBezTo>
                    <a:pt x="467" y="0"/>
                    <a:pt x="250" y="156"/>
                    <a:pt x="140" y="404"/>
                  </a:cubicBezTo>
                  <a:cubicBezTo>
                    <a:pt x="1" y="716"/>
                    <a:pt x="85" y="1058"/>
                    <a:pt x="328" y="1166"/>
                  </a:cubicBezTo>
                  <a:cubicBezTo>
                    <a:pt x="379" y="1188"/>
                    <a:pt x="431" y="1198"/>
                    <a:pt x="485" y="1198"/>
                  </a:cubicBezTo>
                  <a:cubicBezTo>
                    <a:pt x="691" y="1198"/>
                    <a:pt x="910" y="1042"/>
                    <a:pt x="1020" y="795"/>
                  </a:cubicBezTo>
                  <a:cubicBezTo>
                    <a:pt x="1159" y="483"/>
                    <a:pt x="1074" y="140"/>
                    <a:pt x="832" y="34"/>
                  </a:cubicBezTo>
                  <a:cubicBezTo>
                    <a:pt x="782" y="11"/>
                    <a:pt x="728" y="0"/>
                    <a:pt x="6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57"/>
            <p:cNvSpPr/>
            <p:nvPr/>
          </p:nvSpPr>
          <p:spPr>
            <a:xfrm>
              <a:off x="5948325" y="894650"/>
              <a:ext cx="32550" cy="24650"/>
            </a:xfrm>
            <a:custGeom>
              <a:avLst/>
              <a:gdLst/>
              <a:ahLst/>
              <a:cxnLst/>
              <a:rect l="l" t="t" r="r" b="b"/>
              <a:pathLst>
                <a:path w="1302" h="986" extrusionOk="0">
                  <a:moveTo>
                    <a:pt x="714" y="199"/>
                  </a:moveTo>
                  <a:cubicBezTo>
                    <a:pt x="875" y="199"/>
                    <a:pt x="1012" y="270"/>
                    <a:pt x="1042" y="383"/>
                  </a:cubicBezTo>
                  <a:cubicBezTo>
                    <a:pt x="1082" y="532"/>
                    <a:pt x="928" y="708"/>
                    <a:pt x="708" y="767"/>
                  </a:cubicBezTo>
                  <a:cubicBezTo>
                    <a:pt x="657" y="781"/>
                    <a:pt x="605" y="788"/>
                    <a:pt x="555" y="788"/>
                  </a:cubicBezTo>
                  <a:cubicBezTo>
                    <a:pt x="494" y="788"/>
                    <a:pt x="436" y="777"/>
                    <a:pt x="385" y="757"/>
                  </a:cubicBezTo>
                  <a:cubicBezTo>
                    <a:pt x="302" y="725"/>
                    <a:pt x="246" y="670"/>
                    <a:pt x="227" y="602"/>
                  </a:cubicBezTo>
                  <a:cubicBezTo>
                    <a:pt x="209" y="535"/>
                    <a:pt x="230" y="459"/>
                    <a:pt x="286" y="389"/>
                  </a:cubicBezTo>
                  <a:cubicBezTo>
                    <a:pt x="350" y="310"/>
                    <a:pt x="448" y="249"/>
                    <a:pt x="561" y="219"/>
                  </a:cubicBezTo>
                  <a:cubicBezTo>
                    <a:pt x="613" y="205"/>
                    <a:pt x="664" y="199"/>
                    <a:pt x="714" y="199"/>
                  </a:cubicBezTo>
                  <a:close/>
                  <a:moveTo>
                    <a:pt x="711" y="1"/>
                  </a:moveTo>
                  <a:cubicBezTo>
                    <a:pt x="646" y="1"/>
                    <a:pt x="578" y="9"/>
                    <a:pt x="510" y="28"/>
                  </a:cubicBezTo>
                  <a:cubicBezTo>
                    <a:pt x="355" y="69"/>
                    <a:pt x="221" y="154"/>
                    <a:pt x="131" y="265"/>
                  </a:cubicBezTo>
                  <a:cubicBezTo>
                    <a:pt x="34" y="386"/>
                    <a:pt x="1" y="524"/>
                    <a:pt x="36" y="653"/>
                  </a:cubicBezTo>
                  <a:cubicBezTo>
                    <a:pt x="71" y="783"/>
                    <a:pt x="169" y="886"/>
                    <a:pt x="313" y="942"/>
                  </a:cubicBezTo>
                  <a:cubicBezTo>
                    <a:pt x="388" y="971"/>
                    <a:pt x="470" y="985"/>
                    <a:pt x="556" y="985"/>
                  </a:cubicBezTo>
                  <a:cubicBezTo>
                    <a:pt x="622" y="985"/>
                    <a:pt x="691" y="976"/>
                    <a:pt x="759" y="958"/>
                  </a:cubicBezTo>
                  <a:cubicBezTo>
                    <a:pt x="1090" y="869"/>
                    <a:pt x="1301" y="589"/>
                    <a:pt x="1233" y="333"/>
                  </a:cubicBezTo>
                  <a:cubicBezTo>
                    <a:pt x="1178" y="129"/>
                    <a:pt x="963" y="1"/>
                    <a:pt x="7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57"/>
            <p:cNvSpPr/>
            <p:nvPr/>
          </p:nvSpPr>
          <p:spPr>
            <a:xfrm>
              <a:off x="5952700" y="872700"/>
              <a:ext cx="32875" cy="26725"/>
            </a:xfrm>
            <a:custGeom>
              <a:avLst/>
              <a:gdLst/>
              <a:ahLst/>
              <a:cxnLst/>
              <a:rect l="l" t="t" r="r" b="b"/>
              <a:pathLst>
                <a:path w="1315" h="1069" extrusionOk="0">
                  <a:moveTo>
                    <a:pt x="520" y="198"/>
                  </a:moveTo>
                  <a:cubicBezTo>
                    <a:pt x="617" y="198"/>
                    <a:pt x="726" y="233"/>
                    <a:pt x="824" y="304"/>
                  </a:cubicBezTo>
                  <a:lnTo>
                    <a:pt x="824" y="305"/>
                  </a:lnTo>
                  <a:cubicBezTo>
                    <a:pt x="1009" y="439"/>
                    <a:pt x="1088" y="657"/>
                    <a:pt x="998" y="782"/>
                  </a:cubicBezTo>
                  <a:cubicBezTo>
                    <a:pt x="958" y="838"/>
                    <a:pt x="885" y="869"/>
                    <a:pt x="795" y="871"/>
                  </a:cubicBezTo>
                  <a:cubicBezTo>
                    <a:pt x="696" y="864"/>
                    <a:pt x="587" y="833"/>
                    <a:pt x="490" y="764"/>
                  </a:cubicBezTo>
                  <a:cubicBezTo>
                    <a:pt x="305" y="629"/>
                    <a:pt x="226" y="411"/>
                    <a:pt x="316" y="287"/>
                  </a:cubicBezTo>
                  <a:cubicBezTo>
                    <a:pt x="359" y="227"/>
                    <a:pt x="434" y="198"/>
                    <a:pt x="520" y="198"/>
                  </a:cubicBezTo>
                  <a:close/>
                  <a:moveTo>
                    <a:pt x="522" y="1"/>
                  </a:moveTo>
                  <a:cubicBezTo>
                    <a:pt x="372" y="1"/>
                    <a:pt x="237" y="58"/>
                    <a:pt x="155" y="169"/>
                  </a:cubicBezTo>
                  <a:cubicBezTo>
                    <a:pt x="0" y="384"/>
                    <a:pt x="98" y="723"/>
                    <a:pt x="374" y="924"/>
                  </a:cubicBezTo>
                  <a:cubicBezTo>
                    <a:pt x="503" y="1016"/>
                    <a:pt x="652" y="1069"/>
                    <a:pt x="794" y="1069"/>
                  </a:cubicBezTo>
                  <a:lnTo>
                    <a:pt x="796" y="1069"/>
                  </a:lnTo>
                  <a:cubicBezTo>
                    <a:pt x="951" y="1067"/>
                    <a:pt x="1080" y="1007"/>
                    <a:pt x="1159" y="898"/>
                  </a:cubicBezTo>
                  <a:cubicBezTo>
                    <a:pt x="1315" y="683"/>
                    <a:pt x="1217" y="345"/>
                    <a:pt x="940" y="145"/>
                  </a:cubicBezTo>
                  <a:cubicBezTo>
                    <a:pt x="808" y="48"/>
                    <a:pt x="659"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57"/>
            <p:cNvSpPr/>
            <p:nvPr/>
          </p:nvSpPr>
          <p:spPr>
            <a:xfrm>
              <a:off x="6053125" y="878950"/>
              <a:ext cx="57100" cy="44300"/>
            </a:xfrm>
            <a:custGeom>
              <a:avLst/>
              <a:gdLst/>
              <a:ahLst/>
              <a:cxnLst/>
              <a:rect l="l" t="t" r="r" b="b"/>
              <a:pathLst>
                <a:path w="2284" h="1772" extrusionOk="0">
                  <a:moveTo>
                    <a:pt x="1141" y="0"/>
                  </a:moveTo>
                  <a:cubicBezTo>
                    <a:pt x="3" y="0"/>
                    <a:pt x="1" y="1771"/>
                    <a:pt x="1142" y="1771"/>
                  </a:cubicBezTo>
                  <a:cubicBezTo>
                    <a:pt x="2282" y="1771"/>
                    <a:pt x="2283" y="0"/>
                    <a:pt x="1142" y="0"/>
                  </a:cubicBezTo>
                  <a:cubicBezTo>
                    <a:pt x="1141"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57"/>
            <p:cNvSpPr/>
            <p:nvPr/>
          </p:nvSpPr>
          <p:spPr>
            <a:xfrm>
              <a:off x="6070675" y="861250"/>
              <a:ext cx="24150" cy="31000"/>
            </a:xfrm>
            <a:custGeom>
              <a:avLst/>
              <a:gdLst/>
              <a:ahLst/>
              <a:cxnLst/>
              <a:rect l="l" t="t" r="r" b="b"/>
              <a:pathLst>
                <a:path w="966" h="1240" extrusionOk="0">
                  <a:moveTo>
                    <a:pt x="483" y="199"/>
                  </a:moveTo>
                  <a:cubicBezTo>
                    <a:pt x="637" y="199"/>
                    <a:pt x="767" y="392"/>
                    <a:pt x="767" y="620"/>
                  </a:cubicBezTo>
                  <a:cubicBezTo>
                    <a:pt x="767" y="849"/>
                    <a:pt x="637"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5" y="961"/>
                    <a:pt x="965" y="620"/>
                  </a:cubicBezTo>
                  <a:cubicBezTo>
                    <a:pt x="965"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57"/>
            <p:cNvSpPr/>
            <p:nvPr/>
          </p:nvSpPr>
          <p:spPr>
            <a:xfrm>
              <a:off x="6086875" y="873400"/>
              <a:ext cx="29600" cy="27100"/>
            </a:xfrm>
            <a:custGeom>
              <a:avLst/>
              <a:gdLst/>
              <a:ahLst/>
              <a:cxnLst/>
              <a:rect l="l" t="t" r="r" b="b"/>
              <a:pathLst>
                <a:path w="1184" h="1084" extrusionOk="0">
                  <a:moveTo>
                    <a:pt x="730" y="198"/>
                  </a:moveTo>
                  <a:cubicBezTo>
                    <a:pt x="812" y="198"/>
                    <a:pt x="879" y="225"/>
                    <a:pt x="919" y="276"/>
                  </a:cubicBezTo>
                  <a:cubicBezTo>
                    <a:pt x="963" y="330"/>
                    <a:pt x="975" y="409"/>
                    <a:pt x="953" y="495"/>
                  </a:cubicBezTo>
                  <a:cubicBezTo>
                    <a:pt x="927" y="592"/>
                    <a:pt x="863" y="687"/>
                    <a:pt x="770" y="762"/>
                  </a:cubicBezTo>
                  <a:cubicBezTo>
                    <a:pt x="678" y="836"/>
                    <a:pt x="572" y="880"/>
                    <a:pt x="472" y="884"/>
                  </a:cubicBezTo>
                  <a:cubicBezTo>
                    <a:pt x="465" y="885"/>
                    <a:pt x="458" y="885"/>
                    <a:pt x="450" y="885"/>
                  </a:cubicBezTo>
                  <a:cubicBezTo>
                    <a:pt x="369" y="885"/>
                    <a:pt x="304" y="858"/>
                    <a:pt x="265" y="807"/>
                  </a:cubicBezTo>
                  <a:cubicBezTo>
                    <a:pt x="221" y="753"/>
                    <a:pt x="209" y="674"/>
                    <a:pt x="231" y="588"/>
                  </a:cubicBezTo>
                  <a:cubicBezTo>
                    <a:pt x="257" y="491"/>
                    <a:pt x="321" y="396"/>
                    <a:pt x="413" y="321"/>
                  </a:cubicBezTo>
                  <a:cubicBezTo>
                    <a:pt x="505" y="247"/>
                    <a:pt x="612" y="203"/>
                    <a:pt x="712" y="199"/>
                  </a:cubicBezTo>
                  <a:cubicBezTo>
                    <a:pt x="718" y="199"/>
                    <a:pt x="724" y="198"/>
                    <a:pt x="730" y="198"/>
                  </a:cubicBezTo>
                  <a:close/>
                  <a:moveTo>
                    <a:pt x="732" y="0"/>
                  </a:moveTo>
                  <a:cubicBezTo>
                    <a:pt x="723" y="0"/>
                    <a:pt x="713" y="0"/>
                    <a:pt x="703" y="1"/>
                  </a:cubicBezTo>
                  <a:cubicBezTo>
                    <a:pt x="561" y="7"/>
                    <a:pt x="413" y="66"/>
                    <a:pt x="288" y="168"/>
                  </a:cubicBezTo>
                  <a:cubicBezTo>
                    <a:pt x="165" y="268"/>
                    <a:pt x="76" y="399"/>
                    <a:pt x="39" y="538"/>
                  </a:cubicBezTo>
                  <a:cubicBezTo>
                    <a:pt x="0" y="687"/>
                    <a:pt x="25" y="827"/>
                    <a:pt x="110" y="931"/>
                  </a:cubicBezTo>
                  <a:cubicBezTo>
                    <a:pt x="191" y="1030"/>
                    <a:pt x="311" y="1084"/>
                    <a:pt x="454" y="1084"/>
                  </a:cubicBezTo>
                  <a:cubicBezTo>
                    <a:pt x="463" y="1084"/>
                    <a:pt x="472" y="1082"/>
                    <a:pt x="481" y="1082"/>
                  </a:cubicBezTo>
                  <a:cubicBezTo>
                    <a:pt x="623" y="1076"/>
                    <a:pt x="770" y="1017"/>
                    <a:pt x="896" y="915"/>
                  </a:cubicBezTo>
                  <a:cubicBezTo>
                    <a:pt x="1019" y="815"/>
                    <a:pt x="1108" y="684"/>
                    <a:pt x="1144" y="545"/>
                  </a:cubicBezTo>
                  <a:cubicBezTo>
                    <a:pt x="1184" y="396"/>
                    <a:pt x="1159" y="256"/>
                    <a:pt x="1074" y="152"/>
                  </a:cubicBezTo>
                  <a:cubicBezTo>
                    <a:pt x="994" y="53"/>
                    <a:pt x="875"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57"/>
            <p:cNvSpPr/>
            <p:nvPr/>
          </p:nvSpPr>
          <p:spPr>
            <a:xfrm>
              <a:off x="6089125" y="895850"/>
              <a:ext cx="33075" cy="24450"/>
            </a:xfrm>
            <a:custGeom>
              <a:avLst/>
              <a:gdLst/>
              <a:ahLst/>
              <a:cxnLst/>
              <a:rect l="l" t="t" r="r" b="b"/>
              <a:pathLst>
                <a:path w="1323" h="978" extrusionOk="0">
                  <a:moveTo>
                    <a:pt x="594" y="198"/>
                  </a:moveTo>
                  <a:cubicBezTo>
                    <a:pt x="636" y="198"/>
                    <a:pt x="678" y="203"/>
                    <a:pt x="721" y="212"/>
                  </a:cubicBezTo>
                  <a:cubicBezTo>
                    <a:pt x="945" y="259"/>
                    <a:pt x="1107" y="425"/>
                    <a:pt x="1074" y="577"/>
                  </a:cubicBezTo>
                  <a:cubicBezTo>
                    <a:pt x="1048" y="699"/>
                    <a:pt x="900" y="779"/>
                    <a:pt x="724" y="779"/>
                  </a:cubicBezTo>
                  <a:cubicBezTo>
                    <a:pt x="684" y="779"/>
                    <a:pt x="643" y="775"/>
                    <a:pt x="602" y="767"/>
                  </a:cubicBezTo>
                  <a:cubicBezTo>
                    <a:pt x="379" y="719"/>
                    <a:pt x="218" y="552"/>
                    <a:pt x="249" y="401"/>
                  </a:cubicBezTo>
                  <a:cubicBezTo>
                    <a:pt x="264" y="333"/>
                    <a:pt x="317" y="274"/>
                    <a:pt x="399" y="238"/>
                  </a:cubicBezTo>
                  <a:cubicBezTo>
                    <a:pt x="457" y="211"/>
                    <a:pt x="524" y="198"/>
                    <a:pt x="594" y="198"/>
                  </a:cubicBezTo>
                  <a:close/>
                  <a:moveTo>
                    <a:pt x="596" y="0"/>
                  </a:moveTo>
                  <a:cubicBezTo>
                    <a:pt x="497" y="0"/>
                    <a:pt x="401" y="19"/>
                    <a:pt x="317" y="58"/>
                  </a:cubicBezTo>
                  <a:cubicBezTo>
                    <a:pt x="176" y="120"/>
                    <a:pt x="84" y="229"/>
                    <a:pt x="56" y="360"/>
                  </a:cubicBezTo>
                  <a:cubicBezTo>
                    <a:pt x="0" y="620"/>
                    <a:pt x="227" y="889"/>
                    <a:pt x="562" y="960"/>
                  </a:cubicBezTo>
                  <a:cubicBezTo>
                    <a:pt x="617" y="971"/>
                    <a:pt x="671" y="978"/>
                    <a:pt x="725" y="978"/>
                  </a:cubicBezTo>
                  <a:cubicBezTo>
                    <a:pt x="993" y="978"/>
                    <a:pt x="1223" y="835"/>
                    <a:pt x="1268" y="617"/>
                  </a:cubicBezTo>
                  <a:cubicBezTo>
                    <a:pt x="1323" y="358"/>
                    <a:pt x="1096" y="89"/>
                    <a:pt x="761" y="17"/>
                  </a:cubicBezTo>
                  <a:cubicBezTo>
                    <a:pt x="706"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57"/>
            <p:cNvSpPr/>
            <p:nvPr/>
          </p:nvSpPr>
          <p:spPr>
            <a:xfrm>
              <a:off x="6077125" y="909600"/>
              <a:ext cx="29250" cy="29725"/>
            </a:xfrm>
            <a:custGeom>
              <a:avLst/>
              <a:gdLst/>
              <a:ahLst/>
              <a:cxnLst/>
              <a:rect l="l" t="t" r="r" b="b"/>
              <a:pathLst>
                <a:path w="1170" h="1189" extrusionOk="0">
                  <a:moveTo>
                    <a:pt x="483" y="198"/>
                  </a:moveTo>
                  <a:cubicBezTo>
                    <a:pt x="608" y="198"/>
                    <a:pt x="755" y="303"/>
                    <a:pt x="839" y="466"/>
                  </a:cubicBezTo>
                  <a:cubicBezTo>
                    <a:pt x="942" y="669"/>
                    <a:pt x="914" y="901"/>
                    <a:pt x="777" y="970"/>
                  </a:cubicBezTo>
                  <a:cubicBezTo>
                    <a:pt x="750" y="984"/>
                    <a:pt x="720" y="991"/>
                    <a:pt x="688" y="991"/>
                  </a:cubicBezTo>
                  <a:cubicBezTo>
                    <a:pt x="563" y="991"/>
                    <a:pt x="416" y="887"/>
                    <a:pt x="333" y="724"/>
                  </a:cubicBezTo>
                  <a:cubicBezTo>
                    <a:pt x="229" y="520"/>
                    <a:pt x="257" y="288"/>
                    <a:pt x="394" y="219"/>
                  </a:cubicBezTo>
                  <a:cubicBezTo>
                    <a:pt x="422" y="205"/>
                    <a:pt x="452" y="198"/>
                    <a:pt x="483" y="198"/>
                  </a:cubicBezTo>
                  <a:close/>
                  <a:moveTo>
                    <a:pt x="481" y="1"/>
                  </a:moveTo>
                  <a:cubicBezTo>
                    <a:pt x="420" y="1"/>
                    <a:pt x="360" y="14"/>
                    <a:pt x="304" y="42"/>
                  </a:cubicBezTo>
                  <a:cubicBezTo>
                    <a:pt x="67" y="163"/>
                    <a:pt x="1" y="509"/>
                    <a:pt x="156" y="814"/>
                  </a:cubicBezTo>
                  <a:cubicBezTo>
                    <a:pt x="276" y="1047"/>
                    <a:pt x="489" y="1189"/>
                    <a:pt x="690" y="1189"/>
                  </a:cubicBezTo>
                  <a:cubicBezTo>
                    <a:pt x="751" y="1189"/>
                    <a:pt x="811" y="1176"/>
                    <a:pt x="867" y="1147"/>
                  </a:cubicBezTo>
                  <a:cubicBezTo>
                    <a:pt x="1103" y="1026"/>
                    <a:pt x="1170" y="681"/>
                    <a:pt x="1015" y="376"/>
                  </a:cubicBezTo>
                  <a:cubicBezTo>
                    <a:pt x="896" y="143"/>
                    <a:pt x="681"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57"/>
            <p:cNvSpPr/>
            <p:nvPr/>
          </p:nvSpPr>
          <p:spPr>
            <a:xfrm>
              <a:off x="6055800" y="909000"/>
              <a:ext cx="27575" cy="29975"/>
            </a:xfrm>
            <a:custGeom>
              <a:avLst/>
              <a:gdLst/>
              <a:ahLst/>
              <a:cxnLst/>
              <a:rect l="l" t="t" r="r" b="b"/>
              <a:pathLst>
                <a:path w="1103" h="1199" extrusionOk="0">
                  <a:moveTo>
                    <a:pt x="673" y="198"/>
                  </a:moveTo>
                  <a:cubicBezTo>
                    <a:pt x="700" y="198"/>
                    <a:pt x="726" y="203"/>
                    <a:pt x="751" y="213"/>
                  </a:cubicBezTo>
                  <a:cubicBezTo>
                    <a:pt x="815" y="242"/>
                    <a:pt x="860" y="306"/>
                    <a:pt x="879" y="395"/>
                  </a:cubicBezTo>
                  <a:cubicBezTo>
                    <a:pt x="901" y="492"/>
                    <a:pt x="886" y="607"/>
                    <a:pt x="838" y="715"/>
                  </a:cubicBezTo>
                  <a:cubicBezTo>
                    <a:pt x="762" y="887"/>
                    <a:pt x="614" y="1001"/>
                    <a:pt x="486" y="1001"/>
                  </a:cubicBezTo>
                  <a:cubicBezTo>
                    <a:pt x="458" y="1001"/>
                    <a:pt x="432" y="996"/>
                    <a:pt x="407" y="985"/>
                  </a:cubicBezTo>
                  <a:cubicBezTo>
                    <a:pt x="267" y="922"/>
                    <a:pt x="227" y="693"/>
                    <a:pt x="320" y="484"/>
                  </a:cubicBezTo>
                  <a:cubicBezTo>
                    <a:pt x="396" y="312"/>
                    <a:pt x="544" y="198"/>
                    <a:pt x="673" y="198"/>
                  </a:cubicBezTo>
                  <a:close/>
                  <a:moveTo>
                    <a:pt x="673" y="0"/>
                  </a:moveTo>
                  <a:cubicBezTo>
                    <a:pt x="467" y="0"/>
                    <a:pt x="249" y="156"/>
                    <a:pt x="138" y="404"/>
                  </a:cubicBezTo>
                  <a:cubicBezTo>
                    <a:pt x="0" y="716"/>
                    <a:pt x="84" y="1058"/>
                    <a:pt x="327" y="1166"/>
                  </a:cubicBezTo>
                  <a:cubicBezTo>
                    <a:pt x="377" y="1188"/>
                    <a:pt x="430" y="1198"/>
                    <a:pt x="484" y="1198"/>
                  </a:cubicBezTo>
                  <a:cubicBezTo>
                    <a:pt x="691" y="1198"/>
                    <a:pt x="909" y="1042"/>
                    <a:pt x="1019" y="795"/>
                  </a:cubicBezTo>
                  <a:cubicBezTo>
                    <a:pt x="1084" y="649"/>
                    <a:pt x="1103" y="491"/>
                    <a:pt x="1073" y="352"/>
                  </a:cubicBezTo>
                  <a:cubicBezTo>
                    <a:pt x="1040" y="200"/>
                    <a:pt x="954" y="87"/>
                    <a:pt x="830" y="34"/>
                  </a:cubicBezTo>
                  <a:cubicBezTo>
                    <a:pt x="780" y="11"/>
                    <a:pt x="727" y="0"/>
                    <a:pt x="6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57"/>
            <p:cNvSpPr/>
            <p:nvPr/>
          </p:nvSpPr>
          <p:spPr>
            <a:xfrm>
              <a:off x="6041275" y="894650"/>
              <a:ext cx="32525" cy="24650"/>
            </a:xfrm>
            <a:custGeom>
              <a:avLst/>
              <a:gdLst/>
              <a:ahLst/>
              <a:cxnLst/>
              <a:rect l="l" t="t" r="r" b="b"/>
              <a:pathLst>
                <a:path w="1301" h="986" extrusionOk="0">
                  <a:moveTo>
                    <a:pt x="713" y="199"/>
                  </a:moveTo>
                  <a:cubicBezTo>
                    <a:pt x="874" y="199"/>
                    <a:pt x="1010" y="270"/>
                    <a:pt x="1041" y="383"/>
                  </a:cubicBezTo>
                  <a:cubicBezTo>
                    <a:pt x="1080" y="532"/>
                    <a:pt x="928" y="708"/>
                    <a:pt x="706" y="767"/>
                  </a:cubicBezTo>
                  <a:cubicBezTo>
                    <a:pt x="655" y="781"/>
                    <a:pt x="604" y="788"/>
                    <a:pt x="554" y="788"/>
                  </a:cubicBezTo>
                  <a:cubicBezTo>
                    <a:pt x="494" y="788"/>
                    <a:pt x="436" y="777"/>
                    <a:pt x="385" y="757"/>
                  </a:cubicBezTo>
                  <a:cubicBezTo>
                    <a:pt x="301" y="725"/>
                    <a:pt x="245" y="670"/>
                    <a:pt x="227" y="602"/>
                  </a:cubicBezTo>
                  <a:cubicBezTo>
                    <a:pt x="209" y="535"/>
                    <a:pt x="229" y="459"/>
                    <a:pt x="286" y="389"/>
                  </a:cubicBezTo>
                  <a:cubicBezTo>
                    <a:pt x="348" y="310"/>
                    <a:pt x="446" y="249"/>
                    <a:pt x="560" y="219"/>
                  </a:cubicBezTo>
                  <a:cubicBezTo>
                    <a:pt x="612" y="205"/>
                    <a:pt x="663" y="199"/>
                    <a:pt x="713" y="199"/>
                  </a:cubicBezTo>
                  <a:close/>
                  <a:moveTo>
                    <a:pt x="710" y="1"/>
                  </a:moveTo>
                  <a:cubicBezTo>
                    <a:pt x="644" y="1"/>
                    <a:pt x="576" y="9"/>
                    <a:pt x="508" y="28"/>
                  </a:cubicBezTo>
                  <a:cubicBezTo>
                    <a:pt x="355" y="69"/>
                    <a:pt x="220" y="154"/>
                    <a:pt x="130" y="265"/>
                  </a:cubicBezTo>
                  <a:cubicBezTo>
                    <a:pt x="34" y="386"/>
                    <a:pt x="0" y="524"/>
                    <a:pt x="35" y="653"/>
                  </a:cubicBezTo>
                  <a:cubicBezTo>
                    <a:pt x="71" y="783"/>
                    <a:pt x="168" y="886"/>
                    <a:pt x="312" y="942"/>
                  </a:cubicBezTo>
                  <a:cubicBezTo>
                    <a:pt x="386" y="971"/>
                    <a:pt x="469" y="985"/>
                    <a:pt x="554" y="985"/>
                  </a:cubicBezTo>
                  <a:cubicBezTo>
                    <a:pt x="622" y="985"/>
                    <a:pt x="691" y="976"/>
                    <a:pt x="759" y="958"/>
                  </a:cubicBezTo>
                  <a:cubicBezTo>
                    <a:pt x="1088" y="869"/>
                    <a:pt x="1301" y="589"/>
                    <a:pt x="1232" y="333"/>
                  </a:cubicBezTo>
                  <a:cubicBezTo>
                    <a:pt x="1178" y="129"/>
                    <a:pt x="962" y="1"/>
                    <a:pt x="7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57"/>
            <p:cNvSpPr/>
            <p:nvPr/>
          </p:nvSpPr>
          <p:spPr>
            <a:xfrm>
              <a:off x="6047100" y="872700"/>
              <a:ext cx="31400" cy="26725"/>
            </a:xfrm>
            <a:custGeom>
              <a:avLst/>
              <a:gdLst/>
              <a:ahLst/>
              <a:cxnLst/>
              <a:rect l="l" t="t" r="r" b="b"/>
              <a:pathLst>
                <a:path w="1256" h="1069" extrusionOk="0">
                  <a:moveTo>
                    <a:pt x="463" y="198"/>
                  </a:moveTo>
                  <a:cubicBezTo>
                    <a:pt x="563" y="198"/>
                    <a:pt x="670" y="236"/>
                    <a:pt x="765" y="305"/>
                  </a:cubicBezTo>
                  <a:cubicBezTo>
                    <a:pt x="950" y="439"/>
                    <a:pt x="1030" y="657"/>
                    <a:pt x="940" y="782"/>
                  </a:cubicBezTo>
                  <a:cubicBezTo>
                    <a:pt x="898" y="838"/>
                    <a:pt x="827" y="871"/>
                    <a:pt x="737" y="871"/>
                  </a:cubicBezTo>
                  <a:cubicBezTo>
                    <a:pt x="643" y="864"/>
                    <a:pt x="527" y="833"/>
                    <a:pt x="432" y="764"/>
                  </a:cubicBezTo>
                  <a:cubicBezTo>
                    <a:pt x="337" y="695"/>
                    <a:pt x="266" y="603"/>
                    <a:pt x="236" y="507"/>
                  </a:cubicBezTo>
                  <a:cubicBezTo>
                    <a:pt x="209" y="421"/>
                    <a:pt x="215" y="343"/>
                    <a:pt x="257" y="287"/>
                  </a:cubicBezTo>
                  <a:cubicBezTo>
                    <a:pt x="299" y="229"/>
                    <a:pt x="370" y="198"/>
                    <a:pt x="460" y="198"/>
                  </a:cubicBezTo>
                  <a:close/>
                  <a:moveTo>
                    <a:pt x="459" y="0"/>
                  </a:moveTo>
                  <a:cubicBezTo>
                    <a:pt x="304" y="0"/>
                    <a:pt x="176" y="61"/>
                    <a:pt x="97" y="169"/>
                  </a:cubicBezTo>
                  <a:cubicBezTo>
                    <a:pt x="17" y="279"/>
                    <a:pt x="0" y="420"/>
                    <a:pt x="47" y="567"/>
                  </a:cubicBezTo>
                  <a:cubicBezTo>
                    <a:pt x="90" y="702"/>
                    <a:pt x="185" y="830"/>
                    <a:pt x="316" y="924"/>
                  </a:cubicBezTo>
                  <a:cubicBezTo>
                    <a:pt x="443" y="1016"/>
                    <a:pt x="592" y="1069"/>
                    <a:pt x="734" y="1069"/>
                  </a:cubicBezTo>
                  <a:lnTo>
                    <a:pt x="738" y="1069"/>
                  </a:lnTo>
                  <a:cubicBezTo>
                    <a:pt x="892" y="1067"/>
                    <a:pt x="1021" y="1007"/>
                    <a:pt x="1100" y="898"/>
                  </a:cubicBezTo>
                  <a:cubicBezTo>
                    <a:pt x="1255" y="683"/>
                    <a:pt x="1157" y="345"/>
                    <a:pt x="881" y="145"/>
                  </a:cubicBezTo>
                  <a:cubicBezTo>
                    <a:pt x="752" y="50"/>
                    <a:pt x="608" y="1"/>
                    <a:pt x="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57"/>
            <p:cNvSpPr/>
            <p:nvPr/>
          </p:nvSpPr>
          <p:spPr>
            <a:xfrm>
              <a:off x="6146075"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57"/>
            <p:cNvSpPr/>
            <p:nvPr/>
          </p:nvSpPr>
          <p:spPr>
            <a:xfrm>
              <a:off x="6163625" y="861250"/>
              <a:ext cx="24100" cy="31000"/>
            </a:xfrm>
            <a:custGeom>
              <a:avLst/>
              <a:gdLst/>
              <a:ahLst/>
              <a:cxnLst/>
              <a:rect l="l" t="t" r="r" b="b"/>
              <a:pathLst>
                <a:path w="964" h="1240" extrusionOk="0">
                  <a:moveTo>
                    <a:pt x="482" y="199"/>
                  </a:moveTo>
                  <a:cubicBezTo>
                    <a:pt x="636" y="199"/>
                    <a:pt x="765" y="392"/>
                    <a:pt x="765" y="620"/>
                  </a:cubicBezTo>
                  <a:cubicBezTo>
                    <a:pt x="765" y="849"/>
                    <a:pt x="636" y="1042"/>
                    <a:pt x="482" y="1042"/>
                  </a:cubicBezTo>
                  <a:cubicBezTo>
                    <a:pt x="329" y="1042"/>
                    <a:pt x="198" y="849"/>
                    <a:pt x="198" y="620"/>
                  </a:cubicBezTo>
                  <a:cubicBezTo>
                    <a:pt x="198" y="392"/>
                    <a:pt x="327" y="199"/>
                    <a:pt x="482" y="199"/>
                  </a:cubicBezTo>
                  <a:close/>
                  <a:moveTo>
                    <a:pt x="482" y="1"/>
                  </a:moveTo>
                  <a:cubicBezTo>
                    <a:pt x="217" y="1"/>
                    <a:pt x="0" y="278"/>
                    <a:pt x="0" y="620"/>
                  </a:cubicBezTo>
                  <a:cubicBezTo>
                    <a:pt x="0" y="961"/>
                    <a:pt x="217" y="1240"/>
                    <a:pt x="482" y="1240"/>
                  </a:cubicBezTo>
                  <a:cubicBezTo>
                    <a:pt x="747" y="1240"/>
                    <a:pt x="963" y="961"/>
                    <a:pt x="963" y="620"/>
                  </a:cubicBezTo>
                  <a:cubicBezTo>
                    <a:pt x="963" y="278"/>
                    <a:pt x="747"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57"/>
            <p:cNvSpPr/>
            <p:nvPr/>
          </p:nvSpPr>
          <p:spPr>
            <a:xfrm>
              <a:off x="6179800" y="873400"/>
              <a:ext cx="29625" cy="27100"/>
            </a:xfrm>
            <a:custGeom>
              <a:avLst/>
              <a:gdLst/>
              <a:ahLst/>
              <a:cxnLst/>
              <a:rect l="l" t="t" r="r" b="b"/>
              <a:pathLst>
                <a:path w="1185" h="1084" extrusionOk="0">
                  <a:moveTo>
                    <a:pt x="731" y="198"/>
                  </a:moveTo>
                  <a:cubicBezTo>
                    <a:pt x="811" y="198"/>
                    <a:pt x="879" y="225"/>
                    <a:pt x="920" y="276"/>
                  </a:cubicBezTo>
                  <a:cubicBezTo>
                    <a:pt x="964" y="330"/>
                    <a:pt x="976" y="409"/>
                    <a:pt x="952" y="495"/>
                  </a:cubicBezTo>
                  <a:cubicBezTo>
                    <a:pt x="927" y="592"/>
                    <a:pt x="862" y="687"/>
                    <a:pt x="771" y="762"/>
                  </a:cubicBezTo>
                  <a:cubicBezTo>
                    <a:pt x="679" y="836"/>
                    <a:pt x="573" y="880"/>
                    <a:pt x="471" y="884"/>
                  </a:cubicBezTo>
                  <a:cubicBezTo>
                    <a:pt x="464" y="885"/>
                    <a:pt x="457" y="885"/>
                    <a:pt x="450" y="885"/>
                  </a:cubicBezTo>
                  <a:cubicBezTo>
                    <a:pt x="369" y="885"/>
                    <a:pt x="305" y="858"/>
                    <a:pt x="264" y="807"/>
                  </a:cubicBezTo>
                  <a:cubicBezTo>
                    <a:pt x="220" y="753"/>
                    <a:pt x="208" y="674"/>
                    <a:pt x="232" y="588"/>
                  </a:cubicBezTo>
                  <a:cubicBezTo>
                    <a:pt x="256" y="491"/>
                    <a:pt x="321" y="396"/>
                    <a:pt x="414" y="321"/>
                  </a:cubicBezTo>
                  <a:cubicBezTo>
                    <a:pt x="505" y="247"/>
                    <a:pt x="611" y="203"/>
                    <a:pt x="712" y="199"/>
                  </a:cubicBezTo>
                  <a:cubicBezTo>
                    <a:pt x="719" y="199"/>
                    <a:pt x="724" y="198"/>
                    <a:pt x="731" y="198"/>
                  </a:cubicBezTo>
                  <a:close/>
                  <a:moveTo>
                    <a:pt x="733" y="0"/>
                  </a:moveTo>
                  <a:cubicBezTo>
                    <a:pt x="723" y="0"/>
                    <a:pt x="713" y="0"/>
                    <a:pt x="703" y="1"/>
                  </a:cubicBezTo>
                  <a:cubicBezTo>
                    <a:pt x="560" y="7"/>
                    <a:pt x="414" y="66"/>
                    <a:pt x="289" y="168"/>
                  </a:cubicBezTo>
                  <a:cubicBezTo>
                    <a:pt x="165" y="268"/>
                    <a:pt x="77" y="399"/>
                    <a:pt x="40" y="538"/>
                  </a:cubicBezTo>
                  <a:cubicBezTo>
                    <a:pt x="1" y="687"/>
                    <a:pt x="26" y="827"/>
                    <a:pt x="110" y="931"/>
                  </a:cubicBezTo>
                  <a:cubicBezTo>
                    <a:pt x="190" y="1030"/>
                    <a:pt x="311" y="1084"/>
                    <a:pt x="453" y="1084"/>
                  </a:cubicBezTo>
                  <a:cubicBezTo>
                    <a:pt x="462" y="1084"/>
                    <a:pt x="471" y="1082"/>
                    <a:pt x="480" y="1082"/>
                  </a:cubicBezTo>
                  <a:cubicBezTo>
                    <a:pt x="624" y="1076"/>
                    <a:pt x="771" y="1017"/>
                    <a:pt x="895" y="915"/>
                  </a:cubicBezTo>
                  <a:cubicBezTo>
                    <a:pt x="1020" y="815"/>
                    <a:pt x="1109" y="684"/>
                    <a:pt x="1145" y="545"/>
                  </a:cubicBezTo>
                  <a:cubicBezTo>
                    <a:pt x="1184" y="396"/>
                    <a:pt x="1158" y="256"/>
                    <a:pt x="1073" y="152"/>
                  </a:cubicBezTo>
                  <a:cubicBezTo>
                    <a:pt x="994" y="53"/>
                    <a:pt x="875" y="0"/>
                    <a:pt x="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57"/>
            <p:cNvSpPr/>
            <p:nvPr/>
          </p:nvSpPr>
          <p:spPr>
            <a:xfrm>
              <a:off x="6182050" y="895850"/>
              <a:ext cx="33100" cy="24450"/>
            </a:xfrm>
            <a:custGeom>
              <a:avLst/>
              <a:gdLst/>
              <a:ahLst/>
              <a:cxnLst/>
              <a:rect l="l" t="t" r="r" b="b"/>
              <a:pathLst>
                <a:path w="1324" h="978" extrusionOk="0">
                  <a:moveTo>
                    <a:pt x="595" y="198"/>
                  </a:moveTo>
                  <a:cubicBezTo>
                    <a:pt x="636" y="198"/>
                    <a:pt x="679" y="203"/>
                    <a:pt x="721" y="212"/>
                  </a:cubicBezTo>
                  <a:cubicBezTo>
                    <a:pt x="944" y="259"/>
                    <a:pt x="1106" y="425"/>
                    <a:pt x="1075" y="577"/>
                  </a:cubicBezTo>
                  <a:cubicBezTo>
                    <a:pt x="1048" y="699"/>
                    <a:pt x="900" y="779"/>
                    <a:pt x="724" y="779"/>
                  </a:cubicBezTo>
                  <a:cubicBezTo>
                    <a:pt x="685" y="779"/>
                    <a:pt x="644" y="775"/>
                    <a:pt x="603" y="767"/>
                  </a:cubicBezTo>
                  <a:cubicBezTo>
                    <a:pt x="379" y="719"/>
                    <a:pt x="217" y="552"/>
                    <a:pt x="250" y="401"/>
                  </a:cubicBezTo>
                  <a:cubicBezTo>
                    <a:pt x="264" y="333"/>
                    <a:pt x="316" y="274"/>
                    <a:pt x="398" y="238"/>
                  </a:cubicBezTo>
                  <a:cubicBezTo>
                    <a:pt x="457" y="211"/>
                    <a:pt x="524" y="198"/>
                    <a:pt x="595" y="198"/>
                  </a:cubicBezTo>
                  <a:close/>
                  <a:moveTo>
                    <a:pt x="596" y="0"/>
                  </a:moveTo>
                  <a:cubicBezTo>
                    <a:pt x="497" y="0"/>
                    <a:pt x="401" y="19"/>
                    <a:pt x="317" y="58"/>
                  </a:cubicBezTo>
                  <a:cubicBezTo>
                    <a:pt x="177" y="120"/>
                    <a:pt x="84" y="229"/>
                    <a:pt x="56" y="360"/>
                  </a:cubicBezTo>
                  <a:cubicBezTo>
                    <a:pt x="1" y="620"/>
                    <a:pt x="228" y="889"/>
                    <a:pt x="561" y="960"/>
                  </a:cubicBezTo>
                  <a:cubicBezTo>
                    <a:pt x="617" y="971"/>
                    <a:pt x="672" y="978"/>
                    <a:pt x="725" y="978"/>
                  </a:cubicBezTo>
                  <a:cubicBezTo>
                    <a:pt x="994" y="978"/>
                    <a:pt x="1222" y="835"/>
                    <a:pt x="1269" y="617"/>
                  </a:cubicBezTo>
                  <a:cubicBezTo>
                    <a:pt x="1323" y="358"/>
                    <a:pt x="1097" y="89"/>
                    <a:pt x="762" y="17"/>
                  </a:cubicBezTo>
                  <a:cubicBezTo>
                    <a:pt x="706"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57"/>
            <p:cNvSpPr/>
            <p:nvPr/>
          </p:nvSpPr>
          <p:spPr>
            <a:xfrm>
              <a:off x="6170075" y="909600"/>
              <a:ext cx="29250" cy="29725"/>
            </a:xfrm>
            <a:custGeom>
              <a:avLst/>
              <a:gdLst/>
              <a:ahLst/>
              <a:cxnLst/>
              <a:rect l="l" t="t" r="r" b="b"/>
              <a:pathLst>
                <a:path w="1170" h="1189" extrusionOk="0">
                  <a:moveTo>
                    <a:pt x="483" y="198"/>
                  </a:moveTo>
                  <a:cubicBezTo>
                    <a:pt x="608" y="198"/>
                    <a:pt x="755" y="303"/>
                    <a:pt x="837" y="466"/>
                  </a:cubicBezTo>
                  <a:cubicBezTo>
                    <a:pt x="941" y="669"/>
                    <a:pt x="912" y="901"/>
                    <a:pt x="776" y="970"/>
                  </a:cubicBezTo>
                  <a:cubicBezTo>
                    <a:pt x="748" y="984"/>
                    <a:pt x="718" y="991"/>
                    <a:pt x="686" y="991"/>
                  </a:cubicBezTo>
                  <a:cubicBezTo>
                    <a:pt x="561" y="991"/>
                    <a:pt x="414" y="887"/>
                    <a:pt x="331" y="724"/>
                  </a:cubicBezTo>
                  <a:cubicBezTo>
                    <a:pt x="228" y="520"/>
                    <a:pt x="256" y="288"/>
                    <a:pt x="394" y="219"/>
                  </a:cubicBezTo>
                  <a:cubicBezTo>
                    <a:pt x="421" y="205"/>
                    <a:pt x="451" y="198"/>
                    <a:pt x="483" y="198"/>
                  </a:cubicBezTo>
                  <a:close/>
                  <a:moveTo>
                    <a:pt x="479" y="1"/>
                  </a:moveTo>
                  <a:cubicBezTo>
                    <a:pt x="418" y="1"/>
                    <a:pt x="358" y="14"/>
                    <a:pt x="303" y="42"/>
                  </a:cubicBezTo>
                  <a:cubicBezTo>
                    <a:pt x="67" y="163"/>
                    <a:pt x="0" y="509"/>
                    <a:pt x="155" y="814"/>
                  </a:cubicBezTo>
                  <a:cubicBezTo>
                    <a:pt x="274" y="1047"/>
                    <a:pt x="489" y="1189"/>
                    <a:pt x="688" y="1189"/>
                  </a:cubicBezTo>
                  <a:cubicBezTo>
                    <a:pt x="751" y="1189"/>
                    <a:pt x="811" y="1176"/>
                    <a:pt x="866" y="1147"/>
                  </a:cubicBezTo>
                  <a:cubicBezTo>
                    <a:pt x="1103" y="1026"/>
                    <a:pt x="1169" y="681"/>
                    <a:pt x="1014" y="376"/>
                  </a:cubicBezTo>
                  <a:cubicBezTo>
                    <a:pt x="895" y="143"/>
                    <a:pt x="680" y="1"/>
                    <a:pt x="4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57"/>
            <p:cNvSpPr/>
            <p:nvPr/>
          </p:nvSpPr>
          <p:spPr>
            <a:xfrm>
              <a:off x="6148700" y="909000"/>
              <a:ext cx="27625" cy="29975"/>
            </a:xfrm>
            <a:custGeom>
              <a:avLst/>
              <a:gdLst/>
              <a:ahLst/>
              <a:cxnLst/>
              <a:rect l="l" t="t" r="r" b="b"/>
              <a:pathLst>
                <a:path w="1105" h="1199" extrusionOk="0">
                  <a:moveTo>
                    <a:pt x="674" y="198"/>
                  </a:moveTo>
                  <a:cubicBezTo>
                    <a:pt x="701" y="198"/>
                    <a:pt x="727" y="203"/>
                    <a:pt x="751" y="213"/>
                  </a:cubicBezTo>
                  <a:cubicBezTo>
                    <a:pt x="815" y="242"/>
                    <a:pt x="861" y="306"/>
                    <a:pt x="880" y="395"/>
                  </a:cubicBezTo>
                  <a:cubicBezTo>
                    <a:pt x="902" y="492"/>
                    <a:pt x="887" y="607"/>
                    <a:pt x="840" y="715"/>
                  </a:cubicBezTo>
                  <a:cubicBezTo>
                    <a:pt x="762" y="887"/>
                    <a:pt x="614" y="1001"/>
                    <a:pt x="487" y="1001"/>
                  </a:cubicBezTo>
                  <a:cubicBezTo>
                    <a:pt x="459" y="1001"/>
                    <a:pt x="433" y="996"/>
                    <a:pt x="408" y="985"/>
                  </a:cubicBezTo>
                  <a:cubicBezTo>
                    <a:pt x="268" y="922"/>
                    <a:pt x="227" y="693"/>
                    <a:pt x="321" y="484"/>
                  </a:cubicBezTo>
                  <a:cubicBezTo>
                    <a:pt x="398" y="312"/>
                    <a:pt x="545" y="198"/>
                    <a:pt x="674" y="198"/>
                  </a:cubicBezTo>
                  <a:close/>
                  <a:moveTo>
                    <a:pt x="674" y="0"/>
                  </a:moveTo>
                  <a:cubicBezTo>
                    <a:pt x="468" y="0"/>
                    <a:pt x="249" y="156"/>
                    <a:pt x="140" y="404"/>
                  </a:cubicBezTo>
                  <a:cubicBezTo>
                    <a:pt x="1" y="716"/>
                    <a:pt x="85" y="1058"/>
                    <a:pt x="328" y="1166"/>
                  </a:cubicBezTo>
                  <a:cubicBezTo>
                    <a:pt x="378" y="1188"/>
                    <a:pt x="432" y="1198"/>
                    <a:pt x="485" y="1198"/>
                  </a:cubicBezTo>
                  <a:cubicBezTo>
                    <a:pt x="692" y="1198"/>
                    <a:pt x="910" y="1042"/>
                    <a:pt x="1020" y="795"/>
                  </a:cubicBezTo>
                  <a:cubicBezTo>
                    <a:pt x="1085" y="649"/>
                    <a:pt x="1104" y="491"/>
                    <a:pt x="1074" y="352"/>
                  </a:cubicBezTo>
                  <a:cubicBezTo>
                    <a:pt x="1040" y="200"/>
                    <a:pt x="954" y="87"/>
                    <a:pt x="832" y="34"/>
                  </a:cubicBezTo>
                  <a:cubicBezTo>
                    <a:pt x="782" y="11"/>
                    <a:pt x="728" y="0"/>
                    <a:pt x="6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57"/>
            <p:cNvSpPr/>
            <p:nvPr/>
          </p:nvSpPr>
          <p:spPr>
            <a:xfrm>
              <a:off x="6134200" y="894650"/>
              <a:ext cx="32550" cy="24650"/>
            </a:xfrm>
            <a:custGeom>
              <a:avLst/>
              <a:gdLst/>
              <a:ahLst/>
              <a:cxnLst/>
              <a:rect l="l" t="t" r="r" b="b"/>
              <a:pathLst>
                <a:path w="1302" h="986" extrusionOk="0">
                  <a:moveTo>
                    <a:pt x="713" y="199"/>
                  </a:moveTo>
                  <a:cubicBezTo>
                    <a:pt x="874" y="199"/>
                    <a:pt x="1011" y="270"/>
                    <a:pt x="1041" y="383"/>
                  </a:cubicBezTo>
                  <a:cubicBezTo>
                    <a:pt x="1081" y="532"/>
                    <a:pt x="927" y="708"/>
                    <a:pt x="707" y="767"/>
                  </a:cubicBezTo>
                  <a:cubicBezTo>
                    <a:pt x="656" y="781"/>
                    <a:pt x="604" y="788"/>
                    <a:pt x="554" y="788"/>
                  </a:cubicBezTo>
                  <a:cubicBezTo>
                    <a:pt x="494" y="788"/>
                    <a:pt x="436" y="777"/>
                    <a:pt x="384" y="757"/>
                  </a:cubicBezTo>
                  <a:cubicBezTo>
                    <a:pt x="300" y="725"/>
                    <a:pt x="244" y="670"/>
                    <a:pt x="226" y="602"/>
                  </a:cubicBezTo>
                  <a:cubicBezTo>
                    <a:pt x="208" y="535"/>
                    <a:pt x="229" y="459"/>
                    <a:pt x="285" y="389"/>
                  </a:cubicBezTo>
                  <a:cubicBezTo>
                    <a:pt x="349" y="310"/>
                    <a:pt x="446" y="249"/>
                    <a:pt x="560" y="219"/>
                  </a:cubicBezTo>
                  <a:cubicBezTo>
                    <a:pt x="611" y="205"/>
                    <a:pt x="663" y="199"/>
                    <a:pt x="713" y="199"/>
                  </a:cubicBezTo>
                  <a:close/>
                  <a:moveTo>
                    <a:pt x="710" y="1"/>
                  </a:moveTo>
                  <a:cubicBezTo>
                    <a:pt x="645" y="1"/>
                    <a:pt x="577" y="9"/>
                    <a:pt x="509" y="28"/>
                  </a:cubicBezTo>
                  <a:cubicBezTo>
                    <a:pt x="354" y="69"/>
                    <a:pt x="220" y="154"/>
                    <a:pt x="131" y="265"/>
                  </a:cubicBezTo>
                  <a:cubicBezTo>
                    <a:pt x="35" y="386"/>
                    <a:pt x="1" y="524"/>
                    <a:pt x="35" y="653"/>
                  </a:cubicBezTo>
                  <a:cubicBezTo>
                    <a:pt x="70" y="783"/>
                    <a:pt x="169" y="886"/>
                    <a:pt x="312" y="942"/>
                  </a:cubicBezTo>
                  <a:cubicBezTo>
                    <a:pt x="386" y="971"/>
                    <a:pt x="468" y="985"/>
                    <a:pt x="554" y="985"/>
                  </a:cubicBezTo>
                  <a:cubicBezTo>
                    <a:pt x="621" y="985"/>
                    <a:pt x="690" y="976"/>
                    <a:pt x="758" y="958"/>
                  </a:cubicBezTo>
                  <a:cubicBezTo>
                    <a:pt x="1089" y="869"/>
                    <a:pt x="1301" y="589"/>
                    <a:pt x="1232" y="333"/>
                  </a:cubicBezTo>
                  <a:cubicBezTo>
                    <a:pt x="1177" y="129"/>
                    <a:pt x="962" y="1"/>
                    <a:pt x="7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57"/>
            <p:cNvSpPr/>
            <p:nvPr/>
          </p:nvSpPr>
          <p:spPr>
            <a:xfrm>
              <a:off x="6140000" y="872700"/>
              <a:ext cx="31425" cy="26725"/>
            </a:xfrm>
            <a:custGeom>
              <a:avLst/>
              <a:gdLst/>
              <a:ahLst/>
              <a:cxnLst/>
              <a:rect l="l" t="t" r="r" b="b"/>
              <a:pathLst>
                <a:path w="1257" h="1069" extrusionOk="0">
                  <a:moveTo>
                    <a:pt x="463" y="198"/>
                  </a:moveTo>
                  <a:cubicBezTo>
                    <a:pt x="564" y="198"/>
                    <a:pt x="672" y="236"/>
                    <a:pt x="766" y="305"/>
                  </a:cubicBezTo>
                  <a:cubicBezTo>
                    <a:pt x="951" y="439"/>
                    <a:pt x="1031" y="657"/>
                    <a:pt x="940" y="782"/>
                  </a:cubicBezTo>
                  <a:cubicBezTo>
                    <a:pt x="900" y="838"/>
                    <a:pt x="828" y="871"/>
                    <a:pt x="738" y="871"/>
                  </a:cubicBezTo>
                  <a:lnTo>
                    <a:pt x="736" y="871"/>
                  </a:lnTo>
                  <a:cubicBezTo>
                    <a:pt x="635" y="871"/>
                    <a:pt x="527" y="833"/>
                    <a:pt x="432" y="764"/>
                  </a:cubicBezTo>
                  <a:cubicBezTo>
                    <a:pt x="337" y="695"/>
                    <a:pt x="268" y="603"/>
                    <a:pt x="236" y="507"/>
                  </a:cubicBezTo>
                  <a:cubicBezTo>
                    <a:pt x="209" y="421"/>
                    <a:pt x="217" y="343"/>
                    <a:pt x="259" y="287"/>
                  </a:cubicBezTo>
                  <a:cubicBezTo>
                    <a:pt x="299" y="229"/>
                    <a:pt x="371" y="198"/>
                    <a:pt x="461" y="198"/>
                  </a:cubicBezTo>
                  <a:close/>
                  <a:moveTo>
                    <a:pt x="459" y="0"/>
                  </a:moveTo>
                  <a:cubicBezTo>
                    <a:pt x="306" y="0"/>
                    <a:pt x="177" y="61"/>
                    <a:pt x="98" y="169"/>
                  </a:cubicBezTo>
                  <a:cubicBezTo>
                    <a:pt x="19" y="279"/>
                    <a:pt x="1" y="420"/>
                    <a:pt x="48" y="567"/>
                  </a:cubicBezTo>
                  <a:cubicBezTo>
                    <a:pt x="92" y="702"/>
                    <a:pt x="187" y="830"/>
                    <a:pt x="316" y="924"/>
                  </a:cubicBezTo>
                  <a:cubicBezTo>
                    <a:pt x="445" y="1016"/>
                    <a:pt x="594" y="1069"/>
                    <a:pt x="736" y="1069"/>
                  </a:cubicBezTo>
                  <a:lnTo>
                    <a:pt x="738" y="1069"/>
                  </a:lnTo>
                  <a:cubicBezTo>
                    <a:pt x="893" y="1067"/>
                    <a:pt x="1022" y="1007"/>
                    <a:pt x="1100" y="898"/>
                  </a:cubicBezTo>
                  <a:cubicBezTo>
                    <a:pt x="1257" y="683"/>
                    <a:pt x="1159" y="345"/>
                    <a:pt x="883" y="145"/>
                  </a:cubicBezTo>
                  <a:cubicBezTo>
                    <a:pt x="754" y="51"/>
                    <a:pt x="605" y="0"/>
                    <a:pt x="4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57"/>
            <p:cNvSpPr/>
            <p:nvPr/>
          </p:nvSpPr>
          <p:spPr>
            <a:xfrm>
              <a:off x="6238975" y="878950"/>
              <a:ext cx="57100" cy="44300"/>
            </a:xfrm>
            <a:custGeom>
              <a:avLst/>
              <a:gdLst/>
              <a:ahLst/>
              <a:cxnLst/>
              <a:rect l="l" t="t" r="r" b="b"/>
              <a:pathLst>
                <a:path w="2284" h="1772" extrusionOk="0">
                  <a:moveTo>
                    <a:pt x="1140" y="0"/>
                  </a:moveTo>
                  <a:cubicBezTo>
                    <a:pt x="3" y="0"/>
                    <a:pt x="1" y="1771"/>
                    <a:pt x="1142" y="1771"/>
                  </a:cubicBezTo>
                  <a:cubicBezTo>
                    <a:pt x="2282"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57"/>
            <p:cNvSpPr/>
            <p:nvPr/>
          </p:nvSpPr>
          <p:spPr>
            <a:xfrm>
              <a:off x="6256525" y="861250"/>
              <a:ext cx="24125" cy="31000"/>
            </a:xfrm>
            <a:custGeom>
              <a:avLst/>
              <a:gdLst/>
              <a:ahLst/>
              <a:cxnLst/>
              <a:rect l="l" t="t" r="r" b="b"/>
              <a:pathLst>
                <a:path w="965" h="1240" extrusionOk="0">
                  <a:moveTo>
                    <a:pt x="483" y="199"/>
                  </a:moveTo>
                  <a:cubicBezTo>
                    <a:pt x="636" y="199"/>
                    <a:pt x="767" y="392"/>
                    <a:pt x="767" y="620"/>
                  </a:cubicBezTo>
                  <a:cubicBezTo>
                    <a:pt x="767" y="849"/>
                    <a:pt x="636"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5" y="961"/>
                    <a:pt x="965" y="620"/>
                  </a:cubicBezTo>
                  <a:cubicBezTo>
                    <a:pt x="965"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57"/>
            <p:cNvSpPr/>
            <p:nvPr/>
          </p:nvSpPr>
          <p:spPr>
            <a:xfrm>
              <a:off x="6272750" y="873425"/>
              <a:ext cx="31000" cy="27075"/>
            </a:xfrm>
            <a:custGeom>
              <a:avLst/>
              <a:gdLst/>
              <a:ahLst/>
              <a:cxnLst/>
              <a:rect l="l" t="t" r="r" b="b"/>
              <a:pathLst>
                <a:path w="1240" h="1083" extrusionOk="0">
                  <a:moveTo>
                    <a:pt x="730" y="198"/>
                  </a:moveTo>
                  <a:cubicBezTo>
                    <a:pt x="808" y="198"/>
                    <a:pt x="876" y="223"/>
                    <a:pt x="919" y="275"/>
                  </a:cubicBezTo>
                  <a:cubicBezTo>
                    <a:pt x="1016" y="395"/>
                    <a:pt x="948" y="617"/>
                    <a:pt x="769" y="761"/>
                  </a:cubicBezTo>
                  <a:cubicBezTo>
                    <a:pt x="678" y="835"/>
                    <a:pt x="571" y="879"/>
                    <a:pt x="471" y="883"/>
                  </a:cubicBezTo>
                  <a:cubicBezTo>
                    <a:pt x="464" y="884"/>
                    <a:pt x="456" y="884"/>
                    <a:pt x="449" y="884"/>
                  </a:cubicBezTo>
                  <a:cubicBezTo>
                    <a:pt x="369" y="884"/>
                    <a:pt x="303" y="857"/>
                    <a:pt x="264" y="806"/>
                  </a:cubicBezTo>
                  <a:cubicBezTo>
                    <a:pt x="219" y="752"/>
                    <a:pt x="208" y="673"/>
                    <a:pt x="230" y="587"/>
                  </a:cubicBezTo>
                  <a:cubicBezTo>
                    <a:pt x="256" y="490"/>
                    <a:pt x="321" y="395"/>
                    <a:pt x="412" y="320"/>
                  </a:cubicBezTo>
                  <a:cubicBezTo>
                    <a:pt x="513" y="240"/>
                    <a:pt x="630" y="198"/>
                    <a:pt x="730" y="198"/>
                  </a:cubicBezTo>
                  <a:close/>
                  <a:moveTo>
                    <a:pt x="729" y="0"/>
                  </a:moveTo>
                  <a:cubicBezTo>
                    <a:pt x="584" y="0"/>
                    <a:pt x="424" y="56"/>
                    <a:pt x="288" y="167"/>
                  </a:cubicBezTo>
                  <a:cubicBezTo>
                    <a:pt x="163" y="267"/>
                    <a:pt x="75" y="398"/>
                    <a:pt x="40" y="537"/>
                  </a:cubicBezTo>
                  <a:cubicBezTo>
                    <a:pt x="0" y="686"/>
                    <a:pt x="25" y="826"/>
                    <a:pt x="110" y="930"/>
                  </a:cubicBezTo>
                  <a:cubicBezTo>
                    <a:pt x="189" y="1029"/>
                    <a:pt x="311" y="1083"/>
                    <a:pt x="453" y="1083"/>
                  </a:cubicBezTo>
                  <a:cubicBezTo>
                    <a:pt x="462" y="1083"/>
                    <a:pt x="471" y="1081"/>
                    <a:pt x="480" y="1081"/>
                  </a:cubicBezTo>
                  <a:cubicBezTo>
                    <a:pt x="623" y="1075"/>
                    <a:pt x="771" y="1016"/>
                    <a:pt x="894" y="914"/>
                  </a:cubicBezTo>
                  <a:cubicBezTo>
                    <a:pt x="1160" y="699"/>
                    <a:pt x="1240" y="357"/>
                    <a:pt x="1073" y="151"/>
                  </a:cubicBezTo>
                  <a:cubicBezTo>
                    <a:pt x="992" y="50"/>
                    <a:pt x="867" y="0"/>
                    <a:pt x="7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57"/>
            <p:cNvSpPr/>
            <p:nvPr/>
          </p:nvSpPr>
          <p:spPr>
            <a:xfrm>
              <a:off x="6274975" y="895850"/>
              <a:ext cx="32400" cy="24450"/>
            </a:xfrm>
            <a:custGeom>
              <a:avLst/>
              <a:gdLst/>
              <a:ahLst/>
              <a:cxnLst/>
              <a:rect l="l" t="t" r="r" b="b"/>
              <a:pathLst>
                <a:path w="1296" h="978" extrusionOk="0">
                  <a:moveTo>
                    <a:pt x="595" y="198"/>
                  </a:moveTo>
                  <a:cubicBezTo>
                    <a:pt x="636" y="198"/>
                    <a:pt x="678" y="203"/>
                    <a:pt x="721" y="212"/>
                  </a:cubicBezTo>
                  <a:cubicBezTo>
                    <a:pt x="837" y="235"/>
                    <a:pt x="937" y="291"/>
                    <a:pt x="1005" y="367"/>
                  </a:cubicBezTo>
                  <a:cubicBezTo>
                    <a:pt x="1065" y="433"/>
                    <a:pt x="1089" y="507"/>
                    <a:pt x="1075" y="577"/>
                  </a:cubicBezTo>
                  <a:cubicBezTo>
                    <a:pt x="1048" y="699"/>
                    <a:pt x="900" y="779"/>
                    <a:pt x="725" y="779"/>
                  </a:cubicBezTo>
                  <a:cubicBezTo>
                    <a:pt x="685" y="779"/>
                    <a:pt x="645" y="775"/>
                    <a:pt x="603" y="767"/>
                  </a:cubicBezTo>
                  <a:cubicBezTo>
                    <a:pt x="379" y="719"/>
                    <a:pt x="218" y="552"/>
                    <a:pt x="249" y="401"/>
                  </a:cubicBezTo>
                  <a:cubicBezTo>
                    <a:pt x="265" y="333"/>
                    <a:pt x="317" y="274"/>
                    <a:pt x="399" y="238"/>
                  </a:cubicBezTo>
                  <a:cubicBezTo>
                    <a:pt x="457" y="211"/>
                    <a:pt x="525" y="198"/>
                    <a:pt x="595" y="198"/>
                  </a:cubicBezTo>
                  <a:close/>
                  <a:moveTo>
                    <a:pt x="596" y="0"/>
                  </a:moveTo>
                  <a:cubicBezTo>
                    <a:pt x="497" y="0"/>
                    <a:pt x="402" y="19"/>
                    <a:pt x="317" y="58"/>
                  </a:cubicBezTo>
                  <a:cubicBezTo>
                    <a:pt x="176" y="120"/>
                    <a:pt x="83" y="229"/>
                    <a:pt x="56" y="360"/>
                  </a:cubicBezTo>
                  <a:cubicBezTo>
                    <a:pt x="0" y="620"/>
                    <a:pt x="228" y="889"/>
                    <a:pt x="562" y="960"/>
                  </a:cubicBezTo>
                  <a:cubicBezTo>
                    <a:pt x="616" y="971"/>
                    <a:pt x="672" y="978"/>
                    <a:pt x="725" y="978"/>
                  </a:cubicBezTo>
                  <a:cubicBezTo>
                    <a:pt x="993" y="978"/>
                    <a:pt x="1222" y="835"/>
                    <a:pt x="1268" y="618"/>
                  </a:cubicBezTo>
                  <a:cubicBezTo>
                    <a:pt x="1295" y="485"/>
                    <a:pt x="1255" y="350"/>
                    <a:pt x="1152" y="235"/>
                  </a:cubicBezTo>
                  <a:cubicBezTo>
                    <a:pt x="1057" y="128"/>
                    <a:pt x="919" y="51"/>
                    <a:pt x="762" y="17"/>
                  </a:cubicBezTo>
                  <a:cubicBezTo>
                    <a:pt x="707"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57"/>
            <p:cNvSpPr/>
            <p:nvPr/>
          </p:nvSpPr>
          <p:spPr>
            <a:xfrm>
              <a:off x="6263000" y="909600"/>
              <a:ext cx="29225" cy="29725"/>
            </a:xfrm>
            <a:custGeom>
              <a:avLst/>
              <a:gdLst/>
              <a:ahLst/>
              <a:cxnLst/>
              <a:rect l="l" t="t" r="r" b="b"/>
              <a:pathLst>
                <a:path w="1169" h="1189" extrusionOk="0">
                  <a:moveTo>
                    <a:pt x="483" y="198"/>
                  </a:moveTo>
                  <a:cubicBezTo>
                    <a:pt x="608" y="198"/>
                    <a:pt x="754" y="303"/>
                    <a:pt x="837" y="466"/>
                  </a:cubicBezTo>
                  <a:cubicBezTo>
                    <a:pt x="942" y="669"/>
                    <a:pt x="913" y="901"/>
                    <a:pt x="776" y="970"/>
                  </a:cubicBezTo>
                  <a:cubicBezTo>
                    <a:pt x="749" y="984"/>
                    <a:pt x="718" y="991"/>
                    <a:pt x="687" y="991"/>
                  </a:cubicBezTo>
                  <a:cubicBezTo>
                    <a:pt x="562" y="991"/>
                    <a:pt x="415" y="887"/>
                    <a:pt x="332" y="724"/>
                  </a:cubicBezTo>
                  <a:cubicBezTo>
                    <a:pt x="229" y="520"/>
                    <a:pt x="256" y="288"/>
                    <a:pt x="393" y="219"/>
                  </a:cubicBezTo>
                  <a:cubicBezTo>
                    <a:pt x="421" y="205"/>
                    <a:pt x="451" y="198"/>
                    <a:pt x="483" y="198"/>
                  </a:cubicBezTo>
                  <a:close/>
                  <a:moveTo>
                    <a:pt x="480" y="1"/>
                  </a:moveTo>
                  <a:cubicBezTo>
                    <a:pt x="419" y="1"/>
                    <a:pt x="359" y="14"/>
                    <a:pt x="303" y="42"/>
                  </a:cubicBezTo>
                  <a:cubicBezTo>
                    <a:pt x="67" y="163"/>
                    <a:pt x="1" y="509"/>
                    <a:pt x="156" y="814"/>
                  </a:cubicBezTo>
                  <a:cubicBezTo>
                    <a:pt x="275" y="1047"/>
                    <a:pt x="490" y="1189"/>
                    <a:pt x="689" y="1189"/>
                  </a:cubicBezTo>
                  <a:cubicBezTo>
                    <a:pt x="750" y="1189"/>
                    <a:pt x="810" y="1176"/>
                    <a:pt x="866" y="1147"/>
                  </a:cubicBezTo>
                  <a:cubicBezTo>
                    <a:pt x="1103" y="1026"/>
                    <a:pt x="1168" y="681"/>
                    <a:pt x="1013" y="376"/>
                  </a:cubicBezTo>
                  <a:cubicBezTo>
                    <a:pt x="895" y="143"/>
                    <a:pt x="680"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57"/>
            <p:cNvSpPr/>
            <p:nvPr/>
          </p:nvSpPr>
          <p:spPr>
            <a:xfrm>
              <a:off x="6241650" y="909000"/>
              <a:ext cx="27600" cy="29975"/>
            </a:xfrm>
            <a:custGeom>
              <a:avLst/>
              <a:gdLst/>
              <a:ahLst/>
              <a:cxnLst/>
              <a:rect l="l" t="t" r="r" b="b"/>
              <a:pathLst>
                <a:path w="1104" h="1199" extrusionOk="0">
                  <a:moveTo>
                    <a:pt x="673" y="198"/>
                  </a:moveTo>
                  <a:cubicBezTo>
                    <a:pt x="700" y="198"/>
                    <a:pt x="726" y="203"/>
                    <a:pt x="751" y="213"/>
                  </a:cubicBezTo>
                  <a:cubicBezTo>
                    <a:pt x="814" y="242"/>
                    <a:pt x="860" y="306"/>
                    <a:pt x="880" y="395"/>
                  </a:cubicBezTo>
                  <a:cubicBezTo>
                    <a:pt x="900" y="492"/>
                    <a:pt x="886" y="607"/>
                    <a:pt x="838" y="715"/>
                  </a:cubicBezTo>
                  <a:cubicBezTo>
                    <a:pt x="762" y="887"/>
                    <a:pt x="614" y="1001"/>
                    <a:pt x="486" y="1001"/>
                  </a:cubicBezTo>
                  <a:cubicBezTo>
                    <a:pt x="459" y="1001"/>
                    <a:pt x="433" y="996"/>
                    <a:pt x="408" y="985"/>
                  </a:cubicBezTo>
                  <a:cubicBezTo>
                    <a:pt x="267" y="922"/>
                    <a:pt x="227" y="693"/>
                    <a:pt x="319" y="484"/>
                  </a:cubicBezTo>
                  <a:cubicBezTo>
                    <a:pt x="396" y="312"/>
                    <a:pt x="544" y="198"/>
                    <a:pt x="673" y="198"/>
                  </a:cubicBezTo>
                  <a:close/>
                  <a:moveTo>
                    <a:pt x="673" y="0"/>
                  </a:moveTo>
                  <a:cubicBezTo>
                    <a:pt x="466" y="0"/>
                    <a:pt x="249" y="156"/>
                    <a:pt x="138" y="404"/>
                  </a:cubicBezTo>
                  <a:cubicBezTo>
                    <a:pt x="0" y="716"/>
                    <a:pt x="85" y="1058"/>
                    <a:pt x="327" y="1166"/>
                  </a:cubicBezTo>
                  <a:cubicBezTo>
                    <a:pt x="378" y="1188"/>
                    <a:pt x="430" y="1198"/>
                    <a:pt x="485" y="1198"/>
                  </a:cubicBezTo>
                  <a:cubicBezTo>
                    <a:pt x="691" y="1198"/>
                    <a:pt x="908" y="1042"/>
                    <a:pt x="1019" y="795"/>
                  </a:cubicBezTo>
                  <a:cubicBezTo>
                    <a:pt x="1084" y="649"/>
                    <a:pt x="1104" y="491"/>
                    <a:pt x="1072" y="352"/>
                  </a:cubicBezTo>
                  <a:cubicBezTo>
                    <a:pt x="1040" y="200"/>
                    <a:pt x="954" y="87"/>
                    <a:pt x="831" y="34"/>
                  </a:cubicBezTo>
                  <a:cubicBezTo>
                    <a:pt x="781" y="11"/>
                    <a:pt x="727" y="0"/>
                    <a:pt x="6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57"/>
            <p:cNvSpPr/>
            <p:nvPr/>
          </p:nvSpPr>
          <p:spPr>
            <a:xfrm>
              <a:off x="6227100" y="894650"/>
              <a:ext cx="32550" cy="24650"/>
            </a:xfrm>
            <a:custGeom>
              <a:avLst/>
              <a:gdLst/>
              <a:ahLst/>
              <a:cxnLst/>
              <a:rect l="l" t="t" r="r" b="b"/>
              <a:pathLst>
                <a:path w="1302" h="986" extrusionOk="0">
                  <a:moveTo>
                    <a:pt x="714" y="199"/>
                  </a:moveTo>
                  <a:cubicBezTo>
                    <a:pt x="875" y="199"/>
                    <a:pt x="1011" y="270"/>
                    <a:pt x="1042" y="383"/>
                  </a:cubicBezTo>
                  <a:cubicBezTo>
                    <a:pt x="1081" y="532"/>
                    <a:pt x="929" y="708"/>
                    <a:pt x="708" y="767"/>
                  </a:cubicBezTo>
                  <a:cubicBezTo>
                    <a:pt x="657" y="781"/>
                    <a:pt x="605" y="788"/>
                    <a:pt x="555" y="788"/>
                  </a:cubicBezTo>
                  <a:cubicBezTo>
                    <a:pt x="494" y="788"/>
                    <a:pt x="437" y="777"/>
                    <a:pt x="385" y="757"/>
                  </a:cubicBezTo>
                  <a:cubicBezTo>
                    <a:pt x="302" y="725"/>
                    <a:pt x="246" y="670"/>
                    <a:pt x="228" y="602"/>
                  </a:cubicBezTo>
                  <a:cubicBezTo>
                    <a:pt x="209" y="535"/>
                    <a:pt x="230" y="459"/>
                    <a:pt x="286" y="389"/>
                  </a:cubicBezTo>
                  <a:cubicBezTo>
                    <a:pt x="350" y="310"/>
                    <a:pt x="448" y="249"/>
                    <a:pt x="561" y="219"/>
                  </a:cubicBezTo>
                  <a:cubicBezTo>
                    <a:pt x="613" y="205"/>
                    <a:pt x="665" y="199"/>
                    <a:pt x="714" y="199"/>
                  </a:cubicBezTo>
                  <a:close/>
                  <a:moveTo>
                    <a:pt x="711" y="1"/>
                  </a:moveTo>
                  <a:cubicBezTo>
                    <a:pt x="645" y="1"/>
                    <a:pt x="577" y="9"/>
                    <a:pt x="509" y="28"/>
                  </a:cubicBezTo>
                  <a:cubicBezTo>
                    <a:pt x="355" y="69"/>
                    <a:pt x="221" y="154"/>
                    <a:pt x="131" y="265"/>
                  </a:cubicBezTo>
                  <a:cubicBezTo>
                    <a:pt x="35" y="386"/>
                    <a:pt x="1" y="524"/>
                    <a:pt x="36" y="653"/>
                  </a:cubicBezTo>
                  <a:cubicBezTo>
                    <a:pt x="71" y="783"/>
                    <a:pt x="169" y="886"/>
                    <a:pt x="314" y="942"/>
                  </a:cubicBezTo>
                  <a:cubicBezTo>
                    <a:pt x="388" y="971"/>
                    <a:pt x="470" y="985"/>
                    <a:pt x="555" y="985"/>
                  </a:cubicBezTo>
                  <a:cubicBezTo>
                    <a:pt x="622" y="985"/>
                    <a:pt x="692" y="976"/>
                    <a:pt x="759" y="958"/>
                  </a:cubicBezTo>
                  <a:cubicBezTo>
                    <a:pt x="1089" y="869"/>
                    <a:pt x="1301" y="589"/>
                    <a:pt x="1234" y="333"/>
                  </a:cubicBezTo>
                  <a:cubicBezTo>
                    <a:pt x="1179" y="129"/>
                    <a:pt x="962" y="1"/>
                    <a:pt x="7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57"/>
            <p:cNvSpPr/>
            <p:nvPr/>
          </p:nvSpPr>
          <p:spPr>
            <a:xfrm>
              <a:off x="6232950" y="872700"/>
              <a:ext cx="31425" cy="26725"/>
            </a:xfrm>
            <a:custGeom>
              <a:avLst/>
              <a:gdLst/>
              <a:ahLst/>
              <a:cxnLst/>
              <a:rect l="l" t="t" r="r" b="b"/>
              <a:pathLst>
                <a:path w="1257" h="1069" extrusionOk="0">
                  <a:moveTo>
                    <a:pt x="463" y="198"/>
                  </a:moveTo>
                  <a:cubicBezTo>
                    <a:pt x="563" y="198"/>
                    <a:pt x="670" y="236"/>
                    <a:pt x="765" y="305"/>
                  </a:cubicBezTo>
                  <a:cubicBezTo>
                    <a:pt x="950" y="439"/>
                    <a:pt x="1030" y="657"/>
                    <a:pt x="940" y="782"/>
                  </a:cubicBezTo>
                  <a:cubicBezTo>
                    <a:pt x="898" y="838"/>
                    <a:pt x="826" y="871"/>
                    <a:pt x="736" y="871"/>
                  </a:cubicBezTo>
                  <a:cubicBezTo>
                    <a:pt x="630" y="864"/>
                    <a:pt x="528" y="833"/>
                    <a:pt x="431" y="764"/>
                  </a:cubicBezTo>
                  <a:cubicBezTo>
                    <a:pt x="336" y="695"/>
                    <a:pt x="266" y="603"/>
                    <a:pt x="236" y="507"/>
                  </a:cubicBezTo>
                  <a:cubicBezTo>
                    <a:pt x="209" y="421"/>
                    <a:pt x="216" y="343"/>
                    <a:pt x="257" y="287"/>
                  </a:cubicBezTo>
                  <a:cubicBezTo>
                    <a:pt x="299" y="229"/>
                    <a:pt x="370" y="198"/>
                    <a:pt x="460" y="198"/>
                  </a:cubicBezTo>
                  <a:close/>
                  <a:moveTo>
                    <a:pt x="459" y="0"/>
                  </a:moveTo>
                  <a:cubicBezTo>
                    <a:pt x="305" y="0"/>
                    <a:pt x="176" y="61"/>
                    <a:pt x="97" y="169"/>
                  </a:cubicBezTo>
                  <a:cubicBezTo>
                    <a:pt x="18" y="279"/>
                    <a:pt x="0" y="420"/>
                    <a:pt x="47" y="567"/>
                  </a:cubicBezTo>
                  <a:cubicBezTo>
                    <a:pt x="90" y="702"/>
                    <a:pt x="185" y="830"/>
                    <a:pt x="316" y="924"/>
                  </a:cubicBezTo>
                  <a:cubicBezTo>
                    <a:pt x="443" y="1016"/>
                    <a:pt x="593" y="1069"/>
                    <a:pt x="734" y="1069"/>
                  </a:cubicBezTo>
                  <a:lnTo>
                    <a:pt x="738" y="1069"/>
                  </a:lnTo>
                  <a:cubicBezTo>
                    <a:pt x="893" y="1067"/>
                    <a:pt x="1020" y="1007"/>
                    <a:pt x="1100" y="898"/>
                  </a:cubicBezTo>
                  <a:cubicBezTo>
                    <a:pt x="1256" y="683"/>
                    <a:pt x="1157" y="345"/>
                    <a:pt x="881" y="145"/>
                  </a:cubicBezTo>
                  <a:cubicBezTo>
                    <a:pt x="753" y="51"/>
                    <a:pt x="605" y="0"/>
                    <a:pt x="4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57"/>
            <p:cNvSpPr/>
            <p:nvPr/>
          </p:nvSpPr>
          <p:spPr>
            <a:xfrm>
              <a:off x="5309725" y="878950"/>
              <a:ext cx="57075" cy="44300"/>
            </a:xfrm>
            <a:custGeom>
              <a:avLst/>
              <a:gdLst/>
              <a:ahLst/>
              <a:cxnLst/>
              <a:rect l="l" t="t" r="r" b="b"/>
              <a:pathLst>
                <a:path w="2283" h="1772" extrusionOk="0">
                  <a:moveTo>
                    <a:pt x="1140" y="0"/>
                  </a:moveTo>
                  <a:cubicBezTo>
                    <a:pt x="3" y="0"/>
                    <a:pt x="0" y="1771"/>
                    <a:pt x="1141" y="1771"/>
                  </a:cubicBezTo>
                  <a:cubicBezTo>
                    <a:pt x="2282" y="1771"/>
                    <a:pt x="2283" y="0"/>
                    <a:pt x="1141"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57"/>
            <p:cNvSpPr/>
            <p:nvPr/>
          </p:nvSpPr>
          <p:spPr>
            <a:xfrm>
              <a:off x="5327275" y="861250"/>
              <a:ext cx="24125" cy="31000"/>
            </a:xfrm>
            <a:custGeom>
              <a:avLst/>
              <a:gdLst/>
              <a:ahLst/>
              <a:cxnLst/>
              <a:rect l="l" t="t" r="r" b="b"/>
              <a:pathLst>
                <a:path w="965" h="1240" extrusionOk="0">
                  <a:moveTo>
                    <a:pt x="482" y="199"/>
                  </a:moveTo>
                  <a:cubicBezTo>
                    <a:pt x="636" y="199"/>
                    <a:pt x="767" y="392"/>
                    <a:pt x="767" y="620"/>
                  </a:cubicBezTo>
                  <a:cubicBezTo>
                    <a:pt x="767" y="849"/>
                    <a:pt x="636" y="1042"/>
                    <a:pt x="482" y="1042"/>
                  </a:cubicBezTo>
                  <a:cubicBezTo>
                    <a:pt x="329" y="1042"/>
                    <a:pt x="198" y="849"/>
                    <a:pt x="198" y="620"/>
                  </a:cubicBezTo>
                  <a:cubicBezTo>
                    <a:pt x="198" y="392"/>
                    <a:pt x="329" y="199"/>
                    <a:pt x="482" y="199"/>
                  </a:cubicBezTo>
                  <a:close/>
                  <a:moveTo>
                    <a:pt x="482" y="1"/>
                  </a:moveTo>
                  <a:cubicBezTo>
                    <a:pt x="217" y="1"/>
                    <a:pt x="0" y="278"/>
                    <a:pt x="0" y="620"/>
                  </a:cubicBezTo>
                  <a:cubicBezTo>
                    <a:pt x="0" y="961"/>
                    <a:pt x="217" y="1240"/>
                    <a:pt x="482" y="1240"/>
                  </a:cubicBezTo>
                  <a:cubicBezTo>
                    <a:pt x="748" y="1240"/>
                    <a:pt x="965" y="961"/>
                    <a:pt x="965" y="620"/>
                  </a:cubicBezTo>
                  <a:cubicBezTo>
                    <a:pt x="965" y="278"/>
                    <a:pt x="748"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57"/>
            <p:cNvSpPr/>
            <p:nvPr/>
          </p:nvSpPr>
          <p:spPr>
            <a:xfrm>
              <a:off x="5342025" y="873400"/>
              <a:ext cx="31050" cy="27100"/>
            </a:xfrm>
            <a:custGeom>
              <a:avLst/>
              <a:gdLst/>
              <a:ahLst/>
              <a:cxnLst/>
              <a:rect l="l" t="t" r="r" b="b"/>
              <a:pathLst>
                <a:path w="1242" h="1084" extrusionOk="0">
                  <a:moveTo>
                    <a:pt x="788" y="198"/>
                  </a:moveTo>
                  <a:cubicBezTo>
                    <a:pt x="870" y="198"/>
                    <a:pt x="936" y="225"/>
                    <a:pt x="978" y="276"/>
                  </a:cubicBezTo>
                  <a:cubicBezTo>
                    <a:pt x="1021" y="330"/>
                    <a:pt x="1033" y="409"/>
                    <a:pt x="1010" y="495"/>
                  </a:cubicBezTo>
                  <a:cubicBezTo>
                    <a:pt x="984" y="592"/>
                    <a:pt x="921" y="687"/>
                    <a:pt x="828" y="762"/>
                  </a:cubicBezTo>
                  <a:cubicBezTo>
                    <a:pt x="737" y="836"/>
                    <a:pt x="630" y="880"/>
                    <a:pt x="530" y="884"/>
                  </a:cubicBezTo>
                  <a:cubicBezTo>
                    <a:pt x="523" y="885"/>
                    <a:pt x="516" y="885"/>
                    <a:pt x="509" y="885"/>
                  </a:cubicBezTo>
                  <a:cubicBezTo>
                    <a:pt x="427" y="885"/>
                    <a:pt x="362" y="857"/>
                    <a:pt x="322" y="807"/>
                  </a:cubicBezTo>
                  <a:cubicBezTo>
                    <a:pt x="225" y="687"/>
                    <a:pt x="294" y="465"/>
                    <a:pt x="471" y="321"/>
                  </a:cubicBezTo>
                  <a:cubicBezTo>
                    <a:pt x="564" y="247"/>
                    <a:pt x="669" y="203"/>
                    <a:pt x="771" y="199"/>
                  </a:cubicBezTo>
                  <a:cubicBezTo>
                    <a:pt x="776" y="198"/>
                    <a:pt x="782" y="198"/>
                    <a:pt x="788" y="198"/>
                  </a:cubicBezTo>
                  <a:close/>
                  <a:moveTo>
                    <a:pt x="790" y="0"/>
                  </a:moveTo>
                  <a:cubicBezTo>
                    <a:pt x="780" y="0"/>
                    <a:pt x="770" y="0"/>
                    <a:pt x="760" y="1"/>
                  </a:cubicBezTo>
                  <a:cubicBezTo>
                    <a:pt x="618" y="7"/>
                    <a:pt x="471" y="66"/>
                    <a:pt x="347" y="168"/>
                  </a:cubicBezTo>
                  <a:cubicBezTo>
                    <a:pt x="81" y="383"/>
                    <a:pt x="1" y="725"/>
                    <a:pt x="169" y="931"/>
                  </a:cubicBezTo>
                  <a:cubicBezTo>
                    <a:pt x="248" y="1030"/>
                    <a:pt x="369" y="1084"/>
                    <a:pt x="511" y="1084"/>
                  </a:cubicBezTo>
                  <a:cubicBezTo>
                    <a:pt x="521" y="1084"/>
                    <a:pt x="530" y="1082"/>
                    <a:pt x="539" y="1082"/>
                  </a:cubicBezTo>
                  <a:cubicBezTo>
                    <a:pt x="681" y="1076"/>
                    <a:pt x="828" y="1017"/>
                    <a:pt x="953" y="915"/>
                  </a:cubicBezTo>
                  <a:cubicBezTo>
                    <a:pt x="1077" y="815"/>
                    <a:pt x="1166" y="684"/>
                    <a:pt x="1202" y="545"/>
                  </a:cubicBezTo>
                  <a:cubicBezTo>
                    <a:pt x="1241" y="396"/>
                    <a:pt x="1216" y="256"/>
                    <a:pt x="1132" y="152"/>
                  </a:cubicBezTo>
                  <a:cubicBezTo>
                    <a:pt x="1052" y="53"/>
                    <a:pt x="933" y="0"/>
                    <a:pt x="7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57"/>
            <p:cNvSpPr/>
            <p:nvPr/>
          </p:nvSpPr>
          <p:spPr>
            <a:xfrm>
              <a:off x="5345700" y="895850"/>
              <a:ext cx="33100" cy="24450"/>
            </a:xfrm>
            <a:custGeom>
              <a:avLst/>
              <a:gdLst/>
              <a:ahLst/>
              <a:cxnLst/>
              <a:rect l="l" t="t" r="r" b="b"/>
              <a:pathLst>
                <a:path w="1324" h="978" extrusionOk="0">
                  <a:moveTo>
                    <a:pt x="595" y="198"/>
                  </a:moveTo>
                  <a:cubicBezTo>
                    <a:pt x="636" y="198"/>
                    <a:pt x="679" y="203"/>
                    <a:pt x="721" y="212"/>
                  </a:cubicBezTo>
                  <a:cubicBezTo>
                    <a:pt x="946" y="259"/>
                    <a:pt x="1107" y="425"/>
                    <a:pt x="1075" y="577"/>
                  </a:cubicBezTo>
                  <a:cubicBezTo>
                    <a:pt x="1049" y="699"/>
                    <a:pt x="900" y="779"/>
                    <a:pt x="725" y="779"/>
                  </a:cubicBezTo>
                  <a:cubicBezTo>
                    <a:pt x="685" y="779"/>
                    <a:pt x="644" y="775"/>
                    <a:pt x="603" y="767"/>
                  </a:cubicBezTo>
                  <a:cubicBezTo>
                    <a:pt x="380" y="719"/>
                    <a:pt x="218" y="552"/>
                    <a:pt x="250" y="401"/>
                  </a:cubicBezTo>
                  <a:cubicBezTo>
                    <a:pt x="264" y="333"/>
                    <a:pt x="318" y="274"/>
                    <a:pt x="400" y="238"/>
                  </a:cubicBezTo>
                  <a:cubicBezTo>
                    <a:pt x="457" y="211"/>
                    <a:pt x="524" y="198"/>
                    <a:pt x="595" y="198"/>
                  </a:cubicBezTo>
                  <a:close/>
                  <a:moveTo>
                    <a:pt x="597" y="0"/>
                  </a:moveTo>
                  <a:cubicBezTo>
                    <a:pt x="497" y="0"/>
                    <a:pt x="402" y="19"/>
                    <a:pt x="318" y="58"/>
                  </a:cubicBezTo>
                  <a:cubicBezTo>
                    <a:pt x="177" y="120"/>
                    <a:pt x="84" y="229"/>
                    <a:pt x="57" y="360"/>
                  </a:cubicBezTo>
                  <a:cubicBezTo>
                    <a:pt x="1" y="620"/>
                    <a:pt x="228" y="889"/>
                    <a:pt x="562" y="960"/>
                  </a:cubicBezTo>
                  <a:cubicBezTo>
                    <a:pt x="617" y="971"/>
                    <a:pt x="672" y="978"/>
                    <a:pt x="725" y="978"/>
                  </a:cubicBezTo>
                  <a:cubicBezTo>
                    <a:pt x="994" y="978"/>
                    <a:pt x="1223" y="835"/>
                    <a:pt x="1269" y="617"/>
                  </a:cubicBezTo>
                  <a:cubicBezTo>
                    <a:pt x="1323" y="358"/>
                    <a:pt x="1097" y="89"/>
                    <a:pt x="763" y="17"/>
                  </a:cubicBezTo>
                  <a:cubicBezTo>
                    <a:pt x="708" y="6"/>
                    <a:pt x="652" y="0"/>
                    <a:pt x="5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57"/>
            <p:cNvSpPr/>
            <p:nvPr/>
          </p:nvSpPr>
          <p:spPr>
            <a:xfrm>
              <a:off x="5333750" y="909600"/>
              <a:ext cx="29225" cy="29725"/>
            </a:xfrm>
            <a:custGeom>
              <a:avLst/>
              <a:gdLst/>
              <a:ahLst/>
              <a:cxnLst/>
              <a:rect l="l" t="t" r="r" b="b"/>
              <a:pathLst>
                <a:path w="1169" h="1189" extrusionOk="0">
                  <a:moveTo>
                    <a:pt x="481" y="199"/>
                  </a:moveTo>
                  <a:cubicBezTo>
                    <a:pt x="606" y="199"/>
                    <a:pt x="754" y="303"/>
                    <a:pt x="837" y="466"/>
                  </a:cubicBezTo>
                  <a:cubicBezTo>
                    <a:pt x="941" y="669"/>
                    <a:pt x="913" y="901"/>
                    <a:pt x="776" y="970"/>
                  </a:cubicBezTo>
                  <a:cubicBezTo>
                    <a:pt x="749" y="984"/>
                    <a:pt x="718" y="991"/>
                    <a:pt x="687" y="991"/>
                  </a:cubicBezTo>
                  <a:cubicBezTo>
                    <a:pt x="562" y="991"/>
                    <a:pt x="415" y="886"/>
                    <a:pt x="332" y="724"/>
                  </a:cubicBezTo>
                  <a:cubicBezTo>
                    <a:pt x="227" y="520"/>
                    <a:pt x="256" y="288"/>
                    <a:pt x="393" y="219"/>
                  </a:cubicBezTo>
                  <a:cubicBezTo>
                    <a:pt x="420" y="205"/>
                    <a:pt x="450" y="199"/>
                    <a:pt x="481" y="199"/>
                  </a:cubicBezTo>
                  <a:close/>
                  <a:moveTo>
                    <a:pt x="480" y="1"/>
                  </a:moveTo>
                  <a:cubicBezTo>
                    <a:pt x="419" y="1"/>
                    <a:pt x="359" y="14"/>
                    <a:pt x="303" y="42"/>
                  </a:cubicBezTo>
                  <a:cubicBezTo>
                    <a:pt x="66" y="163"/>
                    <a:pt x="1" y="509"/>
                    <a:pt x="156" y="814"/>
                  </a:cubicBezTo>
                  <a:cubicBezTo>
                    <a:pt x="274" y="1047"/>
                    <a:pt x="488" y="1189"/>
                    <a:pt x="689" y="1189"/>
                  </a:cubicBezTo>
                  <a:cubicBezTo>
                    <a:pt x="750" y="1189"/>
                    <a:pt x="810" y="1176"/>
                    <a:pt x="866" y="1147"/>
                  </a:cubicBezTo>
                  <a:cubicBezTo>
                    <a:pt x="1102" y="1026"/>
                    <a:pt x="1168" y="681"/>
                    <a:pt x="1013" y="376"/>
                  </a:cubicBezTo>
                  <a:cubicBezTo>
                    <a:pt x="894" y="142"/>
                    <a:pt x="680"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57"/>
            <p:cNvSpPr/>
            <p:nvPr/>
          </p:nvSpPr>
          <p:spPr>
            <a:xfrm>
              <a:off x="5312375" y="909000"/>
              <a:ext cx="27625" cy="29975"/>
            </a:xfrm>
            <a:custGeom>
              <a:avLst/>
              <a:gdLst/>
              <a:ahLst/>
              <a:cxnLst/>
              <a:rect l="l" t="t" r="r" b="b"/>
              <a:pathLst>
                <a:path w="1105" h="1199" extrusionOk="0">
                  <a:moveTo>
                    <a:pt x="673" y="197"/>
                  </a:moveTo>
                  <a:cubicBezTo>
                    <a:pt x="700" y="197"/>
                    <a:pt x="727" y="202"/>
                    <a:pt x="751" y="213"/>
                  </a:cubicBezTo>
                  <a:cubicBezTo>
                    <a:pt x="815" y="242"/>
                    <a:pt x="861" y="306"/>
                    <a:pt x="880" y="395"/>
                  </a:cubicBezTo>
                  <a:cubicBezTo>
                    <a:pt x="901" y="492"/>
                    <a:pt x="887" y="607"/>
                    <a:pt x="839" y="715"/>
                  </a:cubicBezTo>
                  <a:cubicBezTo>
                    <a:pt x="763" y="887"/>
                    <a:pt x="615" y="1001"/>
                    <a:pt x="486" y="1001"/>
                  </a:cubicBezTo>
                  <a:cubicBezTo>
                    <a:pt x="459" y="1001"/>
                    <a:pt x="432" y="996"/>
                    <a:pt x="407" y="985"/>
                  </a:cubicBezTo>
                  <a:cubicBezTo>
                    <a:pt x="268" y="922"/>
                    <a:pt x="228" y="693"/>
                    <a:pt x="320" y="484"/>
                  </a:cubicBezTo>
                  <a:cubicBezTo>
                    <a:pt x="396" y="312"/>
                    <a:pt x="544" y="197"/>
                    <a:pt x="673" y="197"/>
                  </a:cubicBezTo>
                  <a:close/>
                  <a:moveTo>
                    <a:pt x="673" y="0"/>
                  </a:moveTo>
                  <a:cubicBezTo>
                    <a:pt x="467" y="0"/>
                    <a:pt x="249" y="156"/>
                    <a:pt x="139" y="404"/>
                  </a:cubicBezTo>
                  <a:cubicBezTo>
                    <a:pt x="1" y="716"/>
                    <a:pt x="86" y="1058"/>
                    <a:pt x="328" y="1166"/>
                  </a:cubicBezTo>
                  <a:cubicBezTo>
                    <a:pt x="377" y="1188"/>
                    <a:pt x="431" y="1198"/>
                    <a:pt x="484" y="1198"/>
                  </a:cubicBezTo>
                  <a:cubicBezTo>
                    <a:pt x="691" y="1198"/>
                    <a:pt x="909" y="1042"/>
                    <a:pt x="1020" y="795"/>
                  </a:cubicBezTo>
                  <a:cubicBezTo>
                    <a:pt x="1085" y="649"/>
                    <a:pt x="1105" y="491"/>
                    <a:pt x="1073" y="352"/>
                  </a:cubicBezTo>
                  <a:cubicBezTo>
                    <a:pt x="1041" y="200"/>
                    <a:pt x="955" y="87"/>
                    <a:pt x="831" y="34"/>
                  </a:cubicBezTo>
                  <a:cubicBezTo>
                    <a:pt x="781" y="11"/>
                    <a:pt x="727" y="0"/>
                    <a:pt x="6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57"/>
            <p:cNvSpPr/>
            <p:nvPr/>
          </p:nvSpPr>
          <p:spPr>
            <a:xfrm>
              <a:off x="5297850" y="894650"/>
              <a:ext cx="32550" cy="24650"/>
            </a:xfrm>
            <a:custGeom>
              <a:avLst/>
              <a:gdLst/>
              <a:ahLst/>
              <a:cxnLst/>
              <a:rect l="l" t="t" r="r" b="b"/>
              <a:pathLst>
                <a:path w="1302" h="986" extrusionOk="0">
                  <a:moveTo>
                    <a:pt x="715" y="198"/>
                  </a:moveTo>
                  <a:cubicBezTo>
                    <a:pt x="775" y="198"/>
                    <a:pt x="832" y="209"/>
                    <a:pt x="884" y="228"/>
                  </a:cubicBezTo>
                  <a:cubicBezTo>
                    <a:pt x="968" y="261"/>
                    <a:pt x="1024" y="316"/>
                    <a:pt x="1042" y="383"/>
                  </a:cubicBezTo>
                  <a:cubicBezTo>
                    <a:pt x="1081" y="532"/>
                    <a:pt x="928" y="708"/>
                    <a:pt x="708" y="768"/>
                  </a:cubicBezTo>
                  <a:cubicBezTo>
                    <a:pt x="656" y="781"/>
                    <a:pt x="605" y="788"/>
                    <a:pt x="555" y="788"/>
                  </a:cubicBezTo>
                  <a:cubicBezTo>
                    <a:pt x="494" y="788"/>
                    <a:pt x="437" y="778"/>
                    <a:pt x="385" y="757"/>
                  </a:cubicBezTo>
                  <a:cubicBezTo>
                    <a:pt x="302" y="725"/>
                    <a:pt x="246" y="670"/>
                    <a:pt x="227" y="602"/>
                  </a:cubicBezTo>
                  <a:cubicBezTo>
                    <a:pt x="209" y="535"/>
                    <a:pt x="230" y="459"/>
                    <a:pt x="286" y="389"/>
                  </a:cubicBezTo>
                  <a:cubicBezTo>
                    <a:pt x="349" y="310"/>
                    <a:pt x="446" y="249"/>
                    <a:pt x="561" y="219"/>
                  </a:cubicBezTo>
                  <a:cubicBezTo>
                    <a:pt x="613" y="205"/>
                    <a:pt x="664" y="198"/>
                    <a:pt x="715" y="198"/>
                  </a:cubicBezTo>
                  <a:close/>
                  <a:moveTo>
                    <a:pt x="712" y="0"/>
                  </a:moveTo>
                  <a:cubicBezTo>
                    <a:pt x="645" y="0"/>
                    <a:pt x="577" y="9"/>
                    <a:pt x="509" y="28"/>
                  </a:cubicBezTo>
                  <a:cubicBezTo>
                    <a:pt x="355" y="69"/>
                    <a:pt x="221" y="154"/>
                    <a:pt x="131" y="265"/>
                  </a:cubicBezTo>
                  <a:cubicBezTo>
                    <a:pt x="35" y="386"/>
                    <a:pt x="1" y="524"/>
                    <a:pt x="36" y="653"/>
                  </a:cubicBezTo>
                  <a:cubicBezTo>
                    <a:pt x="71" y="783"/>
                    <a:pt x="169" y="886"/>
                    <a:pt x="312" y="942"/>
                  </a:cubicBezTo>
                  <a:cubicBezTo>
                    <a:pt x="388" y="971"/>
                    <a:pt x="470" y="985"/>
                    <a:pt x="555" y="985"/>
                  </a:cubicBezTo>
                  <a:cubicBezTo>
                    <a:pt x="622" y="985"/>
                    <a:pt x="691" y="976"/>
                    <a:pt x="759" y="958"/>
                  </a:cubicBezTo>
                  <a:cubicBezTo>
                    <a:pt x="1089" y="869"/>
                    <a:pt x="1301" y="589"/>
                    <a:pt x="1233" y="333"/>
                  </a:cubicBezTo>
                  <a:cubicBezTo>
                    <a:pt x="1198" y="202"/>
                    <a:pt x="1099" y="101"/>
                    <a:pt x="956" y="45"/>
                  </a:cubicBezTo>
                  <a:cubicBezTo>
                    <a:pt x="880" y="15"/>
                    <a:pt x="797"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57"/>
            <p:cNvSpPr/>
            <p:nvPr/>
          </p:nvSpPr>
          <p:spPr>
            <a:xfrm>
              <a:off x="5303675" y="872700"/>
              <a:ext cx="31400" cy="26725"/>
            </a:xfrm>
            <a:custGeom>
              <a:avLst/>
              <a:gdLst/>
              <a:ahLst/>
              <a:cxnLst/>
              <a:rect l="l" t="t" r="r" b="b"/>
              <a:pathLst>
                <a:path w="1256" h="1069" extrusionOk="0">
                  <a:moveTo>
                    <a:pt x="462" y="198"/>
                  </a:moveTo>
                  <a:cubicBezTo>
                    <a:pt x="563" y="198"/>
                    <a:pt x="671" y="236"/>
                    <a:pt x="766" y="305"/>
                  </a:cubicBezTo>
                  <a:cubicBezTo>
                    <a:pt x="951" y="439"/>
                    <a:pt x="1030" y="657"/>
                    <a:pt x="940" y="782"/>
                  </a:cubicBezTo>
                  <a:cubicBezTo>
                    <a:pt x="899" y="838"/>
                    <a:pt x="827" y="871"/>
                    <a:pt x="737" y="871"/>
                  </a:cubicBezTo>
                  <a:cubicBezTo>
                    <a:pt x="633" y="864"/>
                    <a:pt x="527" y="833"/>
                    <a:pt x="432" y="764"/>
                  </a:cubicBezTo>
                  <a:cubicBezTo>
                    <a:pt x="337" y="695"/>
                    <a:pt x="267" y="603"/>
                    <a:pt x="237" y="507"/>
                  </a:cubicBezTo>
                  <a:cubicBezTo>
                    <a:pt x="209" y="421"/>
                    <a:pt x="216" y="343"/>
                    <a:pt x="258" y="287"/>
                  </a:cubicBezTo>
                  <a:cubicBezTo>
                    <a:pt x="299" y="229"/>
                    <a:pt x="371" y="198"/>
                    <a:pt x="461" y="198"/>
                  </a:cubicBezTo>
                  <a:close/>
                  <a:moveTo>
                    <a:pt x="460" y="0"/>
                  </a:moveTo>
                  <a:cubicBezTo>
                    <a:pt x="305" y="0"/>
                    <a:pt x="177" y="61"/>
                    <a:pt x="97" y="169"/>
                  </a:cubicBezTo>
                  <a:cubicBezTo>
                    <a:pt x="19" y="279"/>
                    <a:pt x="1" y="420"/>
                    <a:pt x="48" y="567"/>
                  </a:cubicBezTo>
                  <a:cubicBezTo>
                    <a:pt x="91" y="702"/>
                    <a:pt x="186" y="830"/>
                    <a:pt x="316" y="924"/>
                  </a:cubicBezTo>
                  <a:cubicBezTo>
                    <a:pt x="444" y="1016"/>
                    <a:pt x="593" y="1069"/>
                    <a:pt x="735" y="1069"/>
                  </a:cubicBezTo>
                  <a:lnTo>
                    <a:pt x="738" y="1069"/>
                  </a:lnTo>
                  <a:cubicBezTo>
                    <a:pt x="894" y="1067"/>
                    <a:pt x="1021" y="1007"/>
                    <a:pt x="1101" y="898"/>
                  </a:cubicBezTo>
                  <a:cubicBezTo>
                    <a:pt x="1256" y="683"/>
                    <a:pt x="1158" y="345"/>
                    <a:pt x="882" y="145"/>
                  </a:cubicBezTo>
                  <a:cubicBezTo>
                    <a:pt x="753" y="50"/>
                    <a:pt x="604" y="4"/>
                    <a:pt x="4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57"/>
            <p:cNvSpPr/>
            <p:nvPr/>
          </p:nvSpPr>
          <p:spPr>
            <a:xfrm>
              <a:off x="5402650" y="878950"/>
              <a:ext cx="57100" cy="44300"/>
            </a:xfrm>
            <a:custGeom>
              <a:avLst/>
              <a:gdLst/>
              <a:ahLst/>
              <a:cxnLst/>
              <a:rect l="l" t="t" r="r" b="b"/>
              <a:pathLst>
                <a:path w="2284" h="1772" extrusionOk="0">
                  <a:moveTo>
                    <a:pt x="1141" y="0"/>
                  </a:moveTo>
                  <a:cubicBezTo>
                    <a:pt x="2" y="0"/>
                    <a:pt x="1" y="1771"/>
                    <a:pt x="1142" y="1771"/>
                  </a:cubicBezTo>
                  <a:cubicBezTo>
                    <a:pt x="2281" y="1771"/>
                    <a:pt x="2283" y="0"/>
                    <a:pt x="1142" y="0"/>
                  </a:cubicBezTo>
                  <a:cubicBezTo>
                    <a:pt x="1142"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57"/>
            <p:cNvSpPr/>
            <p:nvPr/>
          </p:nvSpPr>
          <p:spPr>
            <a:xfrm>
              <a:off x="5420200" y="861250"/>
              <a:ext cx="24100" cy="31000"/>
            </a:xfrm>
            <a:custGeom>
              <a:avLst/>
              <a:gdLst/>
              <a:ahLst/>
              <a:cxnLst/>
              <a:rect l="l" t="t" r="r" b="b"/>
              <a:pathLst>
                <a:path w="964" h="1240" extrusionOk="0">
                  <a:moveTo>
                    <a:pt x="483" y="199"/>
                  </a:moveTo>
                  <a:cubicBezTo>
                    <a:pt x="637" y="199"/>
                    <a:pt x="766" y="392"/>
                    <a:pt x="766" y="620"/>
                  </a:cubicBezTo>
                  <a:cubicBezTo>
                    <a:pt x="766" y="849"/>
                    <a:pt x="637" y="1042"/>
                    <a:pt x="483" y="1042"/>
                  </a:cubicBezTo>
                  <a:cubicBezTo>
                    <a:pt x="329" y="1042"/>
                    <a:pt x="199" y="849"/>
                    <a:pt x="199" y="620"/>
                  </a:cubicBezTo>
                  <a:cubicBezTo>
                    <a:pt x="199" y="392"/>
                    <a:pt x="328" y="199"/>
                    <a:pt x="483" y="199"/>
                  </a:cubicBezTo>
                  <a:close/>
                  <a:moveTo>
                    <a:pt x="483" y="1"/>
                  </a:moveTo>
                  <a:cubicBezTo>
                    <a:pt x="217" y="1"/>
                    <a:pt x="1" y="278"/>
                    <a:pt x="1" y="620"/>
                  </a:cubicBezTo>
                  <a:cubicBezTo>
                    <a:pt x="1" y="961"/>
                    <a:pt x="217" y="1240"/>
                    <a:pt x="483" y="1240"/>
                  </a:cubicBezTo>
                  <a:cubicBezTo>
                    <a:pt x="748" y="1240"/>
                    <a:pt x="964" y="961"/>
                    <a:pt x="964" y="620"/>
                  </a:cubicBezTo>
                  <a:cubicBezTo>
                    <a:pt x="964" y="278"/>
                    <a:pt x="748"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57"/>
            <p:cNvSpPr/>
            <p:nvPr/>
          </p:nvSpPr>
          <p:spPr>
            <a:xfrm>
              <a:off x="5434975" y="873425"/>
              <a:ext cx="32450" cy="27075"/>
            </a:xfrm>
            <a:custGeom>
              <a:avLst/>
              <a:gdLst/>
              <a:ahLst/>
              <a:cxnLst/>
              <a:rect l="l" t="t" r="r" b="b"/>
              <a:pathLst>
                <a:path w="1298" h="1083" extrusionOk="0">
                  <a:moveTo>
                    <a:pt x="787" y="198"/>
                  </a:moveTo>
                  <a:cubicBezTo>
                    <a:pt x="865" y="198"/>
                    <a:pt x="934" y="223"/>
                    <a:pt x="976" y="275"/>
                  </a:cubicBezTo>
                  <a:cubicBezTo>
                    <a:pt x="1074" y="395"/>
                    <a:pt x="1005" y="617"/>
                    <a:pt x="828" y="761"/>
                  </a:cubicBezTo>
                  <a:cubicBezTo>
                    <a:pt x="735" y="835"/>
                    <a:pt x="630" y="879"/>
                    <a:pt x="528" y="883"/>
                  </a:cubicBezTo>
                  <a:cubicBezTo>
                    <a:pt x="521" y="884"/>
                    <a:pt x="514" y="884"/>
                    <a:pt x="507" y="884"/>
                  </a:cubicBezTo>
                  <a:cubicBezTo>
                    <a:pt x="427" y="884"/>
                    <a:pt x="362" y="856"/>
                    <a:pt x="321" y="806"/>
                  </a:cubicBezTo>
                  <a:cubicBezTo>
                    <a:pt x="224" y="686"/>
                    <a:pt x="292" y="464"/>
                    <a:pt x="471" y="320"/>
                  </a:cubicBezTo>
                  <a:cubicBezTo>
                    <a:pt x="570" y="240"/>
                    <a:pt x="687" y="198"/>
                    <a:pt x="787" y="198"/>
                  </a:cubicBezTo>
                  <a:close/>
                  <a:moveTo>
                    <a:pt x="787" y="0"/>
                  </a:moveTo>
                  <a:cubicBezTo>
                    <a:pt x="641" y="0"/>
                    <a:pt x="482" y="56"/>
                    <a:pt x="345" y="167"/>
                  </a:cubicBezTo>
                  <a:cubicBezTo>
                    <a:pt x="80" y="382"/>
                    <a:pt x="0" y="724"/>
                    <a:pt x="167" y="930"/>
                  </a:cubicBezTo>
                  <a:cubicBezTo>
                    <a:pt x="246" y="1029"/>
                    <a:pt x="368" y="1083"/>
                    <a:pt x="510" y="1083"/>
                  </a:cubicBezTo>
                  <a:cubicBezTo>
                    <a:pt x="519" y="1083"/>
                    <a:pt x="528" y="1081"/>
                    <a:pt x="538" y="1081"/>
                  </a:cubicBezTo>
                  <a:cubicBezTo>
                    <a:pt x="680" y="1075"/>
                    <a:pt x="828" y="1016"/>
                    <a:pt x="951" y="914"/>
                  </a:cubicBezTo>
                  <a:cubicBezTo>
                    <a:pt x="1217" y="699"/>
                    <a:pt x="1298" y="357"/>
                    <a:pt x="1131" y="151"/>
                  </a:cubicBezTo>
                  <a:cubicBezTo>
                    <a:pt x="1049" y="50"/>
                    <a:pt x="924" y="0"/>
                    <a:pt x="78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57"/>
            <p:cNvSpPr/>
            <p:nvPr/>
          </p:nvSpPr>
          <p:spPr>
            <a:xfrm>
              <a:off x="5438650" y="895850"/>
              <a:ext cx="33075" cy="24450"/>
            </a:xfrm>
            <a:custGeom>
              <a:avLst/>
              <a:gdLst/>
              <a:ahLst/>
              <a:cxnLst/>
              <a:rect l="l" t="t" r="r" b="b"/>
              <a:pathLst>
                <a:path w="1323" h="978" extrusionOk="0">
                  <a:moveTo>
                    <a:pt x="595" y="198"/>
                  </a:moveTo>
                  <a:cubicBezTo>
                    <a:pt x="636" y="198"/>
                    <a:pt x="678" y="203"/>
                    <a:pt x="721" y="212"/>
                  </a:cubicBezTo>
                  <a:cubicBezTo>
                    <a:pt x="944" y="259"/>
                    <a:pt x="1105" y="425"/>
                    <a:pt x="1074" y="577"/>
                  </a:cubicBezTo>
                  <a:cubicBezTo>
                    <a:pt x="1048" y="699"/>
                    <a:pt x="899" y="779"/>
                    <a:pt x="724" y="779"/>
                  </a:cubicBezTo>
                  <a:cubicBezTo>
                    <a:pt x="684" y="779"/>
                    <a:pt x="644" y="775"/>
                    <a:pt x="602" y="767"/>
                  </a:cubicBezTo>
                  <a:cubicBezTo>
                    <a:pt x="380" y="719"/>
                    <a:pt x="217" y="552"/>
                    <a:pt x="249" y="401"/>
                  </a:cubicBezTo>
                  <a:cubicBezTo>
                    <a:pt x="264" y="333"/>
                    <a:pt x="317" y="274"/>
                    <a:pt x="398" y="238"/>
                  </a:cubicBezTo>
                  <a:cubicBezTo>
                    <a:pt x="456" y="211"/>
                    <a:pt x="524" y="198"/>
                    <a:pt x="595" y="198"/>
                  </a:cubicBezTo>
                  <a:close/>
                  <a:moveTo>
                    <a:pt x="596" y="0"/>
                  </a:moveTo>
                  <a:cubicBezTo>
                    <a:pt x="497" y="0"/>
                    <a:pt x="401" y="19"/>
                    <a:pt x="317" y="58"/>
                  </a:cubicBezTo>
                  <a:cubicBezTo>
                    <a:pt x="176" y="120"/>
                    <a:pt x="84" y="229"/>
                    <a:pt x="55" y="360"/>
                  </a:cubicBezTo>
                  <a:cubicBezTo>
                    <a:pt x="0" y="620"/>
                    <a:pt x="227" y="889"/>
                    <a:pt x="562" y="960"/>
                  </a:cubicBezTo>
                  <a:cubicBezTo>
                    <a:pt x="617" y="971"/>
                    <a:pt x="671" y="978"/>
                    <a:pt x="725" y="978"/>
                  </a:cubicBezTo>
                  <a:cubicBezTo>
                    <a:pt x="993" y="978"/>
                    <a:pt x="1221" y="835"/>
                    <a:pt x="1268" y="617"/>
                  </a:cubicBezTo>
                  <a:cubicBezTo>
                    <a:pt x="1323" y="358"/>
                    <a:pt x="1096" y="89"/>
                    <a:pt x="761" y="17"/>
                  </a:cubicBezTo>
                  <a:cubicBezTo>
                    <a:pt x="706"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57"/>
            <p:cNvSpPr/>
            <p:nvPr/>
          </p:nvSpPr>
          <p:spPr>
            <a:xfrm>
              <a:off x="5426650" y="909600"/>
              <a:ext cx="29250" cy="29725"/>
            </a:xfrm>
            <a:custGeom>
              <a:avLst/>
              <a:gdLst/>
              <a:ahLst/>
              <a:cxnLst/>
              <a:rect l="l" t="t" r="r" b="b"/>
              <a:pathLst>
                <a:path w="1170" h="1189" extrusionOk="0">
                  <a:moveTo>
                    <a:pt x="483" y="199"/>
                  </a:moveTo>
                  <a:cubicBezTo>
                    <a:pt x="608" y="199"/>
                    <a:pt x="755" y="303"/>
                    <a:pt x="839" y="466"/>
                  </a:cubicBezTo>
                  <a:cubicBezTo>
                    <a:pt x="942" y="669"/>
                    <a:pt x="914" y="901"/>
                    <a:pt x="776" y="970"/>
                  </a:cubicBezTo>
                  <a:cubicBezTo>
                    <a:pt x="749" y="984"/>
                    <a:pt x="719" y="991"/>
                    <a:pt x="687" y="991"/>
                  </a:cubicBezTo>
                  <a:cubicBezTo>
                    <a:pt x="563" y="991"/>
                    <a:pt x="416" y="886"/>
                    <a:pt x="333" y="724"/>
                  </a:cubicBezTo>
                  <a:cubicBezTo>
                    <a:pt x="229" y="520"/>
                    <a:pt x="258" y="288"/>
                    <a:pt x="394" y="219"/>
                  </a:cubicBezTo>
                  <a:cubicBezTo>
                    <a:pt x="422" y="205"/>
                    <a:pt x="452" y="199"/>
                    <a:pt x="483" y="199"/>
                  </a:cubicBezTo>
                  <a:close/>
                  <a:moveTo>
                    <a:pt x="481" y="1"/>
                  </a:moveTo>
                  <a:cubicBezTo>
                    <a:pt x="420" y="1"/>
                    <a:pt x="360" y="14"/>
                    <a:pt x="304" y="42"/>
                  </a:cubicBezTo>
                  <a:cubicBezTo>
                    <a:pt x="67" y="163"/>
                    <a:pt x="1" y="509"/>
                    <a:pt x="156" y="814"/>
                  </a:cubicBezTo>
                  <a:cubicBezTo>
                    <a:pt x="275" y="1047"/>
                    <a:pt x="490" y="1189"/>
                    <a:pt x="690" y="1189"/>
                  </a:cubicBezTo>
                  <a:cubicBezTo>
                    <a:pt x="751" y="1189"/>
                    <a:pt x="811" y="1176"/>
                    <a:pt x="867" y="1147"/>
                  </a:cubicBezTo>
                  <a:cubicBezTo>
                    <a:pt x="1103" y="1026"/>
                    <a:pt x="1170" y="681"/>
                    <a:pt x="1015" y="376"/>
                  </a:cubicBezTo>
                  <a:cubicBezTo>
                    <a:pt x="896" y="142"/>
                    <a:pt x="681"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57"/>
            <p:cNvSpPr/>
            <p:nvPr/>
          </p:nvSpPr>
          <p:spPr>
            <a:xfrm>
              <a:off x="5405300" y="909000"/>
              <a:ext cx="27600" cy="29975"/>
            </a:xfrm>
            <a:custGeom>
              <a:avLst/>
              <a:gdLst/>
              <a:ahLst/>
              <a:cxnLst/>
              <a:rect l="l" t="t" r="r" b="b"/>
              <a:pathLst>
                <a:path w="1104" h="1199" extrusionOk="0">
                  <a:moveTo>
                    <a:pt x="672" y="197"/>
                  </a:moveTo>
                  <a:cubicBezTo>
                    <a:pt x="700" y="197"/>
                    <a:pt x="726" y="202"/>
                    <a:pt x="751" y="213"/>
                  </a:cubicBezTo>
                  <a:cubicBezTo>
                    <a:pt x="814" y="242"/>
                    <a:pt x="860" y="306"/>
                    <a:pt x="880" y="395"/>
                  </a:cubicBezTo>
                  <a:cubicBezTo>
                    <a:pt x="902" y="492"/>
                    <a:pt x="887" y="607"/>
                    <a:pt x="839" y="715"/>
                  </a:cubicBezTo>
                  <a:cubicBezTo>
                    <a:pt x="762" y="887"/>
                    <a:pt x="615" y="1001"/>
                    <a:pt x="487" y="1001"/>
                  </a:cubicBezTo>
                  <a:cubicBezTo>
                    <a:pt x="459" y="1001"/>
                    <a:pt x="433" y="996"/>
                    <a:pt x="408" y="985"/>
                  </a:cubicBezTo>
                  <a:cubicBezTo>
                    <a:pt x="267" y="922"/>
                    <a:pt x="228" y="693"/>
                    <a:pt x="321" y="484"/>
                  </a:cubicBezTo>
                  <a:cubicBezTo>
                    <a:pt x="397" y="312"/>
                    <a:pt x="544" y="197"/>
                    <a:pt x="672" y="197"/>
                  </a:cubicBezTo>
                  <a:close/>
                  <a:moveTo>
                    <a:pt x="674" y="0"/>
                  </a:moveTo>
                  <a:cubicBezTo>
                    <a:pt x="468" y="0"/>
                    <a:pt x="250" y="156"/>
                    <a:pt x="140" y="404"/>
                  </a:cubicBezTo>
                  <a:cubicBezTo>
                    <a:pt x="0" y="716"/>
                    <a:pt x="85" y="1058"/>
                    <a:pt x="327" y="1166"/>
                  </a:cubicBezTo>
                  <a:cubicBezTo>
                    <a:pt x="378" y="1188"/>
                    <a:pt x="431" y="1198"/>
                    <a:pt x="485" y="1198"/>
                  </a:cubicBezTo>
                  <a:cubicBezTo>
                    <a:pt x="692" y="1198"/>
                    <a:pt x="910" y="1042"/>
                    <a:pt x="1020" y="795"/>
                  </a:cubicBezTo>
                  <a:cubicBezTo>
                    <a:pt x="1084" y="649"/>
                    <a:pt x="1104" y="491"/>
                    <a:pt x="1074" y="352"/>
                  </a:cubicBezTo>
                  <a:cubicBezTo>
                    <a:pt x="1040" y="200"/>
                    <a:pt x="954" y="87"/>
                    <a:pt x="831" y="34"/>
                  </a:cubicBezTo>
                  <a:cubicBezTo>
                    <a:pt x="781" y="11"/>
                    <a:pt x="728" y="0"/>
                    <a:pt x="6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57"/>
            <p:cNvSpPr/>
            <p:nvPr/>
          </p:nvSpPr>
          <p:spPr>
            <a:xfrm>
              <a:off x="5390800" y="894650"/>
              <a:ext cx="32525" cy="24650"/>
            </a:xfrm>
            <a:custGeom>
              <a:avLst/>
              <a:gdLst/>
              <a:ahLst/>
              <a:cxnLst/>
              <a:rect l="l" t="t" r="r" b="b"/>
              <a:pathLst>
                <a:path w="1301" h="986" extrusionOk="0">
                  <a:moveTo>
                    <a:pt x="713" y="198"/>
                  </a:moveTo>
                  <a:cubicBezTo>
                    <a:pt x="774" y="198"/>
                    <a:pt x="832" y="209"/>
                    <a:pt x="884" y="228"/>
                  </a:cubicBezTo>
                  <a:cubicBezTo>
                    <a:pt x="967" y="261"/>
                    <a:pt x="1023" y="316"/>
                    <a:pt x="1041" y="383"/>
                  </a:cubicBezTo>
                  <a:cubicBezTo>
                    <a:pt x="1080" y="532"/>
                    <a:pt x="928" y="708"/>
                    <a:pt x="706" y="768"/>
                  </a:cubicBezTo>
                  <a:cubicBezTo>
                    <a:pt x="655" y="781"/>
                    <a:pt x="604" y="788"/>
                    <a:pt x="554" y="788"/>
                  </a:cubicBezTo>
                  <a:cubicBezTo>
                    <a:pt x="494" y="788"/>
                    <a:pt x="435" y="778"/>
                    <a:pt x="383" y="757"/>
                  </a:cubicBezTo>
                  <a:cubicBezTo>
                    <a:pt x="300" y="725"/>
                    <a:pt x="244" y="670"/>
                    <a:pt x="226" y="602"/>
                  </a:cubicBezTo>
                  <a:cubicBezTo>
                    <a:pt x="209" y="535"/>
                    <a:pt x="230" y="459"/>
                    <a:pt x="286" y="389"/>
                  </a:cubicBezTo>
                  <a:cubicBezTo>
                    <a:pt x="348" y="310"/>
                    <a:pt x="446" y="249"/>
                    <a:pt x="561" y="219"/>
                  </a:cubicBezTo>
                  <a:cubicBezTo>
                    <a:pt x="611" y="205"/>
                    <a:pt x="663" y="198"/>
                    <a:pt x="713" y="198"/>
                  </a:cubicBezTo>
                  <a:close/>
                  <a:moveTo>
                    <a:pt x="711" y="0"/>
                  </a:moveTo>
                  <a:cubicBezTo>
                    <a:pt x="644" y="0"/>
                    <a:pt x="576" y="9"/>
                    <a:pt x="508" y="28"/>
                  </a:cubicBezTo>
                  <a:cubicBezTo>
                    <a:pt x="353" y="69"/>
                    <a:pt x="219" y="154"/>
                    <a:pt x="131" y="265"/>
                  </a:cubicBezTo>
                  <a:cubicBezTo>
                    <a:pt x="34" y="386"/>
                    <a:pt x="0" y="524"/>
                    <a:pt x="35" y="653"/>
                  </a:cubicBezTo>
                  <a:cubicBezTo>
                    <a:pt x="69" y="783"/>
                    <a:pt x="168" y="886"/>
                    <a:pt x="312" y="942"/>
                  </a:cubicBezTo>
                  <a:cubicBezTo>
                    <a:pt x="386" y="971"/>
                    <a:pt x="469" y="985"/>
                    <a:pt x="554" y="985"/>
                  </a:cubicBezTo>
                  <a:cubicBezTo>
                    <a:pt x="620" y="985"/>
                    <a:pt x="690" y="976"/>
                    <a:pt x="759" y="958"/>
                  </a:cubicBezTo>
                  <a:cubicBezTo>
                    <a:pt x="1088" y="869"/>
                    <a:pt x="1301" y="589"/>
                    <a:pt x="1232" y="333"/>
                  </a:cubicBezTo>
                  <a:cubicBezTo>
                    <a:pt x="1196" y="202"/>
                    <a:pt x="1099" y="101"/>
                    <a:pt x="955" y="45"/>
                  </a:cubicBezTo>
                  <a:cubicBezTo>
                    <a:pt x="880" y="15"/>
                    <a:pt x="797" y="0"/>
                    <a:pt x="71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57"/>
            <p:cNvSpPr/>
            <p:nvPr/>
          </p:nvSpPr>
          <p:spPr>
            <a:xfrm>
              <a:off x="5396625" y="872700"/>
              <a:ext cx="31400" cy="26725"/>
            </a:xfrm>
            <a:custGeom>
              <a:avLst/>
              <a:gdLst/>
              <a:ahLst/>
              <a:cxnLst/>
              <a:rect l="l" t="t" r="r" b="b"/>
              <a:pathLst>
                <a:path w="1256" h="1069" extrusionOk="0">
                  <a:moveTo>
                    <a:pt x="462" y="198"/>
                  </a:moveTo>
                  <a:cubicBezTo>
                    <a:pt x="562" y="198"/>
                    <a:pt x="670" y="236"/>
                    <a:pt x="764" y="305"/>
                  </a:cubicBezTo>
                  <a:cubicBezTo>
                    <a:pt x="949" y="439"/>
                    <a:pt x="1030" y="657"/>
                    <a:pt x="939" y="782"/>
                  </a:cubicBezTo>
                  <a:cubicBezTo>
                    <a:pt x="898" y="838"/>
                    <a:pt x="827" y="871"/>
                    <a:pt x="737" y="871"/>
                  </a:cubicBezTo>
                  <a:lnTo>
                    <a:pt x="734" y="871"/>
                  </a:lnTo>
                  <a:cubicBezTo>
                    <a:pt x="634" y="871"/>
                    <a:pt x="527" y="833"/>
                    <a:pt x="432" y="764"/>
                  </a:cubicBezTo>
                  <a:cubicBezTo>
                    <a:pt x="335" y="695"/>
                    <a:pt x="266" y="603"/>
                    <a:pt x="235" y="507"/>
                  </a:cubicBezTo>
                  <a:cubicBezTo>
                    <a:pt x="208" y="421"/>
                    <a:pt x="215" y="343"/>
                    <a:pt x="257" y="287"/>
                  </a:cubicBezTo>
                  <a:cubicBezTo>
                    <a:pt x="298" y="229"/>
                    <a:pt x="369" y="198"/>
                    <a:pt x="459" y="198"/>
                  </a:cubicBezTo>
                  <a:close/>
                  <a:moveTo>
                    <a:pt x="459" y="0"/>
                  </a:moveTo>
                  <a:cubicBezTo>
                    <a:pt x="304" y="0"/>
                    <a:pt x="175" y="61"/>
                    <a:pt x="97" y="169"/>
                  </a:cubicBezTo>
                  <a:cubicBezTo>
                    <a:pt x="17" y="279"/>
                    <a:pt x="0" y="420"/>
                    <a:pt x="47" y="567"/>
                  </a:cubicBezTo>
                  <a:cubicBezTo>
                    <a:pt x="90" y="702"/>
                    <a:pt x="186" y="830"/>
                    <a:pt x="315" y="924"/>
                  </a:cubicBezTo>
                  <a:cubicBezTo>
                    <a:pt x="444" y="1016"/>
                    <a:pt x="592" y="1069"/>
                    <a:pt x="734" y="1069"/>
                  </a:cubicBezTo>
                  <a:lnTo>
                    <a:pt x="738" y="1069"/>
                  </a:lnTo>
                  <a:cubicBezTo>
                    <a:pt x="892" y="1067"/>
                    <a:pt x="1021" y="1007"/>
                    <a:pt x="1099" y="898"/>
                  </a:cubicBezTo>
                  <a:cubicBezTo>
                    <a:pt x="1255" y="683"/>
                    <a:pt x="1158" y="345"/>
                    <a:pt x="881" y="145"/>
                  </a:cubicBezTo>
                  <a:cubicBezTo>
                    <a:pt x="751" y="50"/>
                    <a:pt x="599" y="4"/>
                    <a:pt x="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57"/>
            <p:cNvSpPr/>
            <p:nvPr/>
          </p:nvSpPr>
          <p:spPr>
            <a:xfrm>
              <a:off x="5495600" y="878950"/>
              <a:ext cx="57075" cy="44300"/>
            </a:xfrm>
            <a:custGeom>
              <a:avLst/>
              <a:gdLst/>
              <a:ahLst/>
              <a:cxnLst/>
              <a:rect l="l" t="t" r="r" b="b"/>
              <a:pathLst>
                <a:path w="2283" h="1772" extrusionOk="0">
                  <a:moveTo>
                    <a:pt x="1140" y="0"/>
                  </a:moveTo>
                  <a:cubicBezTo>
                    <a:pt x="1" y="0"/>
                    <a:pt x="1" y="1771"/>
                    <a:pt x="1142" y="1771"/>
                  </a:cubicBezTo>
                  <a:cubicBezTo>
                    <a:pt x="2280"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57"/>
            <p:cNvSpPr/>
            <p:nvPr/>
          </p:nvSpPr>
          <p:spPr>
            <a:xfrm>
              <a:off x="5513125" y="861250"/>
              <a:ext cx="24125" cy="31000"/>
            </a:xfrm>
            <a:custGeom>
              <a:avLst/>
              <a:gdLst/>
              <a:ahLst/>
              <a:cxnLst/>
              <a:rect l="l" t="t" r="r" b="b"/>
              <a:pathLst>
                <a:path w="965" h="1240" extrusionOk="0">
                  <a:moveTo>
                    <a:pt x="482" y="199"/>
                  </a:moveTo>
                  <a:cubicBezTo>
                    <a:pt x="636" y="199"/>
                    <a:pt x="766" y="392"/>
                    <a:pt x="766" y="620"/>
                  </a:cubicBezTo>
                  <a:cubicBezTo>
                    <a:pt x="766" y="849"/>
                    <a:pt x="636" y="1042"/>
                    <a:pt x="482" y="1042"/>
                  </a:cubicBezTo>
                  <a:cubicBezTo>
                    <a:pt x="328" y="1042"/>
                    <a:pt x="198" y="849"/>
                    <a:pt x="198" y="620"/>
                  </a:cubicBezTo>
                  <a:cubicBezTo>
                    <a:pt x="198" y="392"/>
                    <a:pt x="328" y="199"/>
                    <a:pt x="482" y="199"/>
                  </a:cubicBezTo>
                  <a:close/>
                  <a:moveTo>
                    <a:pt x="482" y="1"/>
                  </a:moveTo>
                  <a:cubicBezTo>
                    <a:pt x="216" y="1"/>
                    <a:pt x="0" y="278"/>
                    <a:pt x="0" y="620"/>
                  </a:cubicBezTo>
                  <a:cubicBezTo>
                    <a:pt x="0" y="961"/>
                    <a:pt x="216" y="1240"/>
                    <a:pt x="482" y="1240"/>
                  </a:cubicBezTo>
                  <a:cubicBezTo>
                    <a:pt x="748" y="1240"/>
                    <a:pt x="964" y="961"/>
                    <a:pt x="964" y="620"/>
                  </a:cubicBezTo>
                  <a:cubicBezTo>
                    <a:pt x="964" y="278"/>
                    <a:pt x="748"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57"/>
            <p:cNvSpPr/>
            <p:nvPr/>
          </p:nvSpPr>
          <p:spPr>
            <a:xfrm>
              <a:off x="5527900" y="873425"/>
              <a:ext cx="32450" cy="27075"/>
            </a:xfrm>
            <a:custGeom>
              <a:avLst/>
              <a:gdLst/>
              <a:ahLst/>
              <a:cxnLst/>
              <a:rect l="l" t="t" r="r" b="b"/>
              <a:pathLst>
                <a:path w="1298" h="1083" extrusionOk="0">
                  <a:moveTo>
                    <a:pt x="788" y="198"/>
                  </a:moveTo>
                  <a:cubicBezTo>
                    <a:pt x="866" y="198"/>
                    <a:pt x="934" y="223"/>
                    <a:pt x="977" y="275"/>
                  </a:cubicBezTo>
                  <a:cubicBezTo>
                    <a:pt x="1073" y="395"/>
                    <a:pt x="1005" y="617"/>
                    <a:pt x="827" y="761"/>
                  </a:cubicBezTo>
                  <a:cubicBezTo>
                    <a:pt x="736" y="835"/>
                    <a:pt x="629" y="879"/>
                    <a:pt x="528" y="883"/>
                  </a:cubicBezTo>
                  <a:cubicBezTo>
                    <a:pt x="521" y="884"/>
                    <a:pt x="514" y="884"/>
                    <a:pt x="507" y="884"/>
                  </a:cubicBezTo>
                  <a:cubicBezTo>
                    <a:pt x="426" y="884"/>
                    <a:pt x="361" y="856"/>
                    <a:pt x="321" y="806"/>
                  </a:cubicBezTo>
                  <a:cubicBezTo>
                    <a:pt x="224" y="686"/>
                    <a:pt x="293" y="464"/>
                    <a:pt x="470" y="320"/>
                  </a:cubicBezTo>
                  <a:cubicBezTo>
                    <a:pt x="570" y="240"/>
                    <a:pt x="687" y="198"/>
                    <a:pt x="788" y="198"/>
                  </a:cubicBezTo>
                  <a:close/>
                  <a:moveTo>
                    <a:pt x="787" y="0"/>
                  </a:moveTo>
                  <a:cubicBezTo>
                    <a:pt x="641" y="0"/>
                    <a:pt x="482" y="56"/>
                    <a:pt x="346" y="167"/>
                  </a:cubicBezTo>
                  <a:cubicBezTo>
                    <a:pt x="80" y="382"/>
                    <a:pt x="1" y="724"/>
                    <a:pt x="167" y="930"/>
                  </a:cubicBezTo>
                  <a:cubicBezTo>
                    <a:pt x="247" y="1029"/>
                    <a:pt x="368" y="1083"/>
                    <a:pt x="510" y="1083"/>
                  </a:cubicBezTo>
                  <a:cubicBezTo>
                    <a:pt x="519" y="1083"/>
                    <a:pt x="528" y="1081"/>
                    <a:pt x="538" y="1081"/>
                  </a:cubicBezTo>
                  <a:cubicBezTo>
                    <a:pt x="681" y="1075"/>
                    <a:pt x="828" y="1016"/>
                    <a:pt x="952" y="914"/>
                  </a:cubicBezTo>
                  <a:cubicBezTo>
                    <a:pt x="1218" y="699"/>
                    <a:pt x="1297" y="357"/>
                    <a:pt x="1130" y="151"/>
                  </a:cubicBezTo>
                  <a:cubicBezTo>
                    <a:pt x="1049" y="50"/>
                    <a:pt x="924" y="0"/>
                    <a:pt x="78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57"/>
            <p:cNvSpPr/>
            <p:nvPr/>
          </p:nvSpPr>
          <p:spPr>
            <a:xfrm>
              <a:off x="5532250" y="895850"/>
              <a:ext cx="32425" cy="24450"/>
            </a:xfrm>
            <a:custGeom>
              <a:avLst/>
              <a:gdLst/>
              <a:ahLst/>
              <a:cxnLst/>
              <a:rect l="l" t="t" r="r" b="b"/>
              <a:pathLst>
                <a:path w="1297" h="978" extrusionOk="0">
                  <a:moveTo>
                    <a:pt x="568" y="197"/>
                  </a:moveTo>
                  <a:cubicBezTo>
                    <a:pt x="610" y="197"/>
                    <a:pt x="652" y="203"/>
                    <a:pt x="693" y="212"/>
                  </a:cubicBezTo>
                  <a:cubicBezTo>
                    <a:pt x="917" y="259"/>
                    <a:pt x="1079" y="425"/>
                    <a:pt x="1048" y="577"/>
                  </a:cubicBezTo>
                  <a:cubicBezTo>
                    <a:pt x="1032" y="644"/>
                    <a:pt x="980" y="703"/>
                    <a:pt x="898" y="739"/>
                  </a:cubicBezTo>
                  <a:cubicBezTo>
                    <a:pt x="839" y="766"/>
                    <a:pt x="770" y="779"/>
                    <a:pt x="699" y="779"/>
                  </a:cubicBezTo>
                  <a:cubicBezTo>
                    <a:pt x="659" y="779"/>
                    <a:pt x="617" y="775"/>
                    <a:pt x="576" y="767"/>
                  </a:cubicBezTo>
                  <a:cubicBezTo>
                    <a:pt x="460" y="742"/>
                    <a:pt x="360" y="686"/>
                    <a:pt x="292" y="612"/>
                  </a:cubicBezTo>
                  <a:cubicBezTo>
                    <a:pt x="232" y="544"/>
                    <a:pt x="207" y="470"/>
                    <a:pt x="222" y="401"/>
                  </a:cubicBezTo>
                  <a:cubicBezTo>
                    <a:pt x="237" y="333"/>
                    <a:pt x="289" y="274"/>
                    <a:pt x="371" y="238"/>
                  </a:cubicBezTo>
                  <a:cubicBezTo>
                    <a:pt x="430" y="212"/>
                    <a:pt x="498" y="197"/>
                    <a:pt x="568" y="197"/>
                  </a:cubicBezTo>
                  <a:close/>
                  <a:moveTo>
                    <a:pt x="568" y="0"/>
                  </a:moveTo>
                  <a:cubicBezTo>
                    <a:pt x="469" y="0"/>
                    <a:pt x="374" y="19"/>
                    <a:pt x="291" y="57"/>
                  </a:cubicBezTo>
                  <a:cubicBezTo>
                    <a:pt x="150" y="120"/>
                    <a:pt x="56" y="229"/>
                    <a:pt x="29" y="360"/>
                  </a:cubicBezTo>
                  <a:cubicBezTo>
                    <a:pt x="0" y="492"/>
                    <a:pt x="42" y="627"/>
                    <a:pt x="145" y="743"/>
                  </a:cubicBezTo>
                  <a:cubicBezTo>
                    <a:pt x="240" y="849"/>
                    <a:pt x="378" y="927"/>
                    <a:pt x="534" y="960"/>
                  </a:cubicBezTo>
                  <a:cubicBezTo>
                    <a:pt x="590" y="971"/>
                    <a:pt x="645" y="978"/>
                    <a:pt x="700" y="978"/>
                  </a:cubicBezTo>
                  <a:cubicBezTo>
                    <a:pt x="800" y="978"/>
                    <a:pt x="895" y="958"/>
                    <a:pt x="980" y="921"/>
                  </a:cubicBezTo>
                  <a:cubicBezTo>
                    <a:pt x="1121" y="857"/>
                    <a:pt x="1213" y="749"/>
                    <a:pt x="1240" y="617"/>
                  </a:cubicBezTo>
                  <a:cubicBezTo>
                    <a:pt x="1297" y="358"/>
                    <a:pt x="1068" y="88"/>
                    <a:pt x="735" y="17"/>
                  </a:cubicBezTo>
                  <a:cubicBezTo>
                    <a:pt x="679" y="6"/>
                    <a:pt x="623" y="0"/>
                    <a:pt x="5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57"/>
            <p:cNvSpPr/>
            <p:nvPr/>
          </p:nvSpPr>
          <p:spPr>
            <a:xfrm>
              <a:off x="5519600" y="909600"/>
              <a:ext cx="29250" cy="29725"/>
            </a:xfrm>
            <a:custGeom>
              <a:avLst/>
              <a:gdLst/>
              <a:ahLst/>
              <a:cxnLst/>
              <a:rect l="l" t="t" r="r" b="b"/>
              <a:pathLst>
                <a:path w="1170" h="1189" extrusionOk="0">
                  <a:moveTo>
                    <a:pt x="482" y="199"/>
                  </a:moveTo>
                  <a:cubicBezTo>
                    <a:pt x="607" y="199"/>
                    <a:pt x="755" y="303"/>
                    <a:pt x="837" y="466"/>
                  </a:cubicBezTo>
                  <a:cubicBezTo>
                    <a:pt x="941" y="669"/>
                    <a:pt x="913" y="901"/>
                    <a:pt x="776" y="970"/>
                  </a:cubicBezTo>
                  <a:cubicBezTo>
                    <a:pt x="748" y="984"/>
                    <a:pt x="718" y="991"/>
                    <a:pt x="687" y="991"/>
                  </a:cubicBezTo>
                  <a:cubicBezTo>
                    <a:pt x="562" y="991"/>
                    <a:pt x="415" y="886"/>
                    <a:pt x="331" y="724"/>
                  </a:cubicBezTo>
                  <a:cubicBezTo>
                    <a:pt x="228" y="520"/>
                    <a:pt x="256" y="288"/>
                    <a:pt x="393" y="219"/>
                  </a:cubicBezTo>
                  <a:cubicBezTo>
                    <a:pt x="420" y="205"/>
                    <a:pt x="450" y="199"/>
                    <a:pt x="482" y="199"/>
                  </a:cubicBezTo>
                  <a:close/>
                  <a:moveTo>
                    <a:pt x="480" y="1"/>
                  </a:moveTo>
                  <a:cubicBezTo>
                    <a:pt x="419" y="1"/>
                    <a:pt x="358" y="14"/>
                    <a:pt x="303" y="42"/>
                  </a:cubicBezTo>
                  <a:cubicBezTo>
                    <a:pt x="67" y="163"/>
                    <a:pt x="0" y="509"/>
                    <a:pt x="155" y="814"/>
                  </a:cubicBezTo>
                  <a:cubicBezTo>
                    <a:pt x="274" y="1047"/>
                    <a:pt x="489" y="1189"/>
                    <a:pt x="688" y="1189"/>
                  </a:cubicBezTo>
                  <a:cubicBezTo>
                    <a:pt x="750" y="1189"/>
                    <a:pt x="810" y="1176"/>
                    <a:pt x="866" y="1147"/>
                  </a:cubicBezTo>
                  <a:cubicBezTo>
                    <a:pt x="1103" y="1026"/>
                    <a:pt x="1169" y="681"/>
                    <a:pt x="1014" y="376"/>
                  </a:cubicBezTo>
                  <a:cubicBezTo>
                    <a:pt x="895" y="142"/>
                    <a:pt x="680"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57"/>
            <p:cNvSpPr/>
            <p:nvPr/>
          </p:nvSpPr>
          <p:spPr>
            <a:xfrm>
              <a:off x="5498225" y="909000"/>
              <a:ext cx="27625" cy="29975"/>
            </a:xfrm>
            <a:custGeom>
              <a:avLst/>
              <a:gdLst/>
              <a:ahLst/>
              <a:cxnLst/>
              <a:rect l="l" t="t" r="r" b="b"/>
              <a:pathLst>
                <a:path w="1105" h="1199" extrusionOk="0">
                  <a:moveTo>
                    <a:pt x="673" y="197"/>
                  </a:moveTo>
                  <a:cubicBezTo>
                    <a:pt x="700" y="197"/>
                    <a:pt x="727" y="202"/>
                    <a:pt x="751" y="213"/>
                  </a:cubicBezTo>
                  <a:cubicBezTo>
                    <a:pt x="815" y="242"/>
                    <a:pt x="861" y="306"/>
                    <a:pt x="880" y="395"/>
                  </a:cubicBezTo>
                  <a:cubicBezTo>
                    <a:pt x="901" y="492"/>
                    <a:pt x="887" y="607"/>
                    <a:pt x="838" y="715"/>
                  </a:cubicBezTo>
                  <a:cubicBezTo>
                    <a:pt x="762" y="887"/>
                    <a:pt x="614" y="1001"/>
                    <a:pt x="487" y="1001"/>
                  </a:cubicBezTo>
                  <a:cubicBezTo>
                    <a:pt x="459" y="1001"/>
                    <a:pt x="433" y="996"/>
                    <a:pt x="408" y="985"/>
                  </a:cubicBezTo>
                  <a:cubicBezTo>
                    <a:pt x="268" y="922"/>
                    <a:pt x="227" y="693"/>
                    <a:pt x="320" y="484"/>
                  </a:cubicBezTo>
                  <a:cubicBezTo>
                    <a:pt x="397" y="312"/>
                    <a:pt x="545" y="197"/>
                    <a:pt x="673" y="197"/>
                  </a:cubicBezTo>
                  <a:close/>
                  <a:moveTo>
                    <a:pt x="674" y="0"/>
                  </a:moveTo>
                  <a:cubicBezTo>
                    <a:pt x="467" y="0"/>
                    <a:pt x="249" y="156"/>
                    <a:pt x="139" y="404"/>
                  </a:cubicBezTo>
                  <a:cubicBezTo>
                    <a:pt x="1" y="716"/>
                    <a:pt x="85" y="1058"/>
                    <a:pt x="328" y="1166"/>
                  </a:cubicBezTo>
                  <a:cubicBezTo>
                    <a:pt x="379" y="1188"/>
                    <a:pt x="431" y="1198"/>
                    <a:pt x="485" y="1198"/>
                  </a:cubicBezTo>
                  <a:cubicBezTo>
                    <a:pt x="691" y="1198"/>
                    <a:pt x="910" y="1042"/>
                    <a:pt x="1020" y="795"/>
                  </a:cubicBezTo>
                  <a:cubicBezTo>
                    <a:pt x="1085" y="649"/>
                    <a:pt x="1104" y="491"/>
                    <a:pt x="1073" y="352"/>
                  </a:cubicBezTo>
                  <a:cubicBezTo>
                    <a:pt x="1040" y="200"/>
                    <a:pt x="954" y="87"/>
                    <a:pt x="832" y="34"/>
                  </a:cubicBezTo>
                  <a:cubicBezTo>
                    <a:pt x="781" y="11"/>
                    <a:pt x="728" y="0"/>
                    <a:pt x="6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57"/>
            <p:cNvSpPr/>
            <p:nvPr/>
          </p:nvSpPr>
          <p:spPr>
            <a:xfrm>
              <a:off x="5483700" y="894650"/>
              <a:ext cx="32525" cy="24650"/>
            </a:xfrm>
            <a:custGeom>
              <a:avLst/>
              <a:gdLst/>
              <a:ahLst/>
              <a:cxnLst/>
              <a:rect l="l" t="t" r="r" b="b"/>
              <a:pathLst>
                <a:path w="1301" h="986" extrusionOk="0">
                  <a:moveTo>
                    <a:pt x="715" y="198"/>
                  </a:moveTo>
                  <a:cubicBezTo>
                    <a:pt x="774" y="198"/>
                    <a:pt x="832" y="209"/>
                    <a:pt x="884" y="228"/>
                  </a:cubicBezTo>
                  <a:cubicBezTo>
                    <a:pt x="967" y="261"/>
                    <a:pt x="1023" y="316"/>
                    <a:pt x="1042" y="383"/>
                  </a:cubicBezTo>
                  <a:cubicBezTo>
                    <a:pt x="1082" y="532"/>
                    <a:pt x="928" y="708"/>
                    <a:pt x="708" y="768"/>
                  </a:cubicBezTo>
                  <a:cubicBezTo>
                    <a:pt x="657" y="781"/>
                    <a:pt x="605" y="788"/>
                    <a:pt x="555" y="788"/>
                  </a:cubicBezTo>
                  <a:cubicBezTo>
                    <a:pt x="494" y="788"/>
                    <a:pt x="436" y="778"/>
                    <a:pt x="385" y="757"/>
                  </a:cubicBezTo>
                  <a:cubicBezTo>
                    <a:pt x="301" y="725"/>
                    <a:pt x="245" y="670"/>
                    <a:pt x="227" y="602"/>
                  </a:cubicBezTo>
                  <a:cubicBezTo>
                    <a:pt x="209" y="535"/>
                    <a:pt x="230" y="459"/>
                    <a:pt x="286" y="389"/>
                  </a:cubicBezTo>
                  <a:cubicBezTo>
                    <a:pt x="350" y="310"/>
                    <a:pt x="447" y="249"/>
                    <a:pt x="561" y="219"/>
                  </a:cubicBezTo>
                  <a:cubicBezTo>
                    <a:pt x="613" y="205"/>
                    <a:pt x="665" y="198"/>
                    <a:pt x="715" y="198"/>
                  </a:cubicBezTo>
                  <a:close/>
                  <a:moveTo>
                    <a:pt x="712" y="0"/>
                  </a:moveTo>
                  <a:cubicBezTo>
                    <a:pt x="646" y="0"/>
                    <a:pt x="577" y="9"/>
                    <a:pt x="510" y="28"/>
                  </a:cubicBezTo>
                  <a:cubicBezTo>
                    <a:pt x="355" y="69"/>
                    <a:pt x="221" y="154"/>
                    <a:pt x="131" y="265"/>
                  </a:cubicBezTo>
                  <a:cubicBezTo>
                    <a:pt x="34" y="386"/>
                    <a:pt x="0" y="524"/>
                    <a:pt x="36" y="653"/>
                  </a:cubicBezTo>
                  <a:cubicBezTo>
                    <a:pt x="71" y="783"/>
                    <a:pt x="169" y="886"/>
                    <a:pt x="313" y="942"/>
                  </a:cubicBezTo>
                  <a:cubicBezTo>
                    <a:pt x="387" y="971"/>
                    <a:pt x="470" y="985"/>
                    <a:pt x="556" y="985"/>
                  </a:cubicBezTo>
                  <a:cubicBezTo>
                    <a:pt x="622" y="985"/>
                    <a:pt x="691" y="976"/>
                    <a:pt x="759" y="958"/>
                  </a:cubicBezTo>
                  <a:cubicBezTo>
                    <a:pt x="1090" y="869"/>
                    <a:pt x="1301" y="589"/>
                    <a:pt x="1233" y="333"/>
                  </a:cubicBezTo>
                  <a:cubicBezTo>
                    <a:pt x="1198" y="202"/>
                    <a:pt x="1099" y="101"/>
                    <a:pt x="956" y="45"/>
                  </a:cubicBezTo>
                  <a:cubicBezTo>
                    <a:pt x="881" y="15"/>
                    <a:pt x="798"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57"/>
            <p:cNvSpPr/>
            <p:nvPr/>
          </p:nvSpPr>
          <p:spPr>
            <a:xfrm>
              <a:off x="5489525" y="872700"/>
              <a:ext cx="31425" cy="26725"/>
            </a:xfrm>
            <a:custGeom>
              <a:avLst/>
              <a:gdLst/>
              <a:ahLst/>
              <a:cxnLst/>
              <a:rect l="l" t="t" r="r" b="b"/>
              <a:pathLst>
                <a:path w="1257" h="1069" extrusionOk="0">
                  <a:moveTo>
                    <a:pt x="463" y="198"/>
                  </a:moveTo>
                  <a:cubicBezTo>
                    <a:pt x="564" y="198"/>
                    <a:pt x="670" y="236"/>
                    <a:pt x="766" y="305"/>
                  </a:cubicBezTo>
                  <a:cubicBezTo>
                    <a:pt x="951" y="439"/>
                    <a:pt x="1030" y="657"/>
                    <a:pt x="940" y="782"/>
                  </a:cubicBezTo>
                  <a:cubicBezTo>
                    <a:pt x="899" y="838"/>
                    <a:pt x="827" y="871"/>
                    <a:pt x="737" y="871"/>
                  </a:cubicBezTo>
                  <a:cubicBezTo>
                    <a:pt x="631" y="864"/>
                    <a:pt x="528" y="833"/>
                    <a:pt x="432" y="764"/>
                  </a:cubicBezTo>
                  <a:cubicBezTo>
                    <a:pt x="337" y="695"/>
                    <a:pt x="267" y="603"/>
                    <a:pt x="237" y="507"/>
                  </a:cubicBezTo>
                  <a:cubicBezTo>
                    <a:pt x="209" y="421"/>
                    <a:pt x="217" y="343"/>
                    <a:pt x="257" y="287"/>
                  </a:cubicBezTo>
                  <a:cubicBezTo>
                    <a:pt x="299" y="229"/>
                    <a:pt x="371" y="198"/>
                    <a:pt x="461" y="198"/>
                  </a:cubicBezTo>
                  <a:close/>
                  <a:moveTo>
                    <a:pt x="459" y="0"/>
                  </a:moveTo>
                  <a:cubicBezTo>
                    <a:pt x="306" y="0"/>
                    <a:pt x="177" y="61"/>
                    <a:pt x="97" y="169"/>
                  </a:cubicBezTo>
                  <a:cubicBezTo>
                    <a:pt x="19" y="279"/>
                    <a:pt x="1" y="420"/>
                    <a:pt x="48" y="567"/>
                  </a:cubicBezTo>
                  <a:cubicBezTo>
                    <a:pt x="91" y="702"/>
                    <a:pt x="187" y="830"/>
                    <a:pt x="316" y="924"/>
                  </a:cubicBezTo>
                  <a:cubicBezTo>
                    <a:pt x="445" y="1016"/>
                    <a:pt x="594" y="1069"/>
                    <a:pt x="736" y="1069"/>
                  </a:cubicBezTo>
                  <a:lnTo>
                    <a:pt x="738" y="1069"/>
                  </a:lnTo>
                  <a:cubicBezTo>
                    <a:pt x="893" y="1067"/>
                    <a:pt x="1021" y="1007"/>
                    <a:pt x="1100" y="898"/>
                  </a:cubicBezTo>
                  <a:cubicBezTo>
                    <a:pt x="1257" y="683"/>
                    <a:pt x="1158" y="345"/>
                    <a:pt x="882" y="145"/>
                  </a:cubicBezTo>
                  <a:cubicBezTo>
                    <a:pt x="753" y="50"/>
                    <a:pt x="607" y="4"/>
                    <a:pt x="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57"/>
            <p:cNvSpPr/>
            <p:nvPr/>
          </p:nvSpPr>
          <p:spPr>
            <a:xfrm>
              <a:off x="5588500" y="878950"/>
              <a:ext cx="57100" cy="44300"/>
            </a:xfrm>
            <a:custGeom>
              <a:avLst/>
              <a:gdLst/>
              <a:ahLst/>
              <a:cxnLst/>
              <a:rect l="l" t="t" r="r" b="b"/>
              <a:pathLst>
                <a:path w="2284" h="1772" extrusionOk="0">
                  <a:moveTo>
                    <a:pt x="1141" y="0"/>
                  </a:moveTo>
                  <a:cubicBezTo>
                    <a:pt x="3" y="0"/>
                    <a:pt x="1" y="1771"/>
                    <a:pt x="1142" y="1771"/>
                  </a:cubicBezTo>
                  <a:cubicBezTo>
                    <a:pt x="2282" y="1771"/>
                    <a:pt x="2283" y="0"/>
                    <a:pt x="1142" y="0"/>
                  </a:cubicBezTo>
                  <a:cubicBezTo>
                    <a:pt x="1141"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57"/>
            <p:cNvSpPr/>
            <p:nvPr/>
          </p:nvSpPr>
          <p:spPr>
            <a:xfrm>
              <a:off x="5606050" y="861250"/>
              <a:ext cx="24125" cy="31000"/>
            </a:xfrm>
            <a:custGeom>
              <a:avLst/>
              <a:gdLst/>
              <a:ahLst/>
              <a:cxnLst/>
              <a:rect l="l" t="t" r="r" b="b"/>
              <a:pathLst>
                <a:path w="965" h="1240" extrusionOk="0">
                  <a:moveTo>
                    <a:pt x="483" y="199"/>
                  </a:moveTo>
                  <a:cubicBezTo>
                    <a:pt x="637" y="199"/>
                    <a:pt x="767" y="392"/>
                    <a:pt x="767" y="620"/>
                  </a:cubicBezTo>
                  <a:cubicBezTo>
                    <a:pt x="767" y="849"/>
                    <a:pt x="637"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5" y="961"/>
                    <a:pt x="965" y="620"/>
                  </a:cubicBezTo>
                  <a:cubicBezTo>
                    <a:pt x="965"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57"/>
            <p:cNvSpPr/>
            <p:nvPr/>
          </p:nvSpPr>
          <p:spPr>
            <a:xfrm>
              <a:off x="5620800" y="873425"/>
              <a:ext cx="32475" cy="27075"/>
            </a:xfrm>
            <a:custGeom>
              <a:avLst/>
              <a:gdLst/>
              <a:ahLst/>
              <a:cxnLst/>
              <a:rect l="l" t="t" r="r" b="b"/>
              <a:pathLst>
                <a:path w="1299" h="1083" extrusionOk="0">
                  <a:moveTo>
                    <a:pt x="788" y="198"/>
                  </a:moveTo>
                  <a:cubicBezTo>
                    <a:pt x="867" y="198"/>
                    <a:pt x="935" y="223"/>
                    <a:pt x="977" y="275"/>
                  </a:cubicBezTo>
                  <a:cubicBezTo>
                    <a:pt x="1075" y="395"/>
                    <a:pt x="1006" y="617"/>
                    <a:pt x="828" y="761"/>
                  </a:cubicBezTo>
                  <a:cubicBezTo>
                    <a:pt x="736" y="835"/>
                    <a:pt x="630" y="879"/>
                    <a:pt x="529" y="883"/>
                  </a:cubicBezTo>
                  <a:cubicBezTo>
                    <a:pt x="522" y="884"/>
                    <a:pt x="515" y="884"/>
                    <a:pt x="508" y="884"/>
                  </a:cubicBezTo>
                  <a:cubicBezTo>
                    <a:pt x="428" y="884"/>
                    <a:pt x="362" y="856"/>
                    <a:pt x="321" y="806"/>
                  </a:cubicBezTo>
                  <a:cubicBezTo>
                    <a:pt x="225" y="686"/>
                    <a:pt x="294" y="464"/>
                    <a:pt x="471" y="320"/>
                  </a:cubicBezTo>
                  <a:cubicBezTo>
                    <a:pt x="572" y="240"/>
                    <a:pt x="688" y="198"/>
                    <a:pt x="788" y="198"/>
                  </a:cubicBezTo>
                  <a:close/>
                  <a:moveTo>
                    <a:pt x="788" y="0"/>
                  </a:moveTo>
                  <a:cubicBezTo>
                    <a:pt x="642" y="0"/>
                    <a:pt x="483" y="56"/>
                    <a:pt x="346" y="167"/>
                  </a:cubicBezTo>
                  <a:cubicBezTo>
                    <a:pt x="82" y="382"/>
                    <a:pt x="1" y="724"/>
                    <a:pt x="168" y="930"/>
                  </a:cubicBezTo>
                  <a:cubicBezTo>
                    <a:pt x="247" y="1029"/>
                    <a:pt x="368" y="1083"/>
                    <a:pt x="512" y="1083"/>
                  </a:cubicBezTo>
                  <a:cubicBezTo>
                    <a:pt x="521" y="1083"/>
                    <a:pt x="530" y="1081"/>
                    <a:pt x="539" y="1081"/>
                  </a:cubicBezTo>
                  <a:cubicBezTo>
                    <a:pt x="681" y="1075"/>
                    <a:pt x="828" y="1016"/>
                    <a:pt x="953" y="914"/>
                  </a:cubicBezTo>
                  <a:cubicBezTo>
                    <a:pt x="1218" y="699"/>
                    <a:pt x="1299" y="357"/>
                    <a:pt x="1132" y="151"/>
                  </a:cubicBezTo>
                  <a:cubicBezTo>
                    <a:pt x="1050" y="50"/>
                    <a:pt x="925" y="0"/>
                    <a:pt x="7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57"/>
            <p:cNvSpPr/>
            <p:nvPr/>
          </p:nvSpPr>
          <p:spPr>
            <a:xfrm>
              <a:off x="5625175" y="895850"/>
              <a:ext cx="32400" cy="24450"/>
            </a:xfrm>
            <a:custGeom>
              <a:avLst/>
              <a:gdLst/>
              <a:ahLst/>
              <a:cxnLst/>
              <a:rect l="l" t="t" r="r" b="b"/>
              <a:pathLst>
                <a:path w="1296" h="978" extrusionOk="0">
                  <a:moveTo>
                    <a:pt x="569" y="197"/>
                  </a:moveTo>
                  <a:cubicBezTo>
                    <a:pt x="609" y="197"/>
                    <a:pt x="652" y="203"/>
                    <a:pt x="694" y="212"/>
                  </a:cubicBezTo>
                  <a:cubicBezTo>
                    <a:pt x="918" y="259"/>
                    <a:pt x="1079" y="425"/>
                    <a:pt x="1047" y="577"/>
                  </a:cubicBezTo>
                  <a:cubicBezTo>
                    <a:pt x="1033" y="644"/>
                    <a:pt x="980" y="703"/>
                    <a:pt x="898" y="739"/>
                  </a:cubicBezTo>
                  <a:cubicBezTo>
                    <a:pt x="839" y="766"/>
                    <a:pt x="771" y="779"/>
                    <a:pt x="699" y="779"/>
                  </a:cubicBezTo>
                  <a:cubicBezTo>
                    <a:pt x="659" y="779"/>
                    <a:pt x="617" y="775"/>
                    <a:pt x="575" y="767"/>
                  </a:cubicBezTo>
                  <a:cubicBezTo>
                    <a:pt x="461" y="742"/>
                    <a:pt x="359" y="686"/>
                    <a:pt x="292" y="612"/>
                  </a:cubicBezTo>
                  <a:cubicBezTo>
                    <a:pt x="232" y="544"/>
                    <a:pt x="208" y="470"/>
                    <a:pt x="222" y="401"/>
                  </a:cubicBezTo>
                  <a:cubicBezTo>
                    <a:pt x="236" y="333"/>
                    <a:pt x="290" y="274"/>
                    <a:pt x="372" y="238"/>
                  </a:cubicBezTo>
                  <a:cubicBezTo>
                    <a:pt x="431" y="212"/>
                    <a:pt x="497" y="197"/>
                    <a:pt x="569" y="197"/>
                  </a:cubicBezTo>
                  <a:close/>
                  <a:moveTo>
                    <a:pt x="567" y="0"/>
                  </a:moveTo>
                  <a:cubicBezTo>
                    <a:pt x="469" y="0"/>
                    <a:pt x="374" y="19"/>
                    <a:pt x="290" y="57"/>
                  </a:cubicBezTo>
                  <a:cubicBezTo>
                    <a:pt x="149" y="120"/>
                    <a:pt x="57" y="229"/>
                    <a:pt x="28" y="360"/>
                  </a:cubicBezTo>
                  <a:cubicBezTo>
                    <a:pt x="1" y="492"/>
                    <a:pt x="42" y="627"/>
                    <a:pt x="144" y="743"/>
                  </a:cubicBezTo>
                  <a:cubicBezTo>
                    <a:pt x="239" y="849"/>
                    <a:pt x="378" y="927"/>
                    <a:pt x="535" y="960"/>
                  </a:cubicBezTo>
                  <a:cubicBezTo>
                    <a:pt x="590" y="971"/>
                    <a:pt x="646" y="978"/>
                    <a:pt x="700" y="978"/>
                  </a:cubicBezTo>
                  <a:cubicBezTo>
                    <a:pt x="799" y="978"/>
                    <a:pt x="896" y="958"/>
                    <a:pt x="979" y="921"/>
                  </a:cubicBezTo>
                  <a:cubicBezTo>
                    <a:pt x="1120" y="857"/>
                    <a:pt x="1212" y="749"/>
                    <a:pt x="1241" y="617"/>
                  </a:cubicBezTo>
                  <a:cubicBezTo>
                    <a:pt x="1296" y="358"/>
                    <a:pt x="1069" y="88"/>
                    <a:pt x="734" y="17"/>
                  </a:cubicBezTo>
                  <a:cubicBezTo>
                    <a:pt x="678" y="6"/>
                    <a:pt x="622" y="0"/>
                    <a:pt x="5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57"/>
            <p:cNvSpPr/>
            <p:nvPr/>
          </p:nvSpPr>
          <p:spPr>
            <a:xfrm>
              <a:off x="5612500" y="909600"/>
              <a:ext cx="29250" cy="29725"/>
            </a:xfrm>
            <a:custGeom>
              <a:avLst/>
              <a:gdLst/>
              <a:ahLst/>
              <a:cxnLst/>
              <a:rect l="l" t="t" r="r" b="b"/>
              <a:pathLst>
                <a:path w="1170" h="1189" extrusionOk="0">
                  <a:moveTo>
                    <a:pt x="483" y="199"/>
                  </a:moveTo>
                  <a:cubicBezTo>
                    <a:pt x="608" y="199"/>
                    <a:pt x="755" y="303"/>
                    <a:pt x="839" y="466"/>
                  </a:cubicBezTo>
                  <a:cubicBezTo>
                    <a:pt x="941" y="669"/>
                    <a:pt x="914" y="901"/>
                    <a:pt x="777" y="970"/>
                  </a:cubicBezTo>
                  <a:cubicBezTo>
                    <a:pt x="750" y="984"/>
                    <a:pt x="720" y="991"/>
                    <a:pt x="688" y="991"/>
                  </a:cubicBezTo>
                  <a:cubicBezTo>
                    <a:pt x="563" y="991"/>
                    <a:pt x="416" y="886"/>
                    <a:pt x="333" y="724"/>
                  </a:cubicBezTo>
                  <a:cubicBezTo>
                    <a:pt x="229" y="520"/>
                    <a:pt x="257" y="288"/>
                    <a:pt x="394" y="219"/>
                  </a:cubicBezTo>
                  <a:cubicBezTo>
                    <a:pt x="421" y="205"/>
                    <a:pt x="451" y="199"/>
                    <a:pt x="483" y="199"/>
                  </a:cubicBezTo>
                  <a:close/>
                  <a:moveTo>
                    <a:pt x="482" y="1"/>
                  </a:moveTo>
                  <a:cubicBezTo>
                    <a:pt x="420" y="1"/>
                    <a:pt x="360" y="14"/>
                    <a:pt x="304" y="42"/>
                  </a:cubicBezTo>
                  <a:cubicBezTo>
                    <a:pt x="67" y="163"/>
                    <a:pt x="1" y="509"/>
                    <a:pt x="156" y="814"/>
                  </a:cubicBezTo>
                  <a:cubicBezTo>
                    <a:pt x="276" y="1047"/>
                    <a:pt x="489" y="1189"/>
                    <a:pt x="690" y="1189"/>
                  </a:cubicBezTo>
                  <a:cubicBezTo>
                    <a:pt x="751" y="1189"/>
                    <a:pt x="811" y="1176"/>
                    <a:pt x="867" y="1147"/>
                  </a:cubicBezTo>
                  <a:cubicBezTo>
                    <a:pt x="1103" y="1026"/>
                    <a:pt x="1169" y="681"/>
                    <a:pt x="1014" y="376"/>
                  </a:cubicBezTo>
                  <a:cubicBezTo>
                    <a:pt x="896" y="142"/>
                    <a:pt x="682"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57"/>
            <p:cNvSpPr/>
            <p:nvPr/>
          </p:nvSpPr>
          <p:spPr>
            <a:xfrm>
              <a:off x="5591175" y="909000"/>
              <a:ext cx="27575" cy="29975"/>
            </a:xfrm>
            <a:custGeom>
              <a:avLst/>
              <a:gdLst/>
              <a:ahLst/>
              <a:cxnLst/>
              <a:rect l="l" t="t" r="r" b="b"/>
              <a:pathLst>
                <a:path w="1103" h="1199" extrusionOk="0">
                  <a:moveTo>
                    <a:pt x="672" y="197"/>
                  </a:moveTo>
                  <a:cubicBezTo>
                    <a:pt x="699" y="197"/>
                    <a:pt x="726" y="202"/>
                    <a:pt x="751" y="213"/>
                  </a:cubicBezTo>
                  <a:cubicBezTo>
                    <a:pt x="813" y="242"/>
                    <a:pt x="860" y="306"/>
                    <a:pt x="878" y="395"/>
                  </a:cubicBezTo>
                  <a:cubicBezTo>
                    <a:pt x="901" y="492"/>
                    <a:pt x="886" y="607"/>
                    <a:pt x="838" y="715"/>
                  </a:cubicBezTo>
                  <a:cubicBezTo>
                    <a:pt x="761" y="887"/>
                    <a:pt x="614" y="1001"/>
                    <a:pt x="486" y="1001"/>
                  </a:cubicBezTo>
                  <a:cubicBezTo>
                    <a:pt x="458" y="1001"/>
                    <a:pt x="432" y="996"/>
                    <a:pt x="407" y="985"/>
                  </a:cubicBezTo>
                  <a:cubicBezTo>
                    <a:pt x="267" y="922"/>
                    <a:pt x="227" y="693"/>
                    <a:pt x="319" y="484"/>
                  </a:cubicBezTo>
                  <a:cubicBezTo>
                    <a:pt x="396" y="312"/>
                    <a:pt x="543" y="197"/>
                    <a:pt x="672" y="197"/>
                  </a:cubicBezTo>
                  <a:close/>
                  <a:moveTo>
                    <a:pt x="673" y="0"/>
                  </a:moveTo>
                  <a:cubicBezTo>
                    <a:pt x="466" y="0"/>
                    <a:pt x="249" y="156"/>
                    <a:pt x="138" y="404"/>
                  </a:cubicBezTo>
                  <a:cubicBezTo>
                    <a:pt x="0" y="716"/>
                    <a:pt x="84" y="1058"/>
                    <a:pt x="327" y="1166"/>
                  </a:cubicBezTo>
                  <a:cubicBezTo>
                    <a:pt x="377" y="1188"/>
                    <a:pt x="430" y="1198"/>
                    <a:pt x="484" y="1198"/>
                  </a:cubicBezTo>
                  <a:cubicBezTo>
                    <a:pt x="691" y="1198"/>
                    <a:pt x="908" y="1042"/>
                    <a:pt x="1019" y="795"/>
                  </a:cubicBezTo>
                  <a:cubicBezTo>
                    <a:pt x="1084" y="649"/>
                    <a:pt x="1103" y="491"/>
                    <a:pt x="1073" y="352"/>
                  </a:cubicBezTo>
                  <a:cubicBezTo>
                    <a:pt x="1039" y="200"/>
                    <a:pt x="954" y="87"/>
                    <a:pt x="830" y="34"/>
                  </a:cubicBezTo>
                  <a:cubicBezTo>
                    <a:pt x="780" y="11"/>
                    <a:pt x="727" y="0"/>
                    <a:pt x="6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57"/>
            <p:cNvSpPr/>
            <p:nvPr/>
          </p:nvSpPr>
          <p:spPr>
            <a:xfrm>
              <a:off x="5576650" y="894650"/>
              <a:ext cx="32525" cy="24650"/>
            </a:xfrm>
            <a:custGeom>
              <a:avLst/>
              <a:gdLst/>
              <a:ahLst/>
              <a:cxnLst/>
              <a:rect l="l" t="t" r="r" b="b"/>
              <a:pathLst>
                <a:path w="1301" h="986" extrusionOk="0">
                  <a:moveTo>
                    <a:pt x="713" y="198"/>
                  </a:moveTo>
                  <a:cubicBezTo>
                    <a:pt x="774" y="198"/>
                    <a:pt x="831" y="209"/>
                    <a:pt x="883" y="228"/>
                  </a:cubicBezTo>
                  <a:cubicBezTo>
                    <a:pt x="967" y="261"/>
                    <a:pt x="1023" y="316"/>
                    <a:pt x="1041" y="383"/>
                  </a:cubicBezTo>
                  <a:cubicBezTo>
                    <a:pt x="1080" y="532"/>
                    <a:pt x="928" y="708"/>
                    <a:pt x="706" y="767"/>
                  </a:cubicBezTo>
                  <a:cubicBezTo>
                    <a:pt x="655" y="781"/>
                    <a:pt x="604" y="788"/>
                    <a:pt x="554" y="788"/>
                  </a:cubicBezTo>
                  <a:cubicBezTo>
                    <a:pt x="494" y="788"/>
                    <a:pt x="436" y="777"/>
                    <a:pt x="384" y="757"/>
                  </a:cubicBezTo>
                  <a:cubicBezTo>
                    <a:pt x="300" y="725"/>
                    <a:pt x="244" y="670"/>
                    <a:pt x="227" y="602"/>
                  </a:cubicBezTo>
                  <a:cubicBezTo>
                    <a:pt x="209" y="535"/>
                    <a:pt x="229" y="459"/>
                    <a:pt x="285" y="389"/>
                  </a:cubicBezTo>
                  <a:cubicBezTo>
                    <a:pt x="348" y="310"/>
                    <a:pt x="446" y="249"/>
                    <a:pt x="560" y="219"/>
                  </a:cubicBezTo>
                  <a:cubicBezTo>
                    <a:pt x="611" y="205"/>
                    <a:pt x="663" y="198"/>
                    <a:pt x="713" y="198"/>
                  </a:cubicBezTo>
                  <a:close/>
                  <a:moveTo>
                    <a:pt x="711" y="0"/>
                  </a:moveTo>
                  <a:cubicBezTo>
                    <a:pt x="644" y="0"/>
                    <a:pt x="576" y="9"/>
                    <a:pt x="508" y="28"/>
                  </a:cubicBezTo>
                  <a:cubicBezTo>
                    <a:pt x="354" y="69"/>
                    <a:pt x="220" y="154"/>
                    <a:pt x="130" y="265"/>
                  </a:cubicBezTo>
                  <a:cubicBezTo>
                    <a:pt x="34" y="386"/>
                    <a:pt x="0" y="523"/>
                    <a:pt x="35" y="653"/>
                  </a:cubicBezTo>
                  <a:cubicBezTo>
                    <a:pt x="70" y="783"/>
                    <a:pt x="168" y="886"/>
                    <a:pt x="311" y="942"/>
                  </a:cubicBezTo>
                  <a:cubicBezTo>
                    <a:pt x="387" y="971"/>
                    <a:pt x="469" y="985"/>
                    <a:pt x="554" y="985"/>
                  </a:cubicBezTo>
                  <a:cubicBezTo>
                    <a:pt x="622" y="985"/>
                    <a:pt x="691" y="976"/>
                    <a:pt x="758" y="958"/>
                  </a:cubicBezTo>
                  <a:cubicBezTo>
                    <a:pt x="1088" y="869"/>
                    <a:pt x="1300" y="589"/>
                    <a:pt x="1231" y="333"/>
                  </a:cubicBezTo>
                  <a:cubicBezTo>
                    <a:pt x="1196" y="202"/>
                    <a:pt x="1098" y="101"/>
                    <a:pt x="955" y="45"/>
                  </a:cubicBezTo>
                  <a:cubicBezTo>
                    <a:pt x="880" y="15"/>
                    <a:pt x="797" y="0"/>
                    <a:pt x="71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57"/>
            <p:cNvSpPr/>
            <p:nvPr/>
          </p:nvSpPr>
          <p:spPr>
            <a:xfrm>
              <a:off x="5582475" y="872700"/>
              <a:ext cx="31400" cy="26725"/>
            </a:xfrm>
            <a:custGeom>
              <a:avLst/>
              <a:gdLst/>
              <a:ahLst/>
              <a:cxnLst/>
              <a:rect l="l" t="t" r="r" b="b"/>
              <a:pathLst>
                <a:path w="1256" h="1069" extrusionOk="0">
                  <a:moveTo>
                    <a:pt x="462" y="198"/>
                  </a:moveTo>
                  <a:cubicBezTo>
                    <a:pt x="562" y="198"/>
                    <a:pt x="670" y="236"/>
                    <a:pt x="765" y="305"/>
                  </a:cubicBezTo>
                  <a:cubicBezTo>
                    <a:pt x="950" y="439"/>
                    <a:pt x="1030" y="657"/>
                    <a:pt x="940" y="782"/>
                  </a:cubicBezTo>
                  <a:cubicBezTo>
                    <a:pt x="898" y="838"/>
                    <a:pt x="826" y="871"/>
                    <a:pt x="736" y="871"/>
                  </a:cubicBezTo>
                  <a:cubicBezTo>
                    <a:pt x="636" y="864"/>
                    <a:pt x="527" y="833"/>
                    <a:pt x="432" y="764"/>
                  </a:cubicBezTo>
                  <a:cubicBezTo>
                    <a:pt x="335" y="695"/>
                    <a:pt x="266" y="603"/>
                    <a:pt x="235" y="507"/>
                  </a:cubicBezTo>
                  <a:cubicBezTo>
                    <a:pt x="209" y="421"/>
                    <a:pt x="215" y="343"/>
                    <a:pt x="257" y="287"/>
                  </a:cubicBezTo>
                  <a:cubicBezTo>
                    <a:pt x="299" y="229"/>
                    <a:pt x="370" y="198"/>
                    <a:pt x="460" y="198"/>
                  </a:cubicBezTo>
                  <a:close/>
                  <a:moveTo>
                    <a:pt x="459" y="0"/>
                  </a:moveTo>
                  <a:cubicBezTo>
                    <a:pt x="304" y="0"/>
                    <a:pt x="176" y="61"/>
                    <a:pt x="97" y="169"/>
                  </a:cubicBezTo>
                  <a:cubicBezTo>
                    <a:pt x="17" y="279"/>
                    <a:pt x="0" y="420"/>
                    <a:pt x="47" y="567"/>
                  </a:cubicBezTo>
                  <a:cubicBezTo>
                    <a:pt x="90" y="702"/>
                    <a:pt x="185" y="830"/>
                    <a:pt x="316" y="924"/>
                  </a:cubicBezTo>
                  <a:cubicBezTo>
                    <a:pt x="443" y="1016"/>
                    <a:pt x="592" y="1069"/>
                    <a:pt x="734" y="1069"/>
                  </a:cubicBezTo>
                  <a:lnTo>
                    <a:pt x="738" y="1069"/>
                  </a:lnTo>
                  <a:cubicBezTo>
                    <a:pt x="892" y="1067"/>
                    <a:pt x="1021" y="1007"/>
                    <a:pt x="1100" y="898"/>
                  </a:cubicBezTo>
                  <a:cubicBezTo>
                    <a:pt x="1255" y="683"/>
                    <a:pt x="1157" y="345"/>
                    <a:pt x="881" y="145"/>
                  </a:cubicBezTo>
                  <a:cubicBezTo>
                    <a:pt x="752" y="51"/>
                    <a:pt x="604" y="0"/>
                    <a:pt x="4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57"/>
            <p:cNvSpPr/>
            <p:nvPr/>
          </p:nvSpPr>
          <p:spPr>
            <a:xfrm>
              <a:off x="5681450"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0"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57"/>
            <p:cNvSpPr/>
            <p:nvPr/>
          </p:nvSpPr>
          <p:spPr>
            <a:xfrm>
              <a:off x="5699000" y="861250"/>
              <a:ext cx="24100" cy="31000"/>
            </a:xfrm>
            <a:custGeom>
              <a:avLst/>
              <a:gdLst/>
              <a:ahLst/>
              <a:cxnLst/>
              <a:rect l="l" t="t" r="r" b="b"/>
              <a:pathLst>
                <a:path w="964" h="1240" extrusionOk="0">
                  <a:moveTo>
                    <a:pt x="481" y="199"/>
                  </a:moveTo>
                  <a:cubicBezTo>
                    <a:pt x="636" y="199"/>
                    <a:pt x="765" y="392"/>
                    <a:pt x="765" y="620"/>
                  </a:cubicBezTo>
                  <a:cubicBezTo>
                    <a:pt x="765" y="849"/>
                    <a:pt x="636" y="1042"/>
                    <a:pt x="481" y="1042"/>
                  </a:cubicBezTo>
                  <a:cubicBezTo>
                    <a:pt x="327" y="1042"/>
                    <a:pt x="198" y="849"/>
                    <a:pt x="198" y="620"/>
                  </a:cubicBezTo>
                  <a:cubicBezTo>
                    <a:pt x="198" y="392"/>
                    <a:pt x="327" y="199"/>
                    <a:pt x="481" y="199"/>
                  </a:cubicBezTo>
                  <a:close/>
                  <a:moveTo>
                    <a:pt x="481" y="1"/>
                  </a:moveTo>
                  <a:cubicBezTo>
                    <a:pt x="217" y="1"/>
                    <a:pt x="0" y="278"/>
                    <a:pt x="0" y="620"/>
                  </a:cubicBezTo>
                  <a:cubicBezTo>
                    <a:pt x="0" y="961"/>
                    <a:pt x="217"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57"/>
            <p:cNvSpPr/>
            <p:nvPr/>
          </p:nvSpPr>
          <p:spPr>
            <a:xfrm>
              <a:off x="5713750" y="873425"/>
              <a:ext cx="32475" cy="27075"/>
            </a:xfrm>
            <a:custGeom>
              <a:avLst/>
              <a:gdLst/>
              <a:ahLst/>
              <a:cxnLst/>
              <a:rect l="l" t="t" r="r" b="b"/>
              <a:pathLst>
                <a:path w="1299" h="1083" extrusionOk="0">
                  <a:moveTo>
                    <a:pt x="788" y="198"/>
                  </a:moveTo>
                  <a:cubicBezTo>
                    <a:pt x="866" y="198"/>
                    <a:pt x="935" y="223"/>
                    <a:pt x="976" y="275"/>
                  </a:cubicBezTo>
                  <a:cubicBezTo>
                    <a:pt x="1073" y="395"/>
                    <a:pt x="1005" y="617"/>
                    <a:pt x="828" y="761"/>
                  </a:cubicBezTo>
                  <a:cubicBezTo>
                    <a:pt x="735" y="835"/>
                    <a:pt x="630" y="879"/>
                    <a:pt x="528" y="883"/>
                  </a:cubicBezTo>
                  <a:cubicBezTo>
                    <a:pt x="521" y="884"/>
                    <a:pt x="514" y="884"/>
                    <a:pt x="507" y="884"/>
                  </a:cubicBezTo>
                  <a:cubicBezTo>
                    <a:pt x="426" y="884"/>
                    <a:pt x="362" y="856"/>
                    <a:pt x="321" y="806"/>
                  </a:cubicBezTo>
                  <a:cubicBezTo>
                    <a:pt x="225" y="686"/>
                    <a:pt x="292" y="464"/>
                    <a:pt x="470" y="320"/>
                  </a:cubicBezTo>
                  <a:cubicBezTo>
                    <a:pt x="570" y="240"/>
                    <a:pt x="687" y="198"/>
                    <a:pt x="788" y="198"/>
                  </a:cubicBezTo>
                  <a:close/>
                  <a:moveTo>
                    <a:pt x="787" y="0"/>
                  </a:moveTo>
                  <a:cubicBezTo>
                    <a:pt x="642" y="0"/>
                    <a:pt x="482" y="56"/>
                    <a:pt x="346" y="167"/>
                  </a:cubicBezTo>
                  <a:cubicBezTo>
                    <a:pt x="80" y="382"/>
                    <a:pt x="0" y="724"/>
                    <a:pt x="167" y="930"/>
                  </a:cubicBezTo>
                  <a:cubicBezTo>
                    <a:pt x="247" y="1029"/>
                    <a:pt x="368" y="1083"/>
                    <a:pt x="510" y="1083"/>
                  </a:cubicBezTo>
                  <a:cubicBezTo>
                    <a:pt x="519" y="1083"/>
                    <a:pt x="528" y="1081"/>
                    <a:pt x="537" y="1081"/>
                  </a:cubicBezTo>
                  <a:cubicBezTo>
                    <a:pt x="681" y="1075"/>
                    <a:pt x="828" y="1016"/>
                    <a:pt x="952" y="914"/>
                  </a:cubicBezTo>
                  <a:cubicBezTo>
                    <a:pt x="1218" y="699"/>
                    <a:pt x="1298" y="357"/>
                    <a:pt x="1130" y="151"/>
                  </a:cubicBezTo>
                  <a:cubicBezTo>
                    <a:pt x="1049" y="50"/>
                    <a:pt x="924" y="0"/>
                    <a:pt x="78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57"/>
            <p:cNvSpPr/>
            <p:nvPr/>
          </p:nvSpPr>
          <p:spPr>
            <a:xfrm>
              <a:off x="5718125" y="895850"/>
              <a:ext cx="31700" cy="24450"/>
            </a:xfrm>
            <a:custGeom>
              <a:avLst/>
              <a:gdLst/>
              <a:ahLst/>
              <a:cxnLst/>
              <a:rect l="l" t="t" r="r" b="b"/>
              <a:pathLst>
                <a:path w="1268" h="978" extrusionOk="0">
                  <a:moveTo>
                    <a:pt x="568" y="197"/>
                  </a:moveTo>
                  <a:cubicBezTo>
                    <a:pt x="609" y="197"/>
                    <a:pt x="650" y="203"/>
                    <a:pt x="693" y="212"/>
                  </a:cubicBezTo>
                  <a:cubicBezTo>
                    <a:pt x="808" y="235"/>
                    <a:pt x="910" y="291"/>
                    <a:pt x="976" y="367"/>
                  </a:cubicBezTo>
                  <a:cubicBezTo>
                    <a:pt x="1036" y="433"/>
                    <a:pt x="1061" y="507"/>
                    <a:pt x="1046" y="577"/>
                  </a:cubicBezTo>
                  <a:cubicBezTo>
                    <a:pt x="1032" y="644"/>
                    <a:pt x="979" y="703"/>
                    <a:pt x="897" y="739"/>
                  </a:cubicBezTo>
                  <a:cubicBezTo>
                    <a:pt x="837" y="766"/>
                    <a:pt x="770" y="779"/>
                    <a:pt x="698" y="779"/>
                  </a:cubicBezTo>
                  <a:cubicBezTo>
                    <a:pt x="658" y="779"/>
                    <a:pt x="616" y="775"/>
                    <a:pt x="575" y="767"/>
                  </a:cubicBezTo>
                  <a:cubicBezTo>
                    <a:pt x="459" y="742"/>
                    <a:pt x="358" y="686"/>
                    <a:pt x="291" y="612"/>
                  </a:cubicBezTo>
                  <a:cubicBezTo>
                    <a:pt x="231" y="544"/>
                    <a:pt x="207" y="470"/>
                    <a:pt x="222" y="401"/>
                  </a:cubicBezTo>
                  <a:cubicBezTo>
                    <a:pt x="236" y="333"/>
                    <a:pt x="288" y="274"/>
                    <a:pt x="370" y="238"/>
                  </a:cubicBezTo>
                  <a:cubicBezTo>
                    <a:pt x="429" y="212"/>
                    <a:pt x="497" y="197"/>
                    <a:pt x="568" y="197"/>
                  </a:cubicBezTo>
                  <a:close/>
                  <a:moveTo>
                    <a:pt x="567" y="0"/>
                  </a:moveTo>
                  <a:cubicBezTo>
                    <a:pt x="468" y="0"/>
                    <a:pt x="373" y="19"/>
                    <a:pt x="289" y="57"/>
                  </a:cubicBezTo>
                  <a:cubicBezTo>
                    <a:pt x="149" y="120"/>
                    <a:pt x="56" y="229"/>
                    <a:pt x="27" y="360"/>
                  </a:cubicBezTo>
                  <a:cubicBezTo>
                    <a:pt x="0" y="492"/>
                    <a:pt x="40" y="627"/>
                    <a:pt x="143" y="743"/>
                  </a:cubicBezTo>
                  <a:cubicBezTo>
                    <a:pt x="239" y="849"/>
                    <a:pt x="377" y="927"/>
                    <a:pt x="534" y="960"/>
                  </a:cubicBezTo>
                  <a:cubicBezTo>
                    <a:pt x="589" y="971"/>
                    <a:pt x="645" y="978"/>
                    <a:pt x="700" y="978"/>
                  </a:cubicBezTo>
                  <a:cubicBezTo>
                    <a:pt x="799" y="978"/>
                    <a:pt x="894" y="958"/>
                    <a:pt x="979" y="921"/>
                  </a:cubicBezTo>
                  <a:cubicBezTo>
                    <a:pt x="1119" y="857"/>
                    <a:pt x="1212" y="749"/>
                    <a:pt x="1241" y="617"/>
                  </a:cubicBezTo>
                  <a:cubicBezTo>
                    <a:pt x="1268" y="485"/>
                    <a:pt x="1226" y="350"/>
                    <a:pt x="1125" y="235"/>
                  </a:cubicBezTo>
                  <a:cubicBezTo>
                    <a:pt x="1029" y="128"/>
                    <a:pt x="890" y="50"/>
                    <a:pt x="734" y="17"/>
                  </a:cubicBezTo>
                  <a:cubicBezTo>
                    <a:pt x="678" y="6"/>
                    <a:pt x="622" y="0"/>
                    <a:pt x="5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57"/>
            <p:cNvSpPr/>
            <p:nvPr/>
          </p:nvSpPr>
          <p:spPr>
            <a:xfrm>
              <a:off x="5705450" y="909600"/>
              <a:ext cx="29250" cy="29725"/>
            </a:xfrm>
            <a:custGeom>
              <a:avLst/>
              <a:gdLst/>
              <a:ahLst/>
              <a:cxnLst/>
              <a:rect l="l" t="t" r="r" b="b"/>
              <a:pathLst>
                <a:path w="1170" h="1189" extrusionOk="0">
                  <a:moveTo>
                    <a:pt x="482" y="199"/>
                  </a:moveTo>
                  <a:cubicBezTo>
                    <a:pt x="607" y="199"/>
                    <a:pt x="754" y="303"/>
                    <a:pt x="837" y="466"/>
                  </a:cubicBezTo>
                  <a:cubicBezTo>
                    <a:pt x="941" y="669"/>
                    <a:pt x="912" y="901"/>
                    <a:pt x="776" y="970"/>
                  </a:cubicBezTo>
                  <a:cubicBezTo>
                    <a:pt x="748" y="984"/>
                    <a:pt x="718" y="991"/>
                    <a:pt x="686" y="991"/>
                  </a:cubicBezTo>
                  <a:cubicBezTo>
                    <a:pt x="561" y="991"/>
                    <a:pt x="414" y="886"/>
                    <a:pt x="331" y="724"/>
                  </a:cubicBezTo>
                  <a:cubicBezTo>
                    <a:pt x="228" y="520"/>
                    <a:pt x="256" y="288"/>
                    <a:pt x="392" y="219"/>
                  </a:cubicBezTo>
                  <a:cubicBezTo>
                    <a:pt x="420" y="205"/>
                    <a:pt x="450" y="199"/>
                    <a:pt x="482" y="199"/>
                  </a:cubicBezTo>
                  <a:close/>
                  <a:moveTo>
                    <a:pt x="480" y="1"/>
                  </a:moveTo>
                  <a:cubicBezTo>
                    <a:pt x="418" y="1"/>
                    <a:pt x="358" y="14"/>
                    <a:pt x="303" y="42"/>
                  </a:cubicBezTo>
                  <a:cubicBezTo>
                    <a:pt x="67" y="163"/>
                    <a:pt x="0" y="509"/>
                    <a:pt x="155" y="814"/>
                  </a:cubicBezTo>
                  <a:cubicBezTo>
                    <a:pt x="274" y="1047"/>
                    <a:pt x="489" y="1189"/>
                    <a:pt x="688" y="1189"/>
                  </a:cubicBezTo>
                  <a:cubicBezTo>
                    <a:pt x="751" y="1189"/>
                    <a:pt x="811" y="1176"/>
                    <a:pt x="865" y="1147"/>
                  </a:cubicBezTo>
                  <a:cubicBezTo>
                    <a:pt x="1103" y="1026"/>
                    <a:pt x="1169" y="681"/>
                    <a:pt x="1014" y="376"/>
                  </a:cubicBezTo>
                  <a:cubicBezTo>
                    <a:pt x="895" y="142"/>
                    <a:pt x="681"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57"/>
            <p:cNvSpPr/>
            <p:nvPr/>
          </p:nvSpPr>
          <p:spPr>
            <a:xfrm>
              <a:off x="5684075" y="909000"/>
              <a:ext cx="27625" cy="29975"/>
            </a:xfrm>
            <a:custGeom>
              <a:avLst/>
              <a:gdLst/>
              <a:ahLst/>
              <a:cxnLst/>
              <a:rect l="l" t="t" r="r" b="b"/>
              <a:pathLst>
                <a:path w="1105" h="1199" extrusionOk="0">
                  <a:moveTo>
                    <a:pt x="673" y="197"/>
                  </a:moveTo>
                  <a:cubicBezTo>
                    <a:pt x="700" y="197"/>
                    <a:pt x="726" y="202"/>
                    <a:pt x="751" y="213"/>
                  </a:cubicBezTo>
                  <a:cubicBezTo>
                    <a:pt x="815" y="242"/>
                    <a:pt x="860" y="306"/>
                    <a:pt x="880" y="395"/>
                  </a:cubicBezTo>
                  <a:cubicBezTo>
                    <a:pt x="902" y="492"/>
                    <a:pt x="886" y="607"/>
                    <a:pt x="838" y="715"/>
                  </a:cubicBezTo>
                  <a:cubicBezTo>
                    <a:pt x="762" y="887"/>
                    <a:pt x="614" y="1001"/>
                    <a:pt x="487" y="1001"/>
                  </a:cubicBezTo>
                  <a:cubicBezTo>
                    <a:pt x="459" y="1001"/>
                    <a:pt x="433" y="996"/>
                    <a:pt x="408" y="985"/>
                  </a:cubicBezTo>
                  <a:cubicBezTo>
                    <a:pt x="268" y="922"/>
                    <a:pt x="227" y="693"/>
                    <a:pt x="321" y="484"/>
                  </a:cubicBezTo>
                  <a:cubicBezTo>
                    <a:pt x="397" y="312"/>
                    <a:pt x="545" y="197"/>
                    <a:pt x="673" y="197"/>
                  </a:cubicBezTo>
                  <a:close/>
                  <a:moveTo>
                    <a:pt x="674" y="0"/>
                  </a:moveTo>
                  <a:cubicBezTo>
                    <a:pt x="467" y="0"/>
                    <a:pt x="249" y="156"/>
                    <a:pt x="140" y="404"/>
                  </a:cubicBezTo>
                  <a:cubicBezTo>
                    <a:pt x="0" y="716"/>
                    <a:pt x="85" y="1058"/>
                    <a:pt x="327" y="1166"/>
                  </a:cubicBezTo>
                  <a:cubicBezTo>
                    <a:pt x="378" y="1188"/>
                    <a:pt x="430" y="1198"/>
                    <a:pt x="485" y="1198"/>
                  </a:cubicBezTo>
                  <a:cubicBezTo>
                    <a:pt x="691" y="1198"/>
                    <a:pt x="910" y="1042"/>
                    <a:pt x="1019" y="795"/>
                  </a:cubicBezTo>
                  <a:cubicBezTo>
                    <a:pt x="1085" y="649"/>
                    <a:pt x="1104" y="491"/>
                    <a:pt x="1073" y="352"/>
                  </a:cubicBezTo>
                  <a:cubicBezTo>
                    <a:pt x="1040" y="200"/>
                    <a:pt x="954" y="87"/>
                    <a:pt x="832" y="34"/>
                  </a:cubicBezTo>
                  <a:cubicBezTo>
                    <a:pt x="781" y="11"/>
                    <a:pt x="728" y="0"/>
                    <a:pt x="6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57"/>
            <p:cNvSpPr/>
            <p:nvPr/>
          </p:nvSpPr>
          <p:spPr>
            <a:xfrm>
              <a:off x="5669575" y="894650"/>
              <a:ext cx="32525" cy="24650"/>
            </a:xfrm>
            <a:custGeom>
              <a:avLst/>
              <a:gdLst/>
              <a:ahLst/>
              <a:cxnLst/>
              <a:rect l="l" t="t" r="r" b="b"/>
              <a:pathLst>
                <a:path w="1301" h="986" extrusionOk="0">
                  <a:moveTo>
                    <a:pt x="713" y="198"/>
                  </a:moveTo>
                  <a:cubicBezTo>
                    <a:pt x="773" y="198"/>
                    <a:pt x="832" y="209"/>
                    <a:pt x="883" y="228"/>
                  </a:cubicBezTo>
                  <a:cubicBezTo>
                    <a:pt x="966" y="261"/>
                    <a:pt x="1022" y="316"/>
                    <a:pt x="1040" y="383"/>
                  </a:cubicBezTo>
                  <a:cubicBezTo>
                    <a:pt x="1081" y="532"/>
                    <a:pt x="927" y="708"/>
                    <a:pt x="707" y="767"/>
                  </a:cubicBezTo>
                  <a:cubicBezTo>
                    <a:pt x="655" y="781"/>
                    <a:pt x="603" y="788"/>
                    <a:pt x="553" y="788"/>
                  </a:cubicBezTo>
                  <a:cubicBezTo>
                    <a:pt x="493" y="788"/>
                    <a:pt x="435" y="777"/>
                    <a:pt x="384" y="757"/>
                  </a:cubicBezTo>
                  <a:cubicBezTo>
                    <a:pt x="300" y="725"/>
                    <a:pt x="244" y="670"/>
                    <a:pt x="226" y="602"/>
                  </a:cubicBezTo>
                  <a:cubicBezTo>
                    <a:pt x="208" y="535"/>
                    <a:pt x="229" y="459"/>
                    <a:pt x="285" y="389"/>
                  </a:cubicBezTo>
                  <a:cubicBezTo>
                    <a:pt x="348" y="310"/>
                    <a:pt x="446" y="249"/>
                    <a:pt x="560" y="219"/>
                  </a:cubicBezTo>
                  <a:cubicBezTo>
                    <a:pt x="612" y="205"/>
                    <a:pt x="664" y="198"/>
                    <a:pt x="713" y="198"/>
                  </a:cubicBezTo>
                  <a:close/>
                  <a:moveTo>
                    <a:pt x="712" y="0"/>
                  </a:moveTo>
                  <a:cubicBezTo>
                    <a:pt x="645" y="0"/>
                    <a:pt x="577" y="9"/>
                    <a:pt x="509" y="28"/>
                  </a:cubicBezTo>
                  <a:cubicBezTo>
                    <a:pt x="354" y="69"/>
                    <a:pt x="219" y="154"/>
                    <a:pt x="131" y="265"/>
                  </a:cubicBezTo>
                  <a:cubicBezTo>
                    <a:pt x="34" y="386"/>
                    <a:pt x="1" y="523"/>
                    <a:pt x="34" y="653"/>
                  </a:cubicBezTo>
                  <a:cubicBezTo>
                    <a:pt x="70" y="783"/>
                    <a:pt x="169" y="886"/>
                    <a:pt x="312" y="942"/>
                  </a:cubicBezTo>
                  <a:cubicBezTo>
                    <a:pt x="386" y="971"/>
                    <a:pt x="468" y="985"/>
                    <a:pt x="554" y="985"/>
                  </a:cubicBezTo>
                  <a:cubicBezTo>
                    <a:pt x="621" y="985"/>
                    <a:pt x="690" y="976"/>
                    <a:pt x="758" y="958"/>
                  </a:cubicBezTo>
                  <a:cubicBezTo>
                    <a:pt x="1089" y="869"/>
                    <a:pt x="1301" y="589"/>
                    <a:pt x="1232" y="333"/>
                  </a:cubicBezTo>
                  <a:cubicBezTo>
                    <a:pt x="1197" y="202"/>
                    <a:pt x="1099" y="101"/>
                    <a:pt x="954" y="45"/>
                  </a:cubicBezTo>
                  <a:cubicBezTo>
                    <a:pt x="880" y="15"/>
                    <a:pt x="797"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57"/>
            <p:cNvSpPr/>
            <p:nvPr/>
          </p:nvSpPr>
          <p:spPr>
            <a:xfrm>
              <a:off x="5675375" y="872700"/>
              <a:ext cx="29925" cy="26725"/>
            </a:xfrm>
            <a:custGeom>
              <a:avLst/>
              <a:gdLst/>
              <a:ahLst/>
              <a:cxnLst/>
              <a:rect l="l" t="t" r="r" b="b"/>
              <a:pathLst>
                <a:path w="1197" h="1069" extrusionOk="0">
                  <a:moveTo>
                    <a:pt x="463" y="198"/>
                  </a:moveTo>
                  <a:cubicBezTo>
                    <a:pt x="563" y="198"/>
                    <a:pt x="672" y="236"/>
                    <a:pt x="767" y="305"/>
                  </a:cubicBezTo>
                  <a:cubicBezTo>
                    <a:pt x="862" y="374"/>
                    <a:pt x="931" y="465"/>
                    <a:pt x="962" y="562"/>
                  </a:cubicBezTo>
                  <a:cubicBezTo>
                    <a:pt x="990" y="648"/>
                    <a:pt x="982" y="725"/>
                    <a:pt x="940" y="782"/>
                  </a:cubicBezTo>
                  <a:cubicBezTo>
                    <a:pt x="900" y="838"/>
                    <a:pt x="828" y="871"/>
                    <a:pt x="738" y="871"/>
                  </a:cubicBezTo>
                  <a:lnTo>
                    <a:pt x="735" y="871"/>
                  </a:lnTo>
                  <a:cubicBezTo>
                    <a:pt x="635" y="871"/>
                    <a:pt x="527" y="833"/>
                    <a:pt x="433" y="764"/>
                  </a:cubicBezTo>
                  <a:cubicBezTo>
                    <a:pt x="337" y="695"/>
                    <a:pt x="268" y="603"/>
                    <a:pt x="236" y="507"/>
                  </a:cubicBezTo>
                  <a:cubicBezTo>
                    <a:pt x="209" y="421"/>
                    <a:pt x="217" y="343"/>
                    <a:pt x="259" y="287"/>
                  </a:cubicBezTo>
                  <a:cubicBezTo>
                    <a:pt x="299" y="229"/>
                    <a:pt x="371" y="198"/>
                    <a:pt x="460" y="198"/>
                  </a:cubicBezTo>
                  <a:close/>
                  <a:moveTo>
                    <a:pt x="459" y="0"/>
                  </a:moveTo>
                  <a:cubicBezTo>
                    <a:pt x="305" y="0"/>
                    <a:pt x="176" y="61"/>
                    <a:pt x="98" y="169"/>
                  </a:cubicBezTo>
                  <a:cubicBezTo>
                    <a:pt x="19" y="279"/>
                    <a:pt x="1" y="420"/>
                    <a:pt x="47" y="567"/>
                  </a:cubicBezTo>
                  <a:cubicBezTo>
                    <a:pt x="92" y="702"/>
                    <a:pt x="187" y="830"/>
                    <a:pt x="316" y="924"/>
                  </a:cubicBezTo>
                  <a:cubicBezTo>
                    <a:pt x="445" y="1016"/>
                    <a:pt x="593" y="1069"/>
                    <a:pt x="735" y="1069"/>
                  </a:cubicBezTo>
                  <a:lnTo>
                    <a:pt x="738" y="1069"/>
                  </a:lnTo>
                  <a:cubicBezTo>
                    <a:pt x="893" y="1067"/>
                    <a:pt x="1022" y="1007"/>
                    <a:pt x="1100" y="898"/>
                  </a:cubicBezTo>
                  <a:cubicBezTo>
                    <a:pt x="1180" y="790"/>
                    <a:pt x="1197" y="648"/>
                    <a:pt x="1150" y="502"/>
                  </a:cubicBezTo>
                  <a:cubicBezTo>
                    <a:pt x="1107" y="365"/>
                    <a:pt x="1012" y="239"/>
                    <a:pt x="883" y="145"/>
                  </a:cubicBezTo>
                  <a:cubicBezTo>
                    <a:pt x="754" y="51"/>
                    <a:pt x="605" y="0"/>
                    <a:pt x="4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57"/>
            <p:cNvSpPr/>
            <p:nvPr/>
          </p:nvSpPr>
          <p:spPr>
            <a:xfrm>
              <a:off x="5774350" y="878950"/>
              <a:ext cx="57100" cy="44300"/>
            </a:xfrm>
            <a:custGeom>
              <a:avLst/>
              <a:gdLst/>
              <a:ahLst/>
              <a:cxnLst/>
              <a:rect l="l" t="t" r="r" b="b"/>
              <a:pathLst>
                <a:path w="2284" h="1772" extrusionOk="0">
                  <a:moveTo>
                    <a:pt x="1140" y="0"/>
                  </a:moveTo>
                  <a:cubicBezTo>
                    <a:pt x="3" y="0"/>
                    <a:pt x="1" y="1771"/>
                    <a:pt x="1142" y="1771"/>
                  </a:cubicBezTo>
                  <a:cubicBezTo>
                    <a:pt x="2282"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57"/>
            <p:cNvSpPr/>
            <p:nvPr/>
          </p:nvSpPr>
          <p:spPr>
            <a:xfrm>
              <a:off x="5791900" y="861250"/>
              <a:ext cx="24125" cy="31000"/>
            </a:xfrm>
            <a:custGeom>
              <a:avLst/>
              <a:gdLst/>
              <a:ahLst/>
              <a:cxnLst/>
              <a:rect l="l" t="t" r="r" b="b"/>
              <a:pathLst>
                <a:path w="965" h="1240" extrusionOk="0">
                  <a:moveTo>
                    <a:pt x="483" y="199"/>
                  </a:moveTo>
                  <a:cubicBezTo>
                    <a:pt x="636" y="199"/>
                    <a:pt x="767" y="392"/>
                    <a:pt x="767" y="620"/>
                  </a:cubicBezTo>
                  <a:cubicBezTo>
                    <a:pt x="767" y="849"/>
                    <a:pt x="636" y="1042"/>
                    <a:pt x="483" y="1042"/>
                  </a:cubicBezTo>
                  <a:cubicBezTo>
                    <a:pt x="329" y="1042"/>
                    <a:pt x="199" y="849"/>
                    <a:pt x="199" y="620"/>
                  </a:cubicBezTo>
                  <a:cubicBezTo>
                    <a:pt x="199" y="392"/>
                    <a:pt x="329" y="199"/>
                    <a:pt x="483" y="199"/>
                  </a:cubicBezTo>
                  <a:close/>
                  <a:moveTo>
                    <a:pt x="483" y="1"/>
                  </a:moveTo>
                  <a:cubicBezTo>
                    <a:pt x="217" y="1"/>
                    <a:pt x="0" y="278"/>
                    <a:pt x="0" y="620"/>
                  </a:cubicBezTo>
                  <a:cubicBezTo>
                    <a:pt x="0" y="961"/>
                    <a:pt x="217" y="1240"/>
                    <a:pt x="483" y="1240"/>
                  </a:cubicBezTo>
                  <a:cubicBezTo>
                    <a:pt x="748" y="1240"/>
                    <a:pt x="965" y="961"/>
                    <a:pt x="965" y="620"/>
                  </a:cubicBezTo>
                  <a:cubicBezTo>
                    <a:pt x="965" y="278"/>
                    <a:pt x="748"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57"/>
            <p:cNvSpPr/>
            <p:nvPr/>
          </p:nvSpPr>
          <p:spPr>
            <a:xfrm>
              <a:off x="5806700" y="873425"/>
              <a:ext cx="32425" cy="27075"/>
            </a:xfrm>
            <a:custGeom>
              <a:avLst/>
              <a:gdLst/>
              <a:ahLst/>
              <a:cxnLst/>
              <a:rect l="l" t="t" r="r" b="b"/>
              <a:pathLst>
                <a:path w="1297" h="1083" extrusionOk="0">
                  <a:moveTo>
                    <a:pt x="787" y="198"/>
                  </a:moveTo>
                  <a:cubicBezTo>
                    <a:pt x="865" y="198"/>
                    <a:pt x="933" y="223"/>
                    <a:pt x="976" y="275"/>
                  </a:cubicBezTo>
                  <a:cubicBezTo>
                    <a:pt x="1072" y="395"/>
                    <a:pt x="1005" y="617"/>
                    <a:pt x="826" y="761"/>
                  </a:cubicBezTo>
                  <a:cubicBezTo>
                    <a:pt x="735" y="835"/>
                    <a:pt x="628" y="879"/>
                    <a:pt x="528" y="883"/>
                  </a:cubicBezTo>
                  <a:cubicBezTo>
                    <a:pt x="521" y="884"/>
                    <a:pt x="514" y="884"/>
                    <a:pt x="507" y="884"/>
                  </a:cubicBezTo>
                  <a:cubicBezTo>
                    <a:pt x="425" y="884"/>
                    <a:pt x="360" y="856"/>
                    <a:pt x="321" y="806"/>
                  </a:cubicBezTo>
                  <a:cubicBezTo>
                    <a:pt x="223" y="686"/>
                    <a:pt x="292" y="464"/>
                    <a:pt x="469" y="320"/>
                  </a:cubicBezTo>
                  <a:cubicBezTo>
                    <a:pt x="569" y="240"/>
                    <a:pt x="687" y="198"/>
                    <a:pt x="787" y="198"/>
                  </a:cubicBezTo>
                  <a:close/>
                  <a:moveTo>
                    <a:pt x="786" y="0"/>
                  </a:moveTo>
                  <a:cubicBezTo>
                    <a:pt x="641" y="0"/>
                    <a:pt x="481" y="56"/>
                    <a:pt x="345" y="167"/>
                  </a:cubicBezTo>
                  <a:cubicBezTo>
                    <a:pt x="80" y="382"/>
                    <a:pt x="0" y="724"/>
                    <a:pt x="167" y="930"/>
                  </a:cubicBezTo>
                  <a:cubicBezTo>
                    <a:pt x="246" y="1029"/>
                    <a:pt x="367" y="1083"/>
                    <a:pt x="510" y="1083"/>
                  </a:cubicBezTo>
                  <a:cubicBezTo>
                    <a:pt x="519" y="1083"/>
                    <a:pt x="528" y="1081"/>
                    <a:pt x="537" y="1081"/>
                  </a:cubicBezTo>
                  <a:cubicBezTo>
                    <a:pt x="680" y="1075"/>
                    <a:pt x="826" y="1016"/>
                    <a:pt x="951" y="914"/>
                  </a:cubicBezTo>
                  <a:cubicBezTo>
                    <a:pt x="1217" y="699"/>
                    <a:pt x="1297" y="357"/>
                    <a:pt x="1130" y="151"/>
                  </a:cubicBezTo>
                  <a:cubicBezTo>
                    <a:pt x="1049" y="50"/>
                    <a:pt x="924" y="0"/>
                    <a:pt x="7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57"/>
            <p:cNvSpPr/>
            <p:nvPr/>
          </p:nvSpPr>
          <p:spPr>
            <a:xfrm>
              <a:off x="5811025" y="895850"/>
              <a:ext cx="31725" cy="24450"/>
            </a:xfrm>
            <a:custGeom>
              <a:avLst/>
              <a:gdLst/>
              <a:ahLst/>
              <a:cxnLst/>
              <a:rect l="l" t="t" r="r" b="b"/>
              <a:pathLst>
                <a:path w="1269" h="978" extrusionOk="0">
                  <a:moveTo>
                    <a:pt x="568" y="197"/>
                  </a:moveTo>
                  <a:cubicBezTo>
                    <a:pt x="609" y="197"/>
                    <a:pt x="652" y="203"/>
                    <a:pt x="694" y="212"/>
                  </a:cubicBezTo>
                  <a:cubicBezTo>
                    <a:pt x="810" y="235"/>
                    <a:pt x="910" y="291"/>
                    <a:pt x="978" y="367"/>
                  </a:cubicBezTo>
                  <a:cubicBezTo>
                    <a:pt x="1038" y="433"/>
                    <a:pt x="1061" y="507"/>
                    <a:pt x="1047" y="577"/>
                  </a:cubicBezTo>
                  <a:cubicBezTo>
                    <a:pt x="1032" y="644"/>
                    <a:pt x="980" y="703"/>
                    <a:pt x="898" y="739"/>
                  </a:cubicBezTo>
                  <a:cubicBezTo>
                    <a:pt x="839" y="766"/>
                    <a:pt x="771" y="779"/>
                    <a:pt x="699" y="779"/>
                  </a:cubicBezTo>
                  <a:cubicBezTo>
                    <a:pt x="658" y="779"/>
                    <a:pt x="617" y="775"/>
                    <a:pt x="575" y="767"/>
                  </a:cubicBezTo>
                  <a:cubicBezTo>
                    <a:pt x="460" y="742"/>
                    <a:pt x="359" y="686"/>
                    <a:pt x="292" y="612"/>
                  </a:cubicBezTo>
                  <a:cubicBezTo>
                    <a:pt x="232" y="544"/>
                    <a:pt x="208" y="470"/>
                    <a:pt x="222" y="401"/>
                  </a:cubicBezTo>
                  <a:cubicBezTo>
                    <a:pt x="236" y="333"/>
                    <a:pt x="290" y="274"/>
                    <a:pt x="372" y="238"/>
                  </a:cubicBezTo>
                  <a:cubicBezTo>
                    <a:pt x="430" y="212"/>
                    <a:pt x="497" y="197"/>
                    <a:pt x="568" y="197"/>
                  </a:cubicBezTo>
                  <a:close/>
                  <a:moveTo>
                    <a:pt x="568" y="0"/>
                  </a:moveTo>
                  <a:cubicBezTo>
                    <a:pt x="470" y="0"/>
                    <a:pt x="374" y="19"/>
                    <a:pt x="290" y="57"/>
                  </a:cubicBezTo>
                  <a:cubicBezTo>
                    <a:pt x="149" y="120"/>
                    <a:pt x="56" y="229"/>
                    <a:pt x="29" y="360"/>
                  </a:cubicBezTo>
                  <a:cubicBezTo>
                    <a:pt x="0" y="492"/>
                    <a:pt x="42" y="627"/>
                    <a:pt x="145" y="743"/>
                  </a:cubicBezTo>
                  <a:cubicBezTo>
                    <a:pt x="240" y="849"/>
                    <a:pt x="378" y="927"/>
                    <a:pt x="535" y="960"/>
                  </a:cubicBezTo>
                  <a:cubicBezTo>
                    <a:pt x="591" y="971"/>
                    <a:pt x="645" y="978"/>
                    <a:pt x="700" y="978"/>
                  </a:cubicBezTo>
                  <a:cubicBezTo>
                    <a:pt x="799" y="978"/>
                    <a:pt x="896" y="958"/>
                    <a:pt x="979" y="921"/>
                  </a:cubicBezTo>
                  <a:cubicBezTo>
                    <a:pt x="1120" y="857"/>
                    <a:pt x="1213" y="749"/>
                    <a:pt x="1241" y="617"/>
                  </a:cubicBezTo>
                  <a:cubicBezTo>
                    <a:pt x="1268" y="485"/>
                    <a:pt x="1228" y="350"/>
                    <a:pt x="1125" y="235"/>
                  </a:cubicBezTo>
                  <a:cubicBezTo>
                    <a:pt x="1030" y="128"/>
                    <a:pt x="892" y="50"/>
                    <a:pt x="735" y="17"/>
                  </a:cubicBezTo>
                  <a:cubicBezTo>
                    <a:pt x="679" y="6"/>
                    <a:pt x="623" y="0"/>
                    <a:pt x="5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57"/>
            <p:cNvSpPr/>
            <p:nvPr/>
          </p:nvSpPr>
          <p:spPr>
            <a:xfrm>
              <a:off x="5798375" y="909600"/>
              <a:ext cx="29225" cy="29725"/>
            </a:xfrm>
            <a:custGeom>
              <a:avLst/>
              <a:gdLst/>
              <a:ahLst/>
              <a:cxnLst/>
              <a:rect l="l" t="t" r="r" b="b"/>
              <a:pathLst>
                <a:path w="1169" h="1189" extrusionOk="0">
                  <a:moveTo>
                    <a:pt x="482" y="199"/>
                  </a:moveTo>
                  <a:cubicBezTo>
                    <a:pt x="607" y="199"/>
                    <a:pt x="754" y="303"/>
                    <a:pt x="837" y="466"/>
                  </a:cubicBezTo>
                  <a:cubicBezTo>
                    <a:pt x="942" y="669"/>
                    <a:pt x="913" y="901"/>
                    <a:pt x="776" y="970"/>
                  </a:cubicBezTo>
                  <a:cubicBezTo>
                    <a:pt x="749" y="984"/>
                    <a:pt x="719" y="991"/>
                    <a:pt x="687" y="991"/>
                  </a:cubicBezTo>
                  <a:cubicBezTo>
                    <a:pt x="562" y="991"/>
                    <a:pt x="415" y="886"/>
                    <a:pt x="332" y="724"/>
                  </a:cubicBezTo>
                  <a:cubicBezTo>
                    <a:pt x="227" y="520"/>
                    <a:pt x="256" y="288"/>
                    <a:pt x="393" y="219"/>
                  </a:cubicBezTo>
                  <a:cubicBezTo>
                    <a:pt x="420" y="205"/>
                    <a:pt x="450" y="199"/>
                    <a:pt x="482" y="199"/>
                  </a:cubicBezTo>
                  <a:close/>
                  <a:moveTo>
                    <a:pt x="480" y="1"/>
                  </a:moveTo>
                  <a:cubicBezTo>
                    <a:pt x="419" y="1"/>
                    <a:pt x="359" y="14"/>
                    <a:pt x="303" y="42"/>
                  </a:cubicBezTo>
                  <a:cubicBezTo>
                    <a:pt x="66" y="163"/>
                    <a:pt x="1" y="509"/>
                    <a:pt x="156" y="814"/>
                  </a:cubicBezTo>
                  <a:cubicBezTo>
                    <a:pt x="274" y="1047"/>
                    <a:pt x="488" y="1189"/>
                    <a:pt x="689" y="1189"/>
                  </a:cubicBezTo>
                  <a:cubicBezTo>
                    <a:pt x="750" y="1189"/>
                    <a:pt x="810" y="1176"/>
                    <a:pt x="866" y="1147"/>
                  </a:cubicBezTo>
                  <a:cubicBezTo>
                    <a:pt x="1102" y="1026"/>
                    <a:pt x="1168" y="681"/>
                    <a:pt x="1013" y="376"/>
                  </a:cubicBezTo>
                  <a:cubicBezTo>
                    <a:pt x="895" y="142"/>
                    <a:pt x="681"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57"/>
            <p:cNvSpPr/>
            <p:nvPr/>
          </p:nvSpPr>
          <p:spPr>
            <a:xfrm>
              <a:off x="5778375" y="908950"/>
              <a:ext cx="26250" cy="30025"/>
            </a:xfrm>
            <a:custGeom>
              <a:avLst/>
              <a:gdLst/>
              <a:ahLst/>
              <a:cxnLst/>
              <a:rect l="l" t="t" r="r" b="b"/>
              <a:pathLst>
                <a:path w="1050" h="1201" extrusionOk="0">
                  <a:moveTo>
                    <a:pt x="617" y="200"/>
                  </a:moveTo>
                  <a:cubicBezTo>
                    <a:pt x="644" y="200"/>
                    <a:pt x="672" y="205"/>
                    <a:pt x="697" y="215"/>
                  </a:cubicBezTo>
                  <a:cubicBezTo>
                    <a:pt x="760" y="244"/>
                    <a:pt x="806" y="308"/>
                    <a:pt x="826" y="397"/>
                  </a:cubicBezTo>
                  <a:cubicBezTo>
                    <a:pt x="846" y="494"/>
                    <a:pt x="832" y="609"/>
                    <a:pt x="784" y="717"/>
                  </a:cubicBezTo>
                  <a:cubicBezTo>
                    <a:pt x="708" y="889"/>
                    <a:pt x="560" y="1003"/>
                    <a:pt x="432" y="1003"/>
                  </a:cubicBezTo>
                  <a:cubicBezTo>
                    <a:pt x="405" y="1003"/>
                    <a:pt x="378" y="998"/>
                    <a:pt x="354" y="987"/>
                  </a:cubicBezTo>
                  <a:cubicBezTo>
                    <a:pt x="290" y="958"/>
                    <a:pt x="244" y="894"/>
                    <a:pt x="225" y="807"/>
                  </a:cubicBezTo>
                  <a:cubicBezTo>
                    <a:pt x="203" y="708"/>
                    <a:pt x="217" y="595"/>
                    <a:pt x="265" y="486"/>
                  </a:cubicBezTo>
                  <a:cubicBezTo>
                    <a:pt x="313" y="378"/>
                    <a:pt x="389" y="291"/>
                    <a:pt x="476" y="241"/>
                  </a:cubicBezTo>
                  <a:cubicBezTo>
                    <a:pt x="525" y="214"/>
                    <a:pt x="573" y="200"/>
                    <a:pt x="617" y="200"/>
                  </a:cubicBezTo>
                  <a:close/>
                  <a:moveTo>
                    <a:pt x="616" y="0"/>
                  </a:moveTo>
                  <a:cubicBezTo>
                    <a:pt x="538" y="0"/>
                    <a:pt x="457" y="23"/>
                    <a:pt x="379" y="68"/>
                  </a:cubicBezTo>
                  <a:cubicBezTo>
                    <a:pt x="253" y="140"/>
                    <a:pt x="149" y="260"/>
                    <a:pt x="84" y="406"/>
                  </a:cubicBezTo>
                  <a:cubicBezTo>
                    <a:pt x="20" y="552"/>
                    <a:pt x="1" y="709"/>
                    <a:pt x="31" y="849"/>
                  </a:cubicBezTo>
                  <a:cubicBezTo>
                    <a:pt x="65" y="1000"/>
                    <a:pt x="149" y="1113"/>
                    <a:pt x="273" y="1168"/>
                  </a:cubicBezTo>
                  <a:cubicBezTo>
                    <a:pt x="323" y="1190"/>
                    <a:pt x="376" y="1200"/>
                    <a:pt x="429" y="1200"/>
                  </a:cubicBezTo>
                  <a:cubicBezTo>
                    <a:pt x="637" y="1200"/>
                    <a:pt x="854" y="1044"/>
                    <a:pt x="965" y="797"/>
                  </a:cubicBezTo>
                  <a:cubicBezTo>
                    <a:pt x="1030" y="651"/>
                    <a:pt x="1050" y="493"/>
                    <a:pt x="1018" y="354"/>
                  </a:cubicBezTo>
                  <a:cubicBezTo>
                    <a:pt x="986" y="202"/>
                    <a:pt x="900" y="89"/>
                    <a:pt x="776" y="34"/>
                  </a:cubicBezTo>
                  <a:cubicBezTo>
                    <a:pt x="725" y="12"/>
                    <a:pt x="672" y="0"/>
                    <a:pt x="6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57"/>
            <p:cNvSpPr/>
            <p:nvPr/>
          </p:nvSpPr>
          <p:spPr>
            <a:xfrm>
              <a:off x="5762475" y="894650"/>
              <a:ext cx="32550" cy="24650"/>
            </a:xfrm>
            <a:custGeom>
              <a:avLst/>
              <a:gdLst/>
              <a:ahLst/>
              <a:cxnLst/>
              <a:rect l="l" t="t" r="r" b="b"/>
              <a:pathLst>
                <a:path w="1302" h="986" extrusionOk="0">
                  <a:moveTo>
                    <a:pt x="715" y="198"/>
                  </a:moveTo>
                  <a:cubicBezTo>
                    <a:pt x="775" y="198"/>
                    <a:pt x="832" y="209"/>
                    <a:pt x="884" y="228"/>
                  </a:cubicBezTo>
                  <a:cubicBezTo>
                    <a:pt x="968" y="261"/>
                    <a:pt x="1024" y="316"/>
                    <a:pt x="1042" y="383"/>
                  </a:cubicBezTo>
                  <a:cubicBezTo>
                    <a:pt x="1081" y="532"/>
                    <a:pt x="929" y="708"/>
                    <a:pt x="708" y="767"/>
                  </a:cubicBezTo>
                  <a:cubicBezTo>
                    <a:pt x="657" y="781"/>
                    <a:pt x="605" y="788"/>
                    <a:pt x="555" y="788"/>
                  </a:cubicBezTo>
                  <a:cubicBezTo>
                    <a:pt x="494" y="788"/>
                    <a:pt x="437" y="777"/>
                    <a:pt x="385" y="757"/>
                  </a:cubicBezTo>
                  <a:cubicBezTo>
                    <a:pt x="302" y="725"/>
                    <a:pt x="246" y="670"/>
                    <a:pt x="228" y="602"/>
                  </a:cubicBezTo>
                  <a:cubicBezTo>
                    <a:pt x="209" y="535"/>
                    <a:pt x="230" y="459"/>
                    <a:pt x="286" y="389"/>
                  </a:cubicBezTo>
                  <a:cubicBezTo>
                    <a:pt x="349" y="310"/>
                    <a:pt x="446" y="249"/>
                    <a:pt x="561" y="219"/>
                  </a:cubicBezTo>
                  <a:cubicBezTo>
                    <a:pt x="613" y="205"/>
                    <a:pt x="664" y="198"/>
                    <a:pt x="715" y="198"/>
                  </a:cubicBezTo>
                  <a:close/>
                  <a:moveTo>
                    <a:pt x="713" y="0"/>
                  </a:moveTo>
                  <a:cubicBezTo>
                    <a:pt x="646" y="0"/>
                    <a:pt x="578" y="9"/>
                    <a:pt x="510" y="28"/>
                  </a:cubicBezTo>
                  <a:cubicBezTo>
                    <a:pt x="355" y="69"/>
                    <a:pt x="221" y="154"/>
                    <a:pt x="131" y="265"/>
                  </a:cubicBezTo>
                  <a:cubicBezTo>
                    <a:pt x="35" y="386"/>
                    <a:pt x="1" y="523"/>
                    <a:pt x="36" y="653"/>
                  </a:cubicBezTo>
                  <a:cubicBezTo>
                    <a:pt x="71" y="783"/>
                    <a:pt x="169" y="886"/>
                    <a:pt x="314" y="942"/>
                  </a:cubicBezTo>
                  <a:cubicBezTo>
                    <a:pt x="388" y="971"/>
                    <a:pt x="470" y="985"/>
                    <a:pt x="555" y="985"/>
                  </a:cubicBezTo>
                  <a:cubicBezTo>
                    <a:pt x="622" y="985"/>
                    <a:pt x="691" y="976"/>
                    <a:pt x="759" y="958"/>
                  </a:cubicBezTo>
                  <a:cubicBezTo>
                    <a:pt x="1089" y="869"/>
                    <a:pt x="1301" y="589"/>
                    <a:pt x="1233" y="333"/>
                  </a:cubicBezTo>
                  <a:cubicBezTo>
                    <a:pt x="1198" y="202"/>
                    <a:pt x="1099" y="101"/>
                    <a:pt x="956" y="45"/>
                  </a:cubicBezTo>
                  <a:cubicBezTo>
                    <a:pt x="881" y="15"/>
                    <a:pt x="798" y="0"/>
                    <a:pt x="7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57"/>
            <p:cNvSpPr/>
            <p:nvPr/>
          </p:nvSpPr>
          <p:spPr>
            <a:xfrm>
              <a:off x="5768325" y="872700"/>
              <a:ext cx="29925" cy="26725"/>
            </a:xfrm>
            <a:custGeom>
              <a:avLst/>
              <a:gdLst/>
              <a:ahLst/>
              <a:cxnLst/>
              <a:rect l="l" t="t" r="r" b="b"/>
              <a:pathLst>
                <a:path w="1197" h="1069" extrusionOk="0">
                  <a:moveTo>
                    <a:pt x="463" y="198"/>
                  </a:moveTo>
                  <a:cubicBezTo>
                    <a:pt x="563" y="198"/>
                    <a:pt x="670" y="236"/>
                    <a:pt x="765" y="305"/>
                  </a:cubicBezTo>
                  <a:cubicBezTo>
                    <a:pt x="860" y="374"/>
                    <a:pt x="930" y="465"/>
                    <a:pt x="960" y="562"/>
                  </a:cubicBezTo>
                  <a:cubicBezTo>
                    <a:pt x="988" y="648"/>
                    <a:pt x="980" y="725"/>
                    <a:pt x="940" y="782"/>
                  </a:cubicBezTo>
                  <a:cubicBezTo>
                    <a:pt x="898" y="838"/>
                    <a:pt x="826" y="871"/>
                    <a:pt x="736" y="871"/>
                  </a:cubicBezTo>
                  <a:lnTo>
                    <a:pt x="734" y="871"/>
                  </a:lnTo>
                  <a:cubicBezTo>
                    <a:pt x="633" y="871"/>
                    <a:pt x="526" y="833"/>
                    <a:pt x="431" y="764"/>
                  </a:cubicBezTo>
                  <a:cubicBezTo>
                    <a:pt x="336" y="695"/>
                    <a:pt x="266" y="603"/>
                    <a:pt x="236" y="507"/>
                  </a:cubicBezTo>
                  <a:cubicBezTo>
                    <a:pt x="209" y="421"/>
                    <a:pt x="216" y="343"/>
                    <a:pt x="257" y="287"/>
                  </a:cubicBezTo>
                  <a:cubicBezTo>
                    <a:pt x="298" y="229"/>
                    <a:pt x="370" y="198"/>
                    <a:pt x="460" y="198"/>
                  </a:cubicBezTo>
                  <a:close/>
                  <a:moveTo>
                    <a:pt x="459" y="0"/>
                  </a:moveTo>
                  <a:cubicBezTo>
                    <a:pt x="304" y="0"/>
                    <a:pt x="176" y="61"/>
                    <a:pt x="96" y="169"/>
                  </a:cubicBezTo>
                  <a:cubicBezTo>
                    <a:pt x="18" y="279"/>
                    <a:pt x="0" y="420"/>
                    <a:pt x="47" y="567"/>
                  </a:cubicBezTo>
                  <a:cubicBezTo>
                    <a:pt x="90" y="702"/>
                    <a:pt x="185" y="830"/>
                    <a:pt x="315" y="924"/>
                  </a:cubicBezTo>
                  <a:cubicBezTo>
                    <a:pt x="443" y="1016"/>
                    <a:pt x="592" y="1069"/>
                    <a:pt x="734" y="1069"/>
                  </a:cubicBezTo>
                  <a:lnTo>
                    <a:pt x="738" y="1069"/>
                  </a:lnTo>
                  <a:cubicBezTo>
                    <a:pt x="893" y="1067"/>
                    <a:pt x="1020" y="1007"/>
                    <a:pt x="1100" y="898"/>
                  </a:cubicBezTo>
                  <a:cubicBezTo>
                    <a:pt x="1178" y="790"/>
                    <a:pt x="1196" y="648"/>
                    <a:pt x="1149" y="502"/>
                  </a:cubicBezTo>
                  <a:cubicBezTo>
                    <a:pt x="1106" y="365"/>
                    <a:pt x="1010" y="239"/>
                    <a:pt x="881" y="145"/>
                  </a:cubicBezTo>
                  <a:cubicBezTo>
                    <a:pt x="753" y="51"/>
                    <a:pt x="603" y="0"/>
                    <a:pt x="4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57"/>
            <p:cNvSpPr/>
            <p:nvPr/>
          </p:nvSpPr>
          <p:spPr>
            <a:xfrm>
              <a:off x="5867300"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0"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57"/>
            <p:cNvSpPr/>
            <p:nvPr/>
          </p:nvSpPr>
          <p:spPr>
            <a:xfrm>
              <a:off x="5884825" y="861250"/>
              <a:ext cx="24100" cy="31000"/>
            </a:xfrm>
            <a:custGeom>
              <a:avLst/>
              <a:gdLst/>
              <a:ahLst/>
              <a:cxnLst/>
              <a:rect l="l" t="t" r="r" b="b"/>
              <a:pathLst>
                <a:path w="964" h="1240" extrusionOk="0">
                  <a:moveTo>
                    <a:pt x="483" y="199"/>
                  </a:moveTo>
                  <a:cubicBezTo>
                    <a:pt x="637" y="199"/>
                    <a:pt x="766" y="392"/>
                    <a:pt x="766" y="620"/>
                  </a:cubicBezTo>
                  <a:cubicBezTo>
                    <a:pt x="766" y="849"/>
                    <a:pt x="637" y="1042"/>
                    <a:pt x="483" y="1042"/>
                  </a:cubicBezTo>
                  <a:cubicBezTo>
                    <a:pt x="329" y="1042"/>
                    <a:pt x="199" y="849"/>
                    <a:pt x="199" y="620"/>
                  </a:cubicBezTo>
                  <a:cubicBezTo>
                    <a:pt x="199" y="392"/>
                    <a:pt x="328" y="199"/>
                    <a:pt x="483" y="199"/>
                  </a:cubicBezTo>
                  <a:close/>
                  <a:moveTo>
                    <a:pt x="483" y="1"/>
                  </a:moveTo>
                  <a:cubicBezTo>
                    <a:pt x="217" y="1"/>
                    <a:pt x="1" y="278"/>
                    <a:pt x="1" y="620"/>
                  </a:cubicBezTo>
                  <a:cubicBezTo>
                    <a:pt x="1" y="961"/>
                    <a:pt x="217" y="1240"/>
                    <a:pt x="483" y="1240"/>
                  </a:cubicBezTo>
                  <a:cubicBezTo>
                    <a:pt x="748" y="1240"/>
                    <a:pt x="964" y="961"/>
                    <a:pt x="964" y="620"/>
                  </a:cubicBezTo>
                  <a:cubicBezTo>
                    <a:pt x="964" y="278"/>
                    <a:pt x="748"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57"/>
            <p:cNvSpPr/>
            <p:nvPr/>
          </p:nvSpPr>
          <p:spPr>
            <a:xfrm>
              <a:off x="5901025" y="873400"/>
              <a:ext cx="31050" cy="27100"/>
            </a:xfrm>
            <a:custGeom>
              <a:avLst/>
              <a:gdLst/>
              <a:ahLst/>
              <a:cxnLst/>
              <a:rect l="l" t="t" r="r" b="b"/>
              <a:pathLst>
                <a:path w="1242" h="1084" extrusionOk="0">
                  <a:moveTo>
                    <a:pt x="730" y="198"/>
                  </a:moveTo>
                  <a:cubicBezTo>
                    <a:pt x="812" y="198"/>
                    <a:pt x="879" y="225"/>
                    <a:pt x="919" y="276"/>
                  </a:cubicBezTo>
                  <a:cubicBezTo>
                    <a:pt x="1017" y="396"/>
                    <a:pt x="948" y="618"/>
                    <a:pt x="771" y="762"/>
                  </a:cubicBezTo>
                  <a:cubicBezTo>
                    <a:pt x="678" y="836"/>
                    <a:pt x="573" y="880"/>
                    <a:pt x="471" y="884"/>
                  </a:cubicBezTo>
                  <a:cubicBezTo>
                    <a:pt x="464" y="885"/>
                    <a:pt x="457" y="885"/>
                    <a:pt x="450" y="885"/>
                  </a:cubicBezTo>
                  <a:cubicBezTo>
                    <a:pt x="370" y="885"/>
                    <a:pt x="305" y="857"/>
                    <a:pt x="264" y="807"/>
                  </a:cubicBezTo>
                  <a:cubicBezTo>
                    <a:pt x="220" y="753"/>
                    <a:pt x="209" y="674"/>
                    <a:pt x="231" y="588"/>
                  </a:cubicBezTo>
                  <a:cubicBezTo>
                    <a:pt x="257" y="491"/>
                    <a:pt x="321" y="396"/>
                    <a:pt x="414" y="321"/>
                  </a:cubicBezTo>
                  <a:cubicBezTo>
                    <a:pt x="505" y="247"/>
                    <a:pt x="612" y="203"/>
                    <a:pt x="712" y="199"/>
                  </a:cubicBezTo>
                  <a:cubicBezTo>
                    <a:pt x="719" y="198"/>
                    <a:pt x="724" y="198"/>
                    <a:pt x="730" y="198"/>
                  </a:cubicBezTo>
                  <a:close/>
                  <a:moveTo>
                    <a:pt x="732" y="0"/>
                  </a:moveTo>
                  <a:cubicBezTo>
                    <a:pt x="723" y="0"/>
                    <a:pt x="713" y="0"/>
                    <a:pt x="703" y="1"/>
                  </a:cubicBezTo>
                  <a:cubicBezTo>
                    <a:pt x="561" y="7"/>
                    <a:pt x="414" y="66"/>
                    <a:pt x="289" y="168"/>
                  </a:cubicBezTo>
                  <a:cubicBezTo>
                    <a:pt x="165" y="268"/>
                    <a:pt x="76" y="399"/>
                    <a:pt x="40" y="538"/>
                  </a:cubicBezTo>
                  <a:cubicBezTo>
                    <a:pt x="1" y="687"/>
                    <a:pt x="25" y="827"/>
                    <a:pt x="110" y="931"/>
                  </a:cubicBezTo>
                  <a:cubicBezTo>
                    <a:pt x="190" y="1030"/>
                    <a:pt x="311" y="1084"/>
                    <a:pt x="453" y="1084"/>
                  </a:cubicBezTo>
                  <a:cubicBezTo>
                    <a:pt x="462" y="1084"/>
                    <a:pt x="471" y="1082"/>
                    <a:pt x="481" y="1082"/>
                  </a:cubicBezTo>
                  <a:cubicBezTo>
                    <a:pt x="623" y="1076"/>
                    <a:pt x="771" y="1017"/>
                    <a:pt x="894" y="915"/>
                  </a:cubicBezTo>
                  <a:cubicBezTo>
                    <a:pt x="1160" y="700"/>
                    <a:pt x="1241" y="358"/>
                    <a:pt x="1074" y="152"/>
                  </a:cubicBezTo>
                  <a:cubicBezTo>
                    <a:pt x="995" y="53"/>
                    <a:pt x="875"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57"/>
            <p:cNvSpPr/>
            <p:nvPr/>
          </p:nvSpPr>
          <p:spPr>
            <a:xfrm>
              <a:off x="5903950" y="895850"/>
              <a:ext cx="31725" cy="24450"/>
            </a:xfrm>
            <a:custGeom>
              <a:avLst/>
              <a:gdLst/>
              <a:ahLst/>
              <a:cxnLst/>
              <a:rect l="l" t="t" r="r" b="b"/>
              <a:pathLst>
                <a:path w="1269" h="978" extrusionOk="0">
                  <a:moveTo>
                    <a:pt x="569" y="197"/>
                  </a:moveTo>
                  <a:cubicBezTo>
                    <a:pt x="609" y="197"/>
                    <a:pt x="651" y="203"/>
                    <a:pt x="694" y="212"/>
                  </a:cubicBezTo>
                  <a:cubicBezTo>
                    <a:pt x="809" y="235"/>
                    <a:pt x="910" y="291"/>
                    <a:pt x="977" y="367"/>
                  </a:cubicBezTo>
                  <a:cubicBezTo>
                    <a:pt x="1037" y="433"/>
                    <a:pt x="1062" y="507"/>
                    <a:pt x="1047" y="577"/>
                  </a:cubicBezTo>
                  <a:cubicBezTo>
                    <a:pt x="1033" y="644"/>
                    <a:pt x="979" y="703"/>
                    <a:pt x="897" y="739"/>
                  </a:cubicBezTo>
                  <a:cubicBezTo>
                    <a:pt x="839" y="766"/>
                    <a:pt x="771" y="779"/>
                    <a:pt x="699" y="779"/>
                  </a:cubicBezTo>
                  <a:cubicBezTo>
                    <a:pt x="659" y="779"/>
                    <a:pt x="617" y="775"/>
                    <a:pt x="576" y="767"/>
                  </a:cubicBezTo>
                  <a:cubicBezTo>
                    <a:pt x="460" y="742"/>
                    <a:pt x="359" y="686"/>
                    <a:pt x="293" y="612"/>
                  </a:cubicBezTo>
                  <a:cubicBezTo>
                    <a:pt x="233" y="544"/>
                    <a:pt x="208" y="470"/>
                    <a:pt x="222" y="401"/>
                  </a:cubicBezTo>
                  <a:cubicBezTo>
                    <a:pt x="237" y="333"/>
                    <a:pt x="290" y="274"/>
                    <a:pt x="371" y="238"/>
                  </a:cubicBezTo>
                  <a:cubicBezTo>
                    <a:pt x="430" y="212"/>
                    <a:pt x="497" y="197"/>
                    <a:pt x="569" y="197"/>
                  </a:cubicBezTo>
                  <a:close/>
                  <a:moveTo>
                    <a:pt x="568" y="0"/>
                  </a:moveTo>
                  <a:cubicBezTo>
                    <a:pt x="469" y="0"/>
                    <a:pt x="374" y="19"/>
                    <a:pt x="290" y="57"/>
                  </a:cubicBezTo>
                  <a:cubicBezTo>
                    <a:pt x="149" y="120"/>
                    <a:pt x="57" y="229"/>
                    <a:pt x="28" y="360"/>
                  </a:cubicBezTo>
                  <a:cubicBezTo>
                    <a:pt x="1" y="492"/>
                    <a:pt x="43" y="627"/>
                    <a:pt x="144" y="743"/>
                  </a:cubicBezTo>
                  <a:cubicBezTo>
                    <a:pt x="239" y="849"/>
                    <a:pt x="377" y="927"/>
                    <a:pt x="535" y="960"/>
                  </a:cubicBezTo>
                  <a:cubicBezTo>
                    <a:pt x="590" y="971"/>
                    <a:pt x="646" y="978"/>
                    <a:pt x="701" y="978"/>
                  </a:cubicBezTo>
                  <a:cubicBezTo>
                    <a:pt x="800" y="978"/>
                    <a:pt x="895" y="958"/>
                    <a:pt x="979" y="921"/>
                  </a:cubicBezTo>
                  <a:cubicBezTo>
                    <a:pt x="1120" y="857"/>
                    <a:pt x="1213" y="749"/>
                    <a:pt x="1241" y="617"/>
                  </a:cubicBezTo>
                  <a:cubicBezTo>
                    <a:pt x="1269" y="485"/>
                    <a:pt x="1227" y="350"/>
                    <a:pt x="1125" y="235"/>
                  </a:cubicBezTo>
                  <a:cubicBezTo>
                    <a:pt x="1030" y="128"/>
                    <a:pt x="891" y="50"/>
                    <a:pt x="734" y="17"/>
                  </a:cubicBezTo>
                  <a:cubicBezTo>
                    <a:pt x="679" y="6"/>
                    <a:pt x="623" y="0"/>
                    <a:pt x="5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57"/>
            <p:cNvSpPr/>
            <p:nvPr/>
          </p:nvSpPr>
          <p:spPr>
            <a:xfrm>
              <a:off x="5891275" y="909600"/>
              <a:ext cx="27900" cy="29725"/>
            </a:xfrm>
            <a:custGeom>
              <a:avLst/>
              <a:gdLst/>
              <a:ahLst/>
              <a:cxnLst/>
              <a:rect l="l" t="t" r="r" b="b"/>
              <a:pathLst>
                <a:path w="1116" h="1189" extrusionOk="0">
                  <a:moveTo>
                    <a:pt x="483" y="199"/>
                  </a:moveTo>
                  <a:cubicBezTo>
                    <a:pt x="608" y="199"/>
                    <a:pt x="756" y="303"/>
                    <a:pt x="839" y="466"/>
                  </a:cubicBezTo>
                  <a:cubicBezTo>
                    <a:pt x="892" y="571"/>
                    <a:pt x="913" y="685"/>
                    <a:pt x="896" y="784"/>
                  </a:cubicBezTo>
                  <a:cubicBezTo>
                    <a:pt x="882" y="872"/>
                    <a:pt x="839" y="939"/>
                    <a:pt x="776" y="970"/>
                  </a:cubicBezTo>
                  <a:cubicBezTo>
                    <a:pt x="749" y="984"/>
                    <a:pt x="719" y="991"/>
                    <a:pt x="687" y="991"/>
                  </a:cubicBezTo>
                  <a:cubicBezTo>
                    <a:pt x="563" y="991"/>
                    <a:pt x="416" y="886"/>
                    <a:pt x="333" y="724"/>
                  </a:cubicBezTo>
                  <a:cubicBezTo>
                    <a:pt x="229" y="520"/>
                    <a:pt x="258" y="288"/>
                    <a:pt x="395" y="219"/>
                  </a:cubicBezTo>
                  <a:cubicBezTo>
                    <a:pt x="422" y="205"/>
                    <a:pt x="452" y="199"/>
                    <a:pt x="483" y="199"/>
                  </a:cubicBezTo>
                  <a:close/>
                  <a:moveTo>
                    <a:pt x="481" y="1"/>
                  </a:moveTo>
                  <a:cubicBezTo>
                    <a:pt x="420" y="1"/>
                    <a:pt x="360" y="14"/>
                    <a:pt x="305" y="42"/>
                  </a:cubicBezTo>
                  <a:cubicBezTo>
                    <a:pt x="67" y="163"/>
                    <a:pt x="1" y="509"/>
                    <a:pt x="156" y="814"/>
                  </a:cubicBezTo>
                  <a:cubicBezTo>
                    <a:pt x="275" y="1047"/>
                    <a:pt x="490" y="1189"/>
                    <a:pt x="690" y="1189"/>
                  </a:cubicBezTo>
                  <a:cubicBezTo>
                    <a:pt x="752" y="1189"/>
                    <a:pt x="811" y="1176"/>
                    <a:pt x="866" y="1147"/>
                  </a:cubicBezTo>
                  <a:cubicBezTo>
                    <a:pt x="986" y="1086"/>
                    <a:pt x="1067" y="969"/>
                    <a:pt x="1092" y="816"/>
                  </a:cubicBezTo>
                  <a:cubicBezTo>
                    <a:pt x="1115" y="674"/>
                    <a:pt x="1088" y="519"/>
                    <a:pt x="1015" y="376"/>
                  </a:cubicBezTo>
                  <a:cubicBezTo>
                    <a:pt x="896" y="142"/>
                    <a:pt x="681"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57"/>
            <p:cNvSpPr/>
            <p:nvPr/>
          </p:nvSpPr>
          <p:spPr>
            <a:xfrm>
              <a:off x="5871325" y="908950"/>
              <a:ext cx="26200" cy="30025"/>
            </a:xfrm>
            <a:custGeom>
              <a:avLst/>
              <a:gdLst/>
              <a:ahLst/>
              <a:cxnLst/>
              <a:rect l="l" t="t" r="r" b="b"/>
              <a:pathLst>
                <a:path w="1048" h="1201" extrusionOk="0">
                  <a:moveTo>
                    <a:pt x="617" y="200"/>
                  </a:moveTo>
                  <a:cubicBezTo>
                    <a:pt x="644" y="200"/>
                    <a:pt x="670" y="205"/>
                    <a:pt x="695" y="215"/>
                  </a:cubicBezTo>
                  <a:cubicBezTo>
                    <a:pt x="759" y="244"/>
                    <a:pt x="804" y="308"/>
                    <a:pt x="824" y="397"/>
                  </a:cubicBezTo>
                  <a:cubicBezTo>
                    <a:pt x="846" y="494"/>
                    <a:pt x="832" y="609"/>
                    <a:pt x="783" y="717"/>
                  </a:cubicBezTo>
                  <a:cubicBezTo>
                    <a:pt x="706" y="889"/>
                    <a:pt x="559" y="1003"/>
                    <a:pt x="431" y="1003"/>
                  </a:cubicBezTo>
                  <a:cubicBezTo>
                    <a:pt x="403" y="1003"/>
                    <a:pt x="377" y="998"/>
                    <a:pt x="352" y="987"/>
                  </a:cubicBezTo>
                  <a:cubicBezTo>
                    <a:pt x="288" y="958"/>
                    <a:pt x="243" y="894"/>
                    <a:pt x="223" y="807"/>
                  </a:cubicBezTo>
                  <a:cubicBezTo>
                    <a:pt x="202" y="708"/>
                    <a:pt x="217" y="595"/>
                    <a:pt x="265" y="486"/>
                  </a:cubicBezTo>
                  <a:cubicBezTo>
                    <a:pt x="313" y="378"/>
                    <a:pt x="387" y="291"/>
                    <a:pt x="476" y="241"/>
                  </a:cubicBezTo>
                  <a:cubicBezTo>
                    <a:pt x="523" y="214"/>
                    <a:pt x="571" y="200"/>
                    <a:pt x="617" y="200"/>
                  </a:cubicBezTo>
                  <a:close/>
                  <a:moveTo>
                    <a:pt x="616" y="0"/>
                  </a:moveTo>
                  <a:cubicBezTo>
                    <a:pt x="537" y="0"/>
                    <a:pt x="456" y="23"/>
                    <a:pt x="377" y="68"/>
                  </a:cubicBezTo>
                  <a:cubicBezTo>
                    <a:pt x="253" y="140"/>
                    <a:pt x="149" y="260"/>
                    <a:pt x="84" y="406"/>
                  </a:cubicBezTo>
                  <a:cubicBezTo>
                    <a:pt x="18" y="552"/>
                    <a:pt x="0" y="709"/>
                    <a:pt x="30" y="849"/>
                  </a:cubicBezTo>
                  <a:cubicBezTo>
                    <a:pt x="63" y="1000"/>
                    <a:pt x="149" y="1113"/>
                    <a:pt x="271" y="1168"/>
                  </a:cubicBezTo>
                  <a:cubicBezTo>
                    <a:pt x="322" y="1190"/>
                    <a:pt x="376" y="1200"/>
                    <a:pt x="429" y="1200"/>
                  </a:cubicBezTo>
                  <a:cubicBezTo>
                    <a:pt x="636" y="1200"/>
                    <a:pt x="854" y="1044"/>
                    <a:pt x="964" y="797"/>
                  </a:cubicBezTo>
                  <a:cubicBezTo>
                    <a:pt x="1030" y="651"/>
                    <a:pt x="1048" y="493"/>
                    <a:pt x="1018" y="354"/>
                  </a:cubicBezTo>
                  <a:cubicBezTo>
                    <a:pt x="984" y="202"/>
                    <a:pt x="899" y="89"/>
                    <a:pt x="776" y="34"/>
                  </a:cubicBezTo>
                  <a:cubicBezTo>
                    <a:pt x="725" y="12"/>
                    <a:pt x="671" y="0"/>
                    <a:pt x="6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57"/>
            <p:cNvSpPr/>
            <p:nvPr/>
          </p:nvSpPr>
          <p:spPr>
            <a:xfrm>
              <a:off x="5855425" y="894650"/>
              <a:ext cx="31675" cy="24650"/>
            </a:xfrm>
            <a:custGeom>
              <a:avLst/>
              <a:gdLst/>
              <a:ahLst/>
              <a:cxnLst/>
              <a:rect l="l" t="t" r="r" b="b"/>
              <a:pathLst>
                <a:path w="1267" h="986" extrusionOk="0">
                  <a:moveTo>
                    <a:pt x="713" y="198"/>
                  </a:moveTo>
                  <a:cubicBezTo>
                    <a:pt x="774" y="198"/>
                    <a:pt x="832" y="209"/>
                    <a:pt x="884" y="228"/>
                  </a:cubicBezTo>
                  <a:cubicBezTo>
                    <a:pt x="967" y="261"/>
                    <a:pt x="1023" y="316"/>
                    <a:pt x="1041" y="383"/>
                  </a:cubicBezTo>
                  <a:cubicBezTo>
                    <a:pt x="1058" y="451"/>
                    <a:pt x="1038" y="527"/>
                    <a:pt x="982" y="597"/>
                  </a:cubicBezTo>
                  <a:cubicBezTo>
                    <a:pt x="919" y="677"/>
                    <a:pt x="821" y="737"/>
                    <a:pt x="707" y="767"/>
                  </a:cubicBezTo>
                  <a:cubicBezTo>
                    <a:pt x="655" y="781"/>
                    <a:pt x="604" y="788"/>
                    <a:pt x="554" y="788"/>
                  </a:cubicBezTo>
                  <a:cubicBezTo>
                    <a:pt x="494" y="788"/>
                    <a:pt x="436" y="777"/>
                    <a:pt x="385" y="757"/>
                  </a:cubicBezTo>
                  <a:cubicBezTo>
                    <a:pt x="300" y="725"/>
                    <a:pt x="244" y="670"/>
                    <a:pt x="226" y="602"/>
                  </a:cubicBezTo>
                  <a:cubicBezTo>
                    <a:pt x="209" y="535"/>
                    <a:pt x="230" y="459"/>
                    <a:pt x="286" y="389"/>
                  </a:cubicBezTo>
                  <a:cubicBezTo>
                    <a:pt x="348" y="310"/>
                    <a:pt x="446" y="249"/>
                    <a:pt x="561" y="219"/>
                  </a:cubicBezTo>
                  <a:cubicBezTo>
                    <a:pt x="611" y="205"/>
                    <a:pt x="664" y="198"/>
                    <a:pt x="713" y="198"/>
                  </a:cubicBezTo>
                  <a:close/>
                  <a:moveTo>
                    <a:pt x="712" y="0"/>
                  </a:moveTo>
                  <a:cubicBezTo>
                    <a:pt x="645" y="0"/>
                    <a:pt x="576" y="9"/>
                    <a:pt x="509" y="28"/>
                  </a:cubicBezTo>
                  <a:cubicBezTo>
                    <a:pt x="355" y="69"/>
                    <a:pt x="219" y="154"/>
                    <a:pt x="131" y="265"/>
                  </a:cubicBezTo>
                  <a:cubicBezTo>
                    <a:pt x="34" y="386"/>
                    <a:pt x="0" y="523"/>
                    <a:pt x="34" y="653"/>
                  </a:cubicBezTo>
                  <a:cubicBezTo>
                    <a:pt x="69" y="783"/>
                    <a:pt x="168" y="886"/>
                    <a:pt x="312" y="942"/>
                  </a:cubicBezTo>
                  <a:cubicBezTo>
                    <a:pt x="386" y="971"/>
                    <a:pt x="469" y="985"/>
                    <a:pt x="554" y="985"/>
                  </a:cubicBezTo>
                  <a:cubicBezTo>
                    <a:pt x="621" y="985"/>
                    <a:pt x="690" y="976"/>
                    <a:pt x="759" y="958"/>
                  </a:cubicBezTo>
                  <a:cubicBezTo>
                    <a:pt x="912" y="916"/>
                    <a:pt x="1047" y="833"/>
                    <a:pt x="1137" y="721"/>
                  </a:cubicBezTo>
                  <a:cubicBezTo>
                    <a:pt x="1233" y="601"/>
                    <a:pt x="1267" y="463"/>
                    <a:pt x="1232" y="333"/>
                  </a:cubicBezTo>
                  <a:cubicBezTo>
                    <a:pt x="1197" y="202"/>
                    <a:pt x="1099" y="101"/>
                    <a:pt x="955" y="45"/>
                  </a:cubicBezTo>
                  <a:cubicBezTo>
                    <a:pt x="881" y="15"/>
                    <a:pt x="798"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57"/>
            <p:cNvSpPr/>
            <p:nvPr/>
          </p:nvSpPr>
          <p:spPr>
            <a:xfrm>
              <a:off x="5861250" y="872700"/>
              <a:ext cx="29925" cy="26725"/>
            </a:xfrm>
            <a:custGeom>
              <a:avLst/>
              <a:gdLst/>
              <a:ahLst/>
              <a:cxnLst/>
              <a:rect l="l" t="t" r="r" b="b"/>
              <a:pathLst>
                <a:path w="1197" h="1069" extrusionOk="0">
                  <a:moveTo>
                    <a:pt x="462" y="198"/>
                  </a:moveTo>
                  <a:cubicBezTo>
                    <a:pt x="562" y="198"/>
                    <a:pt x="670" y="236"/>
                    <a:pt x="765" y="305"/>
                  </a:cubicBezTo>
                  <a:cubicBezTo>
                    <a:pt x="861" y="374"/>
                    <a:pt x="930" y="465"/>
                    <a:pt x="961" y="562"/>
                  </a:cubicBezTo>
                  <a:cubicBezTo>
                    <a:pt x="988" y="648"/>
                    <a:pt x="980" y="725"/>
                    <a:pt x="940" y="782"/>
                  </a:cubicBezTo>
                  <a:cubicBezTo>
                    <a:pt x="898" y="838"/>
                    <a:pt x="827" y="871"/>
                    <a:pt x="737" y="871"/>
                  </a:cubicBezTo>
                  <a:lnTo>
                    <a:pt x="734" y="871"/>
                  </a:lnTo>
                  <a:cubicBezTo>
                    <a:pt x="634" y="871"/>
                    <a:pt x="527" y="833"/>
                    <a:pt x="432" y="764"/>
                  </a:cubicBezTo>
                  <a:cubicBezTo>
                    <a:pt x="335" y="695"/>
                    <a:pt x="266" y="603"/>
                    <a:pt x="235" y="507"/>
                  </a:cubicBezTo>
                  <a:cubicBezTo>
                    <a:pt x="208" y="421"/>
                    <a:pt x="216" y="343"/>
                    <a:pt x="257" y="287"/>
                  </a:cubicBezTo>
                  <a:cubicBezTo>
                    <a:pt x="298" y="229"/>
                    <a:pt x="369" y="198"/>
                    <a:pt x="459" y="198"/>
                  </a:cubicBezTo>
                  <a:close/>
                  <a:moveTo>
                    <a:pt x="459" y="0"/>
                  </a:moveTo>
                  <a:cubicBezTo>
                    <a:pt x="304" y="0"/>
                    <a:pt x="175" y="61"/>
                    <a:pt x="97" y="169"/>
                  </a:cubicBezTo>
                  <a:cubicBezTo>
                    <a:pt x="18" y="279"/>
                    <a:pt x="1" y="420"/>
                    <a:pt x="48" y="567"/>
                  </a:cubicBezTo>
                  <a:cubicBezTo>
                    <a:pt x="91" y="702"/>
                    <a:pt x="186" y="830"/>
                    <a:pt x="315" y="924"/>
                  </a:cubicBezTo>
                  <a:cubicBezTo>
                    <a:pt x="444" y="1016"/>
                    <a:pt x="592" y="1069"/>
                    <a:pt x="734" y="1069"/>
                  </a:cubicBezTo>
                  <a:lnTo>
                    <a:pt x="738" y="1069"/>
                  </a:lnTo>
                  <a:cubicBezTo>
                    <a:pt x="892" y="1067"/>
                    <a:pt x="1021" y="1007"/>
                    <a:pt x="1099" y="898"/>
                  </a:cubicBezTo>
                  <a:cubicBezTo>
                    <a:pt x="1179" y="790"/>
                    <a:pt x="1197" y="648"/>
                    <a:pt x="1150" y="502"/>
                  </a:cubicBezTo>
                  <a:cubicBezTo>
                    <a:pt x="1106" y="365"/>
                    <a:pt x="1010" y="239"/>
                    <a:pt x="881" y="145"/>
                  </a:cubicBezTo>
                  <a:cubicBezTo>
                    <a:pt x="752" y="51"/>
                    <a:pt x="604" y="0"/>
                    <a:pt x="4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57"/>
            <p:cNvSpPr/>
            <p:nvPr/>
          </p:nvSpPr>
          <p:spPr>
            <a:xfrm>
              <a:off x="5960225" y="878950"/>
              <a:ext cx="57100" cy="44300"/>
            </a:xfrm>
            <a:custGeom>
              <a:avLst/>
              <a:gdLst/>
              <a:ahLst/>
              <a:cxnLst/>
              <a:rect l="l" t="t" r="r" b="b"/>
              <a:pathLst>
                <a:path w="2284" h="1772" extrusionOk="0">
                  <a:moveTo>
                    <a:pt x="1140" y="0"/>
                  </a:moveTo>
                  <a:cubicBezTo>
                    <a:pt x="2" y="0"/>
                    <a:pt x="1" y="1771"/>
                    <a:pt x="1142" y="1771"/>
                  </a:cubicBezTo>
                  <a:cubicBezTo>
                    <a:pt x="2281"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57"/>
            <p:cNvSpPr/>
            <p:nvPr/>
          </p:nvSpPr>
          <p:spPr>
            <a:xfrm>
              <a:off x="5977775" y="861250"/>
              <a:ext cx="24100" cy="31000"/>
            </a:xfrm>
            <a:custGeom>
              <a:avLst/>
              <a:gdLst/>
              <a:ahLst/>
              <a:cxnLst/>
              <a:rect l="l" t="t" r="r" b="b"/>
              <a:pathLst>
                <a:path w="964" h="1240" extrusionOk="0">
                  <a:moveTo>
                    <a:pt x="481" y="199"/>
                  </a:moveTo>
                  <a:cubicBezTo>
                    <a:pt x="635" y="199"/>
                    <a:pt x="765" y="392"/>
                    <a:pt x="765" y="620"/>
                  </a:cubicBezTo>
                  <a:cubicBezTo>
                    <a:pt x="765" y="849"/>
                    <a:pt x="635" y="1042"/>
                    <a:pt x="481" y="1042"/>
                  </a:cubicBezTo>
                  <a:cubicBezTo>
                    <a:pt x="328" y="1042"/>
                    <a:pt x="199" y="849"/>
                    <a:pt x="199" y="620"/>
                  </a:cubicBezTo>
                  <a:cubicBezTo>
                    <a:pt x="199" y="392"/>
                    <a:pt x="328" y="199"/>
                    <a:pt x="481" y="199"/>
                  </a:cubicBezTo>
                  <a:close/>
                  <a:moveTo>
                    <a:pt x="481" y="1"/>
                  </a:moveTo>
                  <a:cubicBezTo>
                    <a:pt x="216" y="1"/>
                    <a:pt x="1" y="278"/>
                    <a:pt x="1" y="620"/>
                  </a:cubicBezTo>
                  <a:cubicBezTo>
                    <a:pt x="1" y="961"/>
                    <a:pt x="216"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57"/>
            <p:cNvSpPr/>
            <p:nvPr/>
          </p:nvSpPr>
          <p:spPr>
            <a:xfrm>
              <a:off x="5993975" y="873400"/>
              <a:ext cx="31025" cy="27100"/>
            </a:xfrm>
            <a:custGeom>
              <a:avLst/>
              <a:gdLst/>
              <a:ahLst/>
              <a:cxnLst/>
              <a:rect l="l" t="t" r="r" b="b"/>
              <a:pathLst>
                <a:path w="1241" h="1084" extrusionOk="0">
                  <a:moveTo>
                    <a:pt x="729" y="198"/>
                  </a:moveTo>
                  <a:cubicBezTo>
                    <a:pt x="811" y="198"/>
                    <a:pt x="878" y="225"/>
                    <a:pt x="919" y="276"/>
                  </a:cubicBezTo>
                  <a:cubicBezTo>
                    <a:pt x="1015" y="396"/>
                    <a:pt x="947" y="618"/>
                    <a:pt x="769" y="762"/>
                  </a:cubicBezTo>
                  <a:cubicBezTo>
                    <a:pt x="678" y="836"/>
                    <a:pt x="571" y="880"/>
                    <a:pt x="471" y="884"/>
                  </a:cubicBezTo>
                  <a:cubicBezTo>
                    <a:pt x="464" y="885"/>
                    <a:pt x="457" y="885"/>
                    <a:pt x="450" y="885"/>
                  </a:cubicBezTo>
                  <a:cubicBezTo>
                    <a:pt x="369" y="885"/>
                    <a:pt x="304" y="857"/>
                    <a:pt x="263" y="807"/>
                  </a:cubicBezTo>
                  <a:cubicBezTo>
                    <a:pt x="219" y="753"/>
                    <a:pt x="207" y="674"/>
                    <a:pt x="229" y="588"/>
                  </a:cubicBezTo>
                  <a:cubicBezTo>
                    <a:pt x="256" y="491"/>
                    <a:pt x="321" y="396"/>
                    <a:pt x="412" y="321"/>
                  </a:cubicBezTo>
                  <a:cubicBezTo>
                    <a:pt x="504" y="247"/>
                    <a:pt x="610" y="203"/>
                    <a:pt x="712" y="199"/>
                  </a:cubicBezTo>
                  <a:cubicBezTo>
                    <a:pt x="718" y="198"/>
                    <a:pt x="723" y="198"/>
                    <a:pt x="729" y="198"/>
                  </a:cubicBezTo>
                  <a:close/>
                  <a:moveTo>
                    <a:pt x="732" y="0"/>
                  </a:moveTo>
                  <a:cubicBezTo>
                    <a:pt x="722" y="0"/>
                    <a:pt x="713" y="0"/>
                    <a:pt x="702" y="1"/>
                  </a:cubicBezTo>
                  <a:cubicBezTo>
                    <a:pt x="559" y="7"/>
                    <a:pt x="412" y="66"/>
                    <a:pt x="288" y="168"/>
                  </a:cubicBezTo>
                  <a:cubicBezTo>
                    <a:pt x="164" y="268"/>
                    <a:pt x="76" y="399"/>
                    <a:pt x="39" y="538"/>
                  </a:cubicBezTo>
                  <a:cubicBezTo>
                    <a:pt x="0" y="687"/>
                    <a:pt x="25" y="827"/>
                    <a:pt x="110" y="931"/>
                  </a:cubicBezTo>
                  <a:cubicBezTo>
                    <a:pt x="189" y="1030"/>
                    <a:pt x="310" y="1084"/>
                    <a:pt x="452" y="1084"/>
                  </a:cubicBezTo>
                  <a:cubicBezTo>
                    <a:pt x="461" y="1084"/>
                    <a:pt x="471" y="1082"/>
                    <a:pt x="480" y="1082"/>
                  </a:cubicBezTo>
                  <a:cubicBezTo>
                    <a:pt x="623" y="1076"/>
                    <a:pt x="770" y="1017"/>
                    <a:pt x="894" y="915"/>
                  </a:cubicBezTo>
                  <a:cubicBezTo>
                    <a:pt x="1160" y="700"/>
                    <a:pt x="1241" y="358"/>
                    <a:pt x="1073" y="152"/>
                  </a:cubicBezTo>
                  <a:cubicBezTo>
                    <a:pt x="993" y="53"/>
                    <a:pt x="875" y="0"/>
                    <a:pt x="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57"/>
            <p:cNvSpPr/>
            <p:nvPr/>
          </p:nvSpPr>
          <p:spPr>
            <a:xfrm>
              <a:off x="5996175" y="895850"/>
              <a:ext cx="32450" cy="24450"/>
            </a:xfrm>
            <a:custGeom>
              <a:avLst/>
              <a:gdLst/>
              <a:ahLst/>
              <a:cxnLst/>
              <a:rect l="l" t="t" r="r" b="b"/>
              <a:pathLst>
                <a:path w="1298" h="978" extrusionOk="0">
                  <a:moveTo>
                    <a:pt x="596" y="197"/>
                  </a:moveTo>
                  <a:cubicBezTo>
                    <a:pt x="638" y="197"/>
                    <a:pt x="680" y="203"/>
                    <a:pt x="721" y="212"/>
                  </a:cubicBezTo>
                  <a:cubicBezTo>
                    <a:pt x="837" y="235"/>
                    <a:pt x="938" y="291"/>
                    <a:pt x="1005" y="367"/>
                  </a:cubicBezTo>
                  <a:cubicBezTo>
                    <a:pt x="1065" y="433"/>
                    <a:pt x="1090" y="507"/>
                    <a:pt x="1076" y="577"/>
                  </a:cubicBezTo>
                  <a:cubicBezTo>
                    <a:pt x="1061" y="644"/>
                    <a:pt x="1008" y="703"/>
                    <a:pt x="926" y="739"/>
                  </a:cubicBezTo>
                  <a:cubicBezTo>
                    <a:pt x="867" y="766"/>
                    <a:pt x="799" y="779"/>
                    <a:pt x="727" y="779"/>
                  </a:cubicBezTo>
                  <a:cubicBezTo>
                    <a:pt x="687" y="779"/>
                    <a:pt x="646" y="775"/>
                    <a:pt x="604" y="767"/>
                  </a:cubicBezTo>
                  <a:cubicBezTo>
                    <a:pt x="380" y="719"/>
                    <a:pt x="218" y="552"/>
                    <a:pt x="250" y="401"/>
                  </a:cubicBezTo>
                  <a:cubicBezTo>
                    <a:pt x="265" y="333"/>
                    <a:pt x="317" y="274"/>
                    <a:pt x="399" y="238"/>
                  </a:cubicBezTo>
                  <a:cubicBezTo>
                    <a:pt x="458" y="212"/>
                    <a:pt x="526" y="197"/>
                    <a:pt x="596" y="197"/>
                  </a:cubicBezTo>
                  <a:close/>
                  <a:moveTo>
                    <a:pt x="596" y="0"/>
                  </a:moveTo>
                  <a:cubicBezTo>
                    <a:pt x="498" y="0"/>
                    <a:pt x="402" y="19"/>
                    <a:pt x="319" y="57"/>
                  </a:cubicBezTo>
                  <a:cubicBezTo>
                    <a:pt x="178" y="120"/>
                    <a:pt x="84" y="229"/>
                    <a:pt x="57" y="360"/>
                  </a:cubicBezTo>
                  <a:cubicBezTo>
                    <a:pt x="1" y="620"/>
                    <a:pt x="229" y="889"/>
                    <a:pt x="562" y="960"/>
                  </a:cubicBezTo>
                  <a:cubicBezTo>
                    <a:pt x="618" y="971"/>
                    <a:pt x="673" y="978"/>
                    <a:pt x="728" y="978"/>
                  </a:cubicBezTo>
                  <a:cubicBezTo>
                    <a:pt x="828" y="978"/>
                    <a:pt x="923" y="958"/>
                    <a:pt x="1008" y="921"/>
                  </a:cubicBezTo>
                  <a:cubicBezTo>
                    <a:pt x="1147" y="857"/>
                    <a:pt x="1241" y="749"/>
                    <a:pt x="1269" y="617"/>
                  </a:cubicBezTo>
                  <a:cubicBezTo>
                    <a:pt x="1297" y="485"/>
                    <a:pt x="1256" y="350"/>
                    <a:pt x="1153" y="235"/>
                  </a:cubicBezTo>
                  <a:cubicBezTo>
                    <a:pt x="1058" y="128"/>
                    <a:pt x="919" y="50"/>
                    <a:pt x="763" y="17"/>
                  </a:cubicBezTo>
                  <a:cubicBezTo>
                    <a:pt x="707" y="6"/>
                    <a:pt x="651" y="0"/>
                    <a:pt x="5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57"/>
            <p:cNvSpPr/>
            <p:nvPr/>
          </p:nvSpPr>
          <p:spPr>
            <a:xfrm>
              <a:off x="5984225" y="909600"/>
              <a:ext cx="27850" cy="29725"/>
            </a:xfrm>
            <a:custGeom>
              <a:avLst/>
              <a:gdLst/>
              <a:ahLst/>
              <a:cxnLst/>
              <a:rect l="l" t="t" r="r" b="b"/>
              <a:pathLst>
                <a:path w="1114" h="1189" extrusionOk="0">
                  <a:moveTo>
                    <a:pt x="482" y="199"/>
                  </a:moveTo>
                  <a:cubicBezTo>
                    <a:pt x="607" y="199"/>
                    <a:pt x="754" y="303"/>
                    <a:pt x="837" y="466"/>
                  </a:cubicBezTo>
                  <a:cubicBezTo>
                    <a:pt x="891" y="571"/>
                    <a:pt x="911" y="685"/>
                    <a:pt x="896" y="784"/>
                  </a:cubicBezTo>
                  <a:cubicBezTo>
                    <a:pt x="880" y="872"/>
                    <a:pt x="838" y="939"/>
                    <a:pt x="776" y="970"/>
                  </a:cubicBezTo>
                  <a:cubicBezTo>
                    <a:pt x="748" y="984"/>
                    <a:pt x="718" y="991"/>
                    <a:pt x="687" y="991"/>
                  </a:cubicBezTo>
                  <a:cubicBezTo>
                    <a:pt x="562" y="991"/>
                    <a:pt x="415" y="886"/>
                    <a:pt x="332" y="724"/>
                  </a:cubicBezTo>
                  <a:cubicBezTo>
                    <a:pt x="229" y="520"/>
                    <a:pt x="256" y="288"/>
                    <a:pt x="393" y="219"/>
                  </a:cubicBezTo>
                  <a:cubicBezTo>
                    <a:pt x="420" y="205"/>
                    <a:pt x="450" y="199"/>
                    <a:pt x="482" y="199"/>
                  </a:cubicBezTo>
                  <a:close/>
                  <a:moveTo>
                    <a:pt x="480" y="1"/>
                  </a:moveTo>
                  <a:cubicBezTo>
                    <a:pt x="419" y="1"/>
                    <a:pt x="359" y="14"/>
                    <a:pt x="303" y="42"/>
                  </a:cubicBezTo>
                  <a:cubicBezTo>
                    <a:pt x="67" y="163"/>
                    <a:pt x="1" y="509"/>
                    <a:pt x="156" y="814"/>
                  </a:cubicBezTo>
                  <a:cubicBezTo>
                    <a:pt x="274" y="1047"/>
                    <a:pt x="489" y="1189"/>
                    <a:pt x="689" y="1189"/>
                  </a:cubicBezTo>
                  <a:cubicBezTo>
                    <a:pt x="750" y="1189"/>
                    <a:pt x="811" y="1176"/>
                    <a:pt x="866" y="1147"/>
                  </a:cubicBezTo>
                  <a:cubicBezTo>
                    <a:pt x="986" y="1086"/>
                    <a:pt x="1065" y="969"/>
                    <a:pt x="1090" y="816"/>
                  </a:cubicBezTo>
                  <a:cubicBezTo>
                    <a:pt x="1113" y="674"/>
                    <a:pt x="1086" y="519"/>
                    <a:pt x="1013" y="376"/>
                  </a:cubicBezTo>
                  <a:cubicBezTo>
                    <a:pt x="895" y="142"/>
                    <a:pt x="681"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57"/>
            <p:cNvSpPr/>
            <p:nvPr/>
          </p:nvSpPr>
          <p:spPr>
            <a:xfrm>
              <a:off x="5964225" y="908950"/>
              <a:ext cx="26250" cy="30025"/>
            </a:xfrm>
            <a:custGeom>
              <a:avLst/>
              <a:gdLst/>
              <a:ahLst/>
              <a:cxnLst/>
              <a:rect l="l" t="t" r="r" b="b"/>
              <a:pathLst>
                <a:path w="1050" h="1201" extrusionOk="0">
                  <a:moveTo>
                    <a:pt x="617" y="200"/>
                  </a:moveTo>
                  <a:cubicBezTo>
                    <a:pt x="645" y="200"/>
                    <a:pt x="672" y="205"/>
                    <a:pt x="696" y="215"/>
                  </a:cubicBezTo>
                  <a:cubicBezTo>
                    <a:pt x="760" y="244"/>
                    <a:pt x="806" y="308"/>
                    <a:pt x="825" y="397"/>
                  </a:cubicBezTo>
                  <a:cubicBezTo>
                    <a:pt x="846" y="494"/>
                    <a:pt x="832" y="609"/>
                    <a:pt x="784" y="717"/>
                  </a:cubicBezTo>
                  <a:cubicBezTo>
                    <a:pt x="707" y="889"/>
                    <a:pt x="560" y="1003"/>
                    <a:pt x="432" y="1003"/>
                  </a:cubicBezTo>
                  <a:cubicBezTo>
                    <a:pt x="405" y="1003"/>
                    <a:pt x="378" y="998"/>
                    <a:pt x="354" y="987"/>
                  </a:cubicBezTo>
                  <a:cubicBezTo>
                    <a:pt x="290" y="958"/>
                    <a:pt x="244" y="894"/>
                    <a:pt x="225" y="807"/>
                  </a:cubicBezTo>
                  <a:cubicBezTo>
                    <a:pt x="204" y="708"/>
                    <a:pt x="218" y="595"/>
                    <a:pt x="266" y="486"/>
                  </a:cubicBezTo>
                  <a:cubicBezTo>
                    <a:pt x="313" y="378"/>
                    <a:pt x="389" y="291"/>
                    <a:pt x="476" y="241"/>
                  </a:cubicBezTo>
                  <a:cubicBezTo>
                    <a:pt x="524" y="214"/>
                    <a:pt x="573" y="200"/>
                    <a:pt x="617" y="200"/>
                  </a:cubicBezTo>
                  <a:close/>
                  <a:moveTo>
                    <a:pt x="617" y="0"/>
                  </a:moveTo>
                  <a:cubicBezTo>
                    <a:pt x="538" y="0"/>
                    <a:pt x="457" y="23"/>
                    <a:pt x="378" y="68"/>
                  </a:cubicBezTo>
                  <a:cubicBezTo>
                    <a:pt x="255" y="140"/>
                    <a:pt x="150" y="260"/>
                    <a:pt x="85" y="406"/>
                  </a:cubicBezTo>
                  <a:cubicBezTo>
                    <a:pt x="20" y="552"/>
                    <a:pt x="0" y="709"/>
                    <a:pt x="32" y="849"/>
                  </a:cubicBezTo>
                  <a:cubicBezTo>
                    <a:pt x="64" y="1000"/>
                    <a:pt x="150" y="1113"/>
                    <a:pt x="273" y="1168"/>
                  </a:cubicBezTo>
                  <a:cubicBezTo>
                    <a:pt x="324" y="1190"/>
                    <a:pt x="376" y="1200"/>
                    <a:pt x="430" y="1200"/>
                  </a:cubicBezTo>
                  <a:cubicBezTo>
                    <a:pt x="636" y="1200"/>
                    <a:pt x="855" y="1044"/>
                    <a:pt x="965" y="797"/>
                  </a:cubicBezTo>
                  <a:cubicBezTo>
                    <a:pt x="1030" y="651"/>
                    <a:pt x="1049" y="493"/>
                    <a:pt x="1018" y="354"/>
                  </a:cubicBezTo>
                  <a:cubicBezTo>
                    <a:pt x="986" y="202"/>
                    <a:pt x="900" y="89"/>
                    <a:pt x="777" y="34"/>
                  </a:cubicBezTo>
                  <a:cubicBezTo>
                    <a:pt x="726" y="12"/>
                    <a:pt x="672" y="0"/>
                    <a:pt x="6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57"/>
            <p:cNvSpPr/>
            <p:nvPr/>
          </p:nvSpPr>
          <p:spPr>
            <a:xfrm>
              <a:off x="5948325" y="894650"/>
              <a:ext cx="31725" cy="24650"/>
            </a:xfrm>
            <a:custGeom>
              <a:avLst/>
              <a:gdLst/>
              <a:ahLst/>
              <a:cxnLst/>
              <a:rect l="l" t="t" r="r" b="b"/>
              <a:pathLst>
                <a:path w="1269" h="986" extrusionOk="0">
                  <a:moveTo>
                    <a:pt x="715" y="198"/>
                  </a:moveTo>
                  <a:cubicBezTo>
                    <a:pt x="775" y="198"/>
                    <a:pt x="833" y="209"/>
                    <a:pt x="884" y="228"/>
                  </a:cubicBezTo>
                  <a:cubicBezTo>
                    <a:pt x="967" y="261"/>
                    <a:pt x="1023" y="316"/>
                    <a:pt x="1042" y="383"/>
                  </a:cubicBezTo>
                  <a:cubicBezTo>
                    <a:pt x="1060" y="451"/>
                    <a:pt x="1039" y="527"/>
                    <a:pt x="983" y="597"/>
                  </a:cubicBezTo>
                  <a:cubicBezTo>
                    <a:pt x="921" y="677"/>
                    <a:pt x="823" y="737"/>
                    <a:pt x="708" y="767"/>
                  </a:cubicBezTo>
                  <a:cubicBezTo>
                    <a:pt x="656" y="781"/>
                    <a:pt x="604" y="788"/>
                    <a:pt x="555" y="788"/>
                  </a:cubicBezTo>
                  <a:cubicBezTo>
                    <a:pt x="494" y="788"/>
                    <a:pt x="436" y="777"/>
                    <a:pt x="385" y="757"/>
                  </a:cubicBezTo>
                  <a:cubicBezTo>
                    <a:pt x="302" y="725"/>
                    <a:pt x="246" y="670"/>
                    <a:pt x="227" y="602"/>
                  </a:cubicBezTo>
                  <a:cubicBezTo>
                    <a:pt x="209" y="535"/>
                    <a:pt x="230" y="459"/>
                    <a:pt x="286" y="389"/>
                  </a:cubicBezTo>
                  <a:cubicBezTo>
                    <a:pt x="350" y="310"/>
                    <a:pt x="448" y="249"/>
                    <a:pt x="561" y="219"/>
                  </a:cubicBezTo>
                  <a:cubicBezTo>
                    <a:pt x="613" y="205"/>
                    <a:pt x="664" y="198"/>
                    <a:pt x="715" y="198"/>
                  </a:cubicBezTo>
                  <a:close/>
                  <a:moveTo>
                    <a:pt x="713" y="0"/>
                  </a:moveTo>
                  <a:cubicBezTo>
                    <a:pt x="646" y="0"/>
                    <a:pt x="578" y="9"/>
                    <a:pt x="510" y="28"/>
                  </a:cubicBezTo>
                  <a:cubicBezTo>
                    <a:pt x="355" y="69"/>
                    <a:pt x="221" y="154"/>
                    <a:pt x="132" y="265"/>
                  </a:cubicBezTo>
                  <a:cubicBezTo>
                    <a:pt x="36" y="386"/>
                    <a:pt x="1" y="523"/>
                    <a:pt x="36" y="653"/>
                  </a:cubicBezTo>
                  <a:cubicBezTo>
                    <a:pt x="71" y="783"/>
                    <a:pt x="170" y="886"/>
                    <a:pt x="313" y="942"/>
                  </a:cubicBezTo>
                  <a:cubicBezTo>
                    <a:pt x="388" y="971"/>
                    <a:pt x="470" y="985"/>
                    <a:pt x="556" y="985"/>
                  </a:cubicBezTo>
                  <a:cubicBezTo>
                    <a:pt x="622" y="985"/>
                    <a:pt x="691" y="976"/>
                    <a:pt x="759" y="958"/>
                  </a:cubicBezTo>
                  <a:cubicBezTo>
                    <a:pt x="914" y="916"/>
                    <a:pt x="1048" y="833"/>
                    <a:pt x="1138" y="721"/>
                  </a:cubicBezTo>
                  <a:cubicBezTo>
                    <a:pt x="1235" y="601"/>
                    <a:pt x="1268" y="463"/>
                    <a:pt x="1233" y="333"/>
                  </a:cubicBezTo>
                  <a:cubicBezTo>
                    <a:pt x="1198" y="202"/>
                    <a:pt x="1100" y="101"/>
                    <a:pt x="956" y="45"/>
                  </a:cubicBezTo>
                  <a:cubicBezTo>
                    <a:pt x="881" y="15"/>
                    <a:pt x="798" y="0"/>
                    <a:pt x="7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57"/>
            <p:cNvSpPr/>
            <p:nvPr/>
          </p:nvSpPr>
          <p:spPr>
            <a:xfrm>
              <a:off x="5954150" y="872700"/>
              <a:ext cx="29950" cy="26725"/>
            </a:xfrm>
            <a:custGeom>
              <a:avLst/>
              <a:gdLst/>
              <a:ahLst/>
              <a:cxnLst/>
              <a:rect l="l" t="t" r="r" b="b"/>
              <a:pathLst>
                <a:path w="1198" h="1069" extrusionOk="0">
                  <a:moveTo>
                    <a:pt x="463" y="198"/>
                  </a:moveTo>
                  <a:cubicBezTo>
                    <a:pt x="564" y="198"/>
                    <a:pt x="671" y="236"/>
                    <a:pt x="766" y="305"/>
                  </a:cubicBezTo>
                  <a:cubicBezTo>
                    <a:pt x="862" y="374"/>
                    <a:pt x="931" y="465"/>
                    <a:pt x="962" y="562"/>
                  </a:cubicBezTo>
                  <a:cubicBezTo>
                    <a:pt x="989" y="648"/>
                    <a:pt x="982" y="725"/>
                    <a:pt x="940" y="782"/>
                  </a:cubicBezTo>
                  <a:cubicBezTo>
                    <a:pt x="899" y="838"/>
                    <a:pt x="827" y="871"/>
                    <a:pt x="737" y="871"/>
                  </a:cubicBezTo>
                  <a:cubicBezTo>
                    <a:pt x="635" y="864"/>
                    <a:pt x="529" y="833"/>
                    <a:pt x="432" y="764"/>
                  </a:cubicBezTo>
                  <a:cubicBezTo>
                    <a:pt x="337" y="695"/>
                    <a:pt x="268" y="603"/>
                    <a:pt x="237" y="507"/>
                  </a:cubicBezTo>
                  <a:cubicBezTo>
                    <a:pt x="209" y="421"/>
                    <a:pt x="217" y="343"/>
                    <a:pt x="258" y="287"/>
                  </a:cubicBezTo>
                  <a:cubicBezTo>
                    <a:pt x="299" y="229"/>
                    <a:pt x="371" y="198"/>
                    <a:pt x="461" y="198"/>
                  </a:cubicBezTo>
                  <a:close/>
                  <a:moveTo>
                    <a:pt x="460" y="0"/>
                  </a:moveTo>
                  <a:cubicBezTo>
                    <a:pt x="306" y="0"/>
                    <a:pt x="177" y="61"/>
                    <a:pt x="97" y="169"/>
                  </a:cubicBezTo>
                  <a:cubicBezTo>
                    <a:pt x="19" y="279"/>
                    <a:pt x="1" y="420"/>
                    <a:pt x="48" y="567"/>
                  </a:cubicBezTo>
                  <a:cubicBezTo>
                    <a:pt x="91" y="702"/>
                    <a:pt x="187" y="830"/>
                    <a:pt x="316" y="924"/>
                  </a:cubicBezTo>
                  <a:cubicBezTo>
                    <a:pt x="445" y="1016"/>
                    <a:pt x="594" y="1069"/>
                    <a:pt x="736" y="1069"/>
                  </a:cubicBezTo>
                  <a:lnTo>
                    <a:pt x="738" y="1069"/>
                  </a:lnTo>
                  <a:cubicBezTo>
                    <a:pt x="893" y="1067"/>
                    <a:pt x="1021" y="1007"/>
                    <a:pt x="1101" y="898"/>
                  </a:cubicBezTo>
                  <a:cubicBezTo>
                    <a:pt x="1180" y="790"/>
                    <a:pt x="1197" y="648"/>
                    <a:pt x="1150" y="502"/>
                  </a:cubicBezTo>
                  <a:cubicBezTo>
                    <a:pt x="1107" y="365"/>
                    <a:pt x="1012" y="239"/>
                    <a:pt x="882" y="145"/>
                  </a:cubicBezTo>
                  <a:cubicBezTo>
                    <a:pt x="754" y="51"/>
                    <a:pt x="605" y="0"/>
                    <a:pt x="4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57"/>
            <p:cNvSpPr/>
            <p:nvPr/>
          </p:nvSpPr>
          <p:spPr>
            <a:xfrm>
              <a:off x="6053125" y="878950"/>
              <a:ext cx="57100" cy="44300"/>
            </a:xfrm>
            <a:custGeom>
              <a:avLst/>
              <a:gdLst/>
              <a:ahLst/>
              <a:cxnLst/>
              <a:rect l="l" t="t" r="r" b="b"/>
              <a:pathLst>
                <a:path w="2284" h="1772" extrusionOk="0">
                  <a:moveTo>
                    <a:pt x="1141" y="0"/>
                  </a:moveTo>
                  <a:cubicBezTo>
                    <a:pt x="3" y="0"/>
                    <a:pt x="1" y="1771"/>
                    <a:pt x="1142" y="1771"/>
                  </a:cubicBezTo>
                  <a:cubicBezTo>
                    <a:pt x="2282" y="1771"/>
                    <a:pt x="2283" y="0"/>
                    <a:pt x="1142" y="0"/>
                  </a:cubicBezTo>
                  <a:cubicBezTo>
                    <a:pt x="1141" y="0"/>
                    <a:pt x="1141" y="0"/>
                    <a:pt x="11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57"/>
            <p:cNvSpPr/>
            <p:nvPr/>
          </p:nvSpPr>
          <p:spPr>
            <a:xfrm>
              <a:off x="6070675" y="861250"/>
              <a:ext cx="24150" cy="31000"/>
            </a:xfrm>
            <a:custGeom>
              <a:avLst/>
              <a:gdLst/>
              <a:ahLst/>
              <a:cxnLst/>
              <a:rect l="l" t="t" r="r" b="b"/>
              <a:pathLst>
                <a:path w="966" h="1240" extrusionOk="0">
                  <a:moveTo>
                    <a:pt x="483" y="199"/>
                  </a:moveTo>
                  <a:cubicBezTo>
                    <a:pt x="637" y="199"/>
                    <a:pt x="767" y="392"/>
                    <a:pt x="767" y="620"/>
                  </a:cubicBezTo>
                  <a:cubicBezTo>
                    <a:pt x="767" y="849"/>
                    <a:pt x="637" y="1042"/>
                    <a:pt x="483" y="1042"/>
                  </a:cubicBezTo>
                  <a:cubicBezTo>
                    <a:pt x="329" y="1042"/>
                    <a:pt x="199" y="849"/>
                    <a:pt x="199" y="620"/>
                  </a:cubicBezTo>
                  <a:cubicBezTo>
                    <a:pt x="199" y="392"/>
                    <a:pt x="329" y="199"/>
                    <a:pt x="483" y="199"/>
                  </a:cubicBezTo>
                  <a:close/>
                  <a:moveTo>
                    <a:pt x="483" y="1"/>
                  </a:moveTo>
                  <a:cubicBezTo>
                    <a:pt x="217" y="1"/>
                    <a:pt x="1" y="278"/>
                    <a:pt x="1" y="620"/>
                  </a:cubicBezTo>
                  <a:cubicBezTo>
                    <a:pt x="1" y="961"/>
                    <a:pt x="217" y="1240"/>
                    <a:pt x="483" y="1240"/>
                  </a:cubicBezTo>
                  <a:cubicBezTo>
                    <a:pt x="749" y="1240"/>
                    <a:pt x="965" y="961"/>
                    <a:pt x="965" y="620"/>
                  </a:cubicBezTo>
                  <a:cubicBezTo>
                    <a:pt x="965" y="278"/>
                    <a:pt x="749" y="1"/>
                    <a:pt x="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57"/>
            <p:cNvSpPr/>
            <p:nvPr/>
          </p:nvSpPr>
          <p:spPr>
            <a:xfrm>
              <a:off x="6085450" y="873400"/>
              <a:ext cx="32450" cy="27075"/>
            </a:xfrm>
            <a:custGeom>
              <a:avLst/>
              <a:gdLst/>
              <a:ahLst/>
              <a:cxnLst/>
              <a:rect l="l" t="t" r="r" b="b"/>
              <a:pathLst>
                <a:path w="1298" h="1083" extrusionOk="0">
                  <a:moveTo>
                    <a:pt x="787" y="198"/>
                  </a:moveTo>
                  <a:cubicBezTo>
                    <a:pt x="869" y="198"/>
                    <a:pt x="936" y="225"/>
                    <a:pt x="977" y="276"/>
                  </a:cubicBezTo>
                  <a:cubicBezTo>
                    <a:pt x="1074" y="396"/>
                    <a:pt x="1006" y="618"/>
                    <a:pt x="827" y="762"/>
                  </a:cubicBezTo>
                  <a:cubicBezTo>
                    <a:pt x="728" y="842"/>
                    <a:pt x="611" y="884"/>
                    <a:pt x="510" y="884"/>
                  </a:cubicBezTo>
                  <a:cubicBezTo>
                    <a:pt x="432" y="884"/>
                    <a:pt x="364" y="859"/>
                    <a:pt x="322" y="807"/>
                  </a:cubicBezTo>
                  <a:cubicBezTo>
                    <a:pt x="224" y="687"/>
                    <a:pt x="293" y="465"/>
                    <a:pt x="470" y="321"/>
                  </a:cubicBezTo>
                  <a:cubicBezTo>
                    <a:pt x="563" y="247"/>
                    <a:pt x="669" y="203"/>
                    <a:pt x="770" y="199"/>
                  </a:cubicBezTo>
                  <a:cubicBezTo>
                    <a:pt x="775" y="198"/>
                    <a:pt x="782" y="198"/>
                    <a:pt x="787" y="198"/>
                  </a:cubicBezTo>
                  <a:close/>
                  <a:moveTo>
                    <a:pt x="789" y="0"/>
                  </a:moveTo>
                  <a:cubicBezTo>
                    <a:pt x="780" y="0"/>
                    <a:pt x="770" y="0"/>
                    <a:pt x="760" y="1"/>
                  </a:cubicBezTo>
                  <a:cubicBezTo>
                    <a:pt x="618" y="7"/>
                    <a:pt x="470" y="66"/>
                    <a:pt x="347" y="168"/>
                  </a:cubicBezTo>
                  <a:cubicBezTo>
                    <a:pt x="81" y="383"/>
                    <a:pt x="0" y="725"/>
                    <a:pt x="167" y="931"/>
                  </a:cubicBezTo>
                  <a:cubicBezTo>
                    <a:pt x="249" y="1031"/>
                    <a:pt x="374" y="1082"/>
                    <a:pt x="512" y="1082"/>
                  </a:cubicBezTo>
                  <a:cubicBezTo>
                    <a:pt x="657" y="1082"/>
                    <a:pt x="816" y="1026"/>
                    <a:pt x="953" y="915"/>
                  </a:cubicBezTo>
                  <a:cubicBezTo>
                    <a:pt x="1217" y="700"/>
                    <a:pt x="1298" y="358"/>
                    <a:pt x="1131" y="152"/>
                  </a:cubicBezTo>
                  <a:cubicBezTo>
                    <a:pt x="1052" y="53"/>
                    <a:pt x="933" y="0"/>
                    <a:pt x="7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57"/>
            <p:cNvSpPr/>
            <p:nvPr/>
          </p:nvSpPr>
          <p:spPr>
            <a:xfrm>
              <a:off x="6089125" y="895850"/>
              <a:ext cx="33075" cy="24450"/>
            </a:xfrm>
            <a:custGeom>
              <a:avLst/>
              <a:gdLst/>
              <a:ahLst/>
              <a:cxnLst/>
              <a:rect l="l" t="t" r="r" b="b"/>
              <a:pathLst>
                <a:path w="1323" h="978" extrusionOk="0">
                  <a:moveTo>
                    <a:pt x="598" y="199"/>
                  </a:moveTo>
                  <a:cubicBezTo>
                    <a:pt x="639" y="199"/>
                    <a:pt x="679" y="203"/>
                    <a:pt x="721" y="212"/>
                  </a:cubicBezTo>
                  <a:cubicBezTo>
                    <a:pt x="944" y="259"/>
                    <a:pt x="1107" y="425"/>
                    <a:pt x="1074" y="577"/>
                  </a:cubicBezTo>
                  <a:cubicBezTo>
                    <a:pt x="1060" y="644"/>
                    <a:pt x="1006" y="703"/>
                    <a:pt x="925" y="739"/>
                  </a:cubicBezTo>
                  <a:cubicBezTo>
                    <a:pt x="866" y="766"/>
                    <a:pt x="798" y="780"/>
                    <a:pt x="726" y="780"/>
                  </a:cubicBezTo>
                  <a:cubicBezTo>
                    <a:pt x="685" y="780"/>
                    <a:pt x="644" y="776"/>
                    <a:pt x="602" y="767"/>
                  </a:cubicBezTo>
                  <a:cubicBezTo>
                    <a:pt x="379" y="719"/>
                    <a:pt x="218" y="552"/>
                    <a:pt x="249" y="401"/>
                  </a:cubicBezTo>
                  <a:cubicBezTo>
                    <a:pt x="275" y="278"/>
                    <a:pt x="424" y="199"/>
                    <a:pt x="598" y="199"/>
                  </a:cubicBezTo>
                  <a:close/>
                  <a:moveTo>
                    <a:pt x="600" y="0"/>
                  </a:moveTo>
                  <a:cubicBezTo>
                    <a:pt x="331" y="0"/>
                    <a:pt x="102" y="143"/>
                    <a:pt x="55" y="360"/>
                  </a:cubicBezTo>
                  <a:cubicBezTo>
                    <a:pt x="0" y="620"/>
                    <a:pt x="227" y="889"/>
                    <a:pt x="562" y="960"/>
                  </a:cubicBezTo>
                  <a:cubicBezTo>
                    <a:pt x="617" y="971"/>
                    <a:pt x="673" y="978"/>
                    <a:pt x="727" y="978"/>
                  </a:cubicBezTo>
                  <a:cubicBezTo>
                    <a:pt x="826" y="978"/>
                    <a:pt x="923" y="958"/>
                    <a:pt x="1006" y="921"/>
                  </a:cubicBezTo>
                  <a:cubicBezTo>
                    <a:pt x="1147" y="857"/>
                    <a:pt x="1239" y="749"/>
                    <a:pt x="1268" y="617"/>
                  </a:cubicBezTo>
                  <a:cubicBezTo>
                    <a:pt x="1323" y="358"/>
                    <a:pt x="1096" y="88"/>
                    <a:pt x="763" y="17"/>
                  </a:cubicBezTo>
                  <a:cubicBezTo>
                    <a:pt x="708" y="6"/>
                    <a:pt x="653" y="0"/>
                    <a:pt x="60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57"/>
            <p:cNvSpPr/>
            <p:nvPr/>
          </p:nvSpPr>
          <p:spPr>
            <a:xfrm>
              <a:off x="6077125" y="909600"/>
              <a:ext cx="27875" cy="29725"/>
            </a:xfrm>
            <a:custGeom>
              <a:avLst/>
              <a:gdLst/>
              <a:ahLst/>
              <a:cxnLst/>
              <a:rect l="l" t="t" r="r" b="b"/>
              <a:pathLst>
                <a:path w="1115" h="1189" extrusionOk="0">
                  <a:moveTo>
                    <a:pt x="483" y="199"/>
                  </a:moveTo>
                  <a:cubicBezTo>
                    <a:pt x="608" y="199"/>
                    <a:pt x="755" y="303"/>
                    <a:pt x="839" y="466"/>
                  </a:cubicBezTo>
                  <a:cubicBezTo>
                    <a:pt x="892" y="571"/>
                    <a:pt x="913" y="685"/>
                    <a:pt x="896" y="784"/>
                  </a:cubicBezTo>
                  <a:cubicBezTo>
                    <a:pt x="882" y="872"/>
                    <a:pt x="840" y="939"/>
                    <a:pt x="777" y="970"/>
                  </a:cubicBezTo>
                  <a:cubicBezTo>
                    <a:pt x="750" y="984"/>
                    <a:pt x="719" y="991"/>
                    <a:pt x="688" y="991"/>
                  </a:cubicBezTo>
                  <a:cubicBezTo>
                    <a:pt x="563" y="991"/>
                    <a:pt x="416" y="886"/>
                    <a:pt x="333" y="724"/>
                  </a:cubicBezTo>
                  <a:cubicBezTo>
                    <a:pt x="229" y="520"/>
                    <a:pt x="257" y="288"/>
                    <a:pt x="394" y="219"/>
                  </a:cubicBezTo>
                  <a:cubicBezTo>
                    <a:pt x="421" y="205"/>
                    <a:pt x="451" y="199"/>
                    <a:pt x="483" y="199"/>
                  </a:cubicBezTo>
                  <a:close/>
                  <a:moveTo>
                    <a:pt x="482" y="1"/>
                  </a:moveTo>
                  <a:cubicBezTo>
                    <a:pt x="420" y="1"/>
                    <a:pt x="360" y="14"/>
                    <a:pt x="304" y="42"/>
                  </a:cubicBezTo>
                  <a:cubicBezTo>
                    <a:pt x="67" y="163"/>
                    <a:pt x="1" y="509"/>
                    <a:pt x="156" y="814"/>
                  </a:cubicBezTo>
                  <a:cubicBezTo>
                    <a:pt x="276" y="1047"/>
                    <a:pt x="489" y="1189"/>
                    <a:pt x="690" y="1189"/>
                  </a:cubicBezTo>
                  <a:cubicBezTo>
                    <a:pt x="751" y="1189"/>
                    <a:pt x="811" y="1176"/>
                    <a:pt x="867" y="1147"/>
                  </a:cubicBezTo>
                  <a:cubicBezTo>
                    <a:pt x="987" y="1086"/>
                    <a:pt x="1067" y="969"/>
                    <a:pt x="1091" y="816"/>
                  </a:cubicBezTo>
                  <a:cubicBezTo>
                    <a:pt x="1115" y="674"/>
                    <a:pt x="1088" y="519"/>
                    <a:pt x="1015" y="376"/>
                  </a:cubicBezTo>
                  <a:cubicBezTo>
                    <a:pt x="896" y="142"/>
                    <a:pt x="682"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57"/>
            <p:cNvSpPr/>
            <p:nvPr/>
          </p:nvSpPr>
          <p:spPr>
            <a:xfrm>
              <a:off x="6057175" y="908950"/>
              <a:ext cx="26200" cy="30025"/>
            </a:xfrm>
            <a:custGeom>
              <a:avLst/>
              <a:gdLst/>
              <a:ahLst/>
              <a:cxnLst/>
              <a:rect l="l" t="t" r="r" b="b"/>
              <a:pathLst>
                <a:path w="1048" h="1201" extrusionOk="0">
                  <a:moveTo>
                    <a:pt x="616" y="200"/>
                  </a:moveTo>
                  <a:cubicBezTo>
                    <a:pt x="644" y="200"/>
                    <a:pt x="671" y="205"/>
                    <a:pt x="696" y="215"/>
                  </a:cubicBezTo>
                  <a:cubicBezTo>
                    <a:pt x="758" y="244"/>
                    <a:pt x="805" y="308"/>
                    <a:pt x="824" y="397"/>
                  </a:cubicBezTo>
                  <a:cubicBezTo>
                    <a:pt x="846" y="494"/>
                    <a:pt x="831" y="609"/>
                    <a:pt x="783" y="717"/>
                  </a:cubicBezTo>
                  <a:cubicBezTo>
                    <a:pt x="706" y="889"/>
                    <a:pt x="559" y="1003"/>
                    <a:pt x="431" y="1003"/>
                  </a:cubicBezTo>
                  <a:cubicBezTo>
                    <a:pt x="403" y="1003"/>
                    <a:pt x="377" y="998"/>
                    <a:pt x="352" y="987"/>
                  </a:cubicBezTo>
                  <a:cubicBezTo>
                    <a:pt x="288" y="958"/>
                    <a:pt x="242" y="894"/>
                    <a:pt x="224" y="807"/>
                  </a:cubicBezTo>
                  <a:cubicBezTo>
                    <a:pt x="202" y="708"/>
                    <a:pt x="216" y="595"/>
                    <a:pt x="265" y="486"/>
                  </a:cubicBezTo>
                  <a:cubicBezTo>
                    <a:pt x="313" y="378"/>
                    <a:pt x="387" y="291"/>
                    <a:pt x="476" y="241"/>
                  </a:cubicBezTo>
                  <a:cubicBezTo>
                    <a:pt x="523" y="214"/>
                    <a:pt x="571" y="200"/>
                    <a:pt x="616" y="200"/>
                  </a:cubicBezTo>
                  <a:close/>
                  <a:moveTo>
                    <a:pt x="615" y="0"/>
                  </a:moveTo>
                  <a:cubicBezTo>
                    <a:pt x="537" y="0"/>
                    <a:pt x="456" y="23"/>
                    <a:pt x="378" y="68"/>
                  </a:cubicBezTo>
                  <a:cubicBezTo>
                    <a:pt x="253" y="140"/>
                    <a:pt x="149" y="260"/>
                    <a:pt x="83" y="406"/>
                  </a:cubicBezTo>
                  <a:cubicBezTo>
                    <a:pt x="18" y="552"/>
                    <a:pt x="0" y="709"/>
                    <a:pt x="30" y="849"/>
                  </a:cubicBezTo>
                  <a:cubicBezTo>
                    <a:pt x="63" y="1000"/>
                    <a:pt x="149" y="1113"/>
                    <a:pt x="272" y="1168"/>
                  </a:cubicBezTo>
                  <a:cubicBezTo>
                    <a:pt x="322" y="1190"/>
                    <a:pt x="375" y="1200"/>
                    <a:pt x="429" y="1200"/>
                  </a:cubicBezTo>
                  <a:cubicBezTo>
                    <a:pt x="636" y="1200"/>
                    <a:pt x="854" y="1044"/>
                    <a:pt x="964" y="797"/>
                  </a:cubicBezTo>
                  <a:cubicBezTo>
                    <a:pt x="1029" y="651"/>
                    <a:pt x="1048" y="493"/>
                    <a:pt x="1018" y="354"/>
                  </a:cubicBezTo>
                  <a:cubicBezTo>
                    <a:pt x="985" y="202"/>
                    <a:pt x="899" y="89"/>
                    <a:pt x="775" y="34"/>
                  </a:cubicBezTo>
                  <a:cubicBezTo>
                    <a:pt x="725" y="12"/>
                    <a:pt x="671" y="0"/>
                    <a:pt x="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57"/>
            <p:cNvSpPr/>
            <p:nvPr/>
          </p:nvSpPr>
          <p:spPr>
            <a:xfrm>
              <a:off x="6041275" y="894650"/>
              <a:ext cx="31675" cy="24650"/>
            </a:xfrm>
            <a:custGeom>
              <a:avLst/>
              <a:gdLst/>
              <a:ahLst/>
              <a:cxnLst/>
              <a:rect l="l" t="t" r="r" b="b"/>
              <a:pathLst>
                <a:path w="1267" h="986" extrusionOk="0">
                  <a:moveTo>
                    <a:pt x="714" y="198"/>
                  </a:moveTo>
                  <a:cubicBezTo>
                    <a:pt x="774" y="198"/>
                    <a:pt x="831" y="209"/>
                    <a:pt x="884" y="228"/>
                  </a:cubicBezTo>
                  <a:cubicBezTo>
                    <a:pt x="967" y="261"/>
                    <a:pt x="1023" y="316"/>
                    <a:pt x="1041" y="383"/>
                  </a:cubicBezTo>
                  <a:cubicBezTo>
                    <a:pt x="1060" y="451"/>
                    <a:pt x="1039" y="527"/>
                    <a:pt x="983" y="597"/>
                  </a:cubicBezTo>
                  <a:cubicBezTo>
                    <a:pt x="919" y="677"/>
                    <a:pt x="821" y="737"/>
                    <a:pt x="708" y="767"/>
                  </a:cubicBezTo>
                  <a:cubicBezTo>
                    <a:pt x="656" y="781"/>
                    <a:pt x="604" y="788"/>
                    <a:pt x="554" y="788"/>
                  </a:cubicBezTo>
                  <a:cubicBezTo>
                    <a:pt x="494" y="788"/>
                    <a:pt x="436" y="777"/>
                    <a:pt x="385" y="757"/>
                  </a:cubicBezTo>
                  <a:cubicBezTo>
                    <a:pt x="300" y="725"/>
                    <a:pt x="244" y="670"/>
                    <a:pt x="227" y="602"/>
                  </a:cubicBezTo>
                  <a:cubicBezTo>
                    <a:pt x="209" y="535"/>
                    <a:pt x="229" y="459"/>
                    <a:pt x="286" y="389"/>
                  </a:cubicBezTo>
                  <a:cubicBezTo>
                    <a:pt x="348" y="310"/>
                    <a:pt x="446" y="249"/>
                    <a:pt x="560" y="219"/>
                  </a:cubicBezTo>
                  <a:cubicBezTo>
                    <a:pt x="613" y="205"/>
                    <a:pt x="663" y="198"/>
                    <a:pt x="714" y="198"/>
                  </a:cubicBezTo>
                  <a:close/>
                  <a:moveTo>
                    <a:pt x="712" y="0"/>
                  </a:moveTo>
                  <a:cubicBezTo>
                    <a:pt x="645" y="0"/>
                    <a:pt x="576" y="9"/>
                    <a:pt x="508" y="28"/>
                  </a:cubicBezTo>
                  <a:cubicBezTo>
                    <a:pt x="355" y="69"/>
                    <a:pt x="220" y="154"/>
                    <a:pt x="130" y="265"/>
                  </a:cubicBezTo>
                  <a:cubicBezTo>
                    <a:pt x="34" y="386"/>
                    <a:pt x="0" y="523"/>
                    <a:pt x="35" y="653"/>
                  </a:cubicBezTo>
                  <a:cubicBezTo>
                    <a:pt x="71" y="783"/>
                    <a:pt x="168" y="886"/>
                    <a:pt x="313" y="942"/>
                  </a:cubicBezTo>
                  <a:cubicBezTo>
                    <a:pt x="387" y="971"/>
                    <a:pt x="469" y="985"/>
                    <a:pt x="554" y="985"/>
                  </a:cubicBezTo>
                  <a:cubicBezTo>
                    <a:pt x="622" y="985"/>
                    <a:pt x="691" y="976"/>
                    <a:pt x="759" y="958"/>
                  </a:cubicBezTo>
                  <a:cubicBezTo>
                    <a:pt x="914" y="916"/>
                    <a:pt x="1048" y="833"/>
                    <a:pt x="1136" y="721"/>
                  </a:cubicBezTo>
                  <a:cubicBezTo>
                    <a:pt x="1233" y="601"/>
                    <a:pt x="1267" y="463"/>
                    <a:pt x="1232" y="333"/>
                  </a:cubicBezTo>
                  <a:cubicBezTo>
                    <a:pt x="1198" y="202"/>
                    <a:pt x="1099" y="101"/>
                    <a:pt x="955" y="45"/>
                  </a:cubicBezTo>
                  <a:cubicBezTo>
                    <a:pt x="881" y="15"/>
                    <a:pt x="798"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57"/>
            <p:cNvSpPr/>
            <p:nvPr/>
          </p:nvSpPr>
          <p:spPr>
            <a:xfrm>
              <a:off x="6045600" y="872700"/>
              <a:ext cx="31425" cy="26725"/>
            </a:xfrm>
            <a:custGeom>
              <a:avLst/>
              <a:gdLst/>
              <a:ahLst/>
              <a:cxnLst/>
              <a:rect l="l" t="t" r="r" b="b"/>
              <a:pathLst>
                <a:path w="1257" h="1069" extrusionOk="0">
                  <a:moveTo>
                    <a:pt x="522" y="198"/>
                  </a:moveTo>
                  <a:cubicBezTo>
                    <a:pt x="622" y="198"/>
                    <a:pt x="730" y="236"/>
                    <a:pt x="825" y="305"/>
                  </a:cubicBezTo>
                  <a:cubicBezTo>
                    <a:pt x="920" y="374"/>
                    <a:pt x="991" y="465"/>
                    <a:pt x="1021" y="562"/>
                  </a:cubicBezTo>
                  <a:cubicBezTo>
                    <a:pt x="1048" y="648"/>
                    <a:pt x="1040" y="725"/>
                    <a:pt x="1000" y="782"/>
                  </a:cubicBezTo>
                  <a:cubicBezTo>
                    <a:pt x="958" y="838"/>
                    <a:pt x="887" y="871"/>
                    <a:pt x="797" y="871"/>
                  </a:cubicBezTo>
                  <a:lnTo>
                    <a:pt x="794" y="871"/>
                  </a:lnTo>
                  <a:cubicBezTo>
                    <a:pt x="694" y="871"/>
                    <a:pt x="587" y="833"/>
                    <a:pt x="492" y="764"/>
                  </a:cubicBezTo>
                  <a:cubicBezTo>
                    <a:pt x="307" y="629"/>
                    <a:pt x="227" y="411"/>
                    <a:pt x="317" y="287"/>
                  </a:cubicBezTo>
                  <a:cubicBezTo>
                    <a:pt x="359" y="229"/>
                    <a:pt x="430" y="198"/>
                    <a:pt x="520" y="198"/>
                  </a:cubicBezTo>
                  <a:close/>
                  <a:moveTo>
                    <a:pt x="519" y="0"/>
                  </a:moveTo>
                  <a:cubicBezTo>
                    <a:pt x="364" y="1"/>
                    <a:pt x="236" y="61"/>
                    <a:pt x="157" y="169"/>
                  </a:cubicBezTo>
                  <a:cubicBezTo>
                    <a:pt x="0" y="384"/>
                    <a:pt x="99" y="723"/>
                    <a:pt x="376" y="924"/>
                  </a:cubicBezTo>
                  <a:cubicBezTo>
                    <a:pt x="503" y="1016"/>
                    <a:pt x="652" y="1069"/>
                    <a:pt x="794" y="1069"/>
                  </a:cubicBezTo>
                  <a:lnTo>
                    <a:pt x="798" y="1069"/>
                  </a:lnTo>
                  <a:cubicBezTo>
                    <a:pt x="952" y="1067"/>
                    <a:pt x="1081" y="1007"/>
                    <a:pt x="1160" y="898"/>
                  </a:cubicBezTo>
                  <a:cubicBezTo>
                    <a:pt x="1238" y="790"/>
                    <a:pt x="1257" y="649"/>
                    <a:pt x="1210" y="502"/>
                  </a:cubicBezTo>
                  <a:cubicBezTo>
                    <a:pt x="1167" y="365"/>
                    <a:pt x="1070" y="239"/>
                    <a:pt x="941" y="145"/>
                  </a:cubicBezTo>
                  <a:cubicBezTo>
                    <a:pt x="812" y="51"/>
                    <a:pt x="664" y="0"/>
                    <a:pt x="5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57"/>
            <p:cNvSpPr/>
            <p:nvPr/>
          </p:nvSpPr>
          <p:spPr>
            <a:xfrm>
              <a:off x="6146075" y="878950"/>
              <a:ext cx="57075" cy="44300"/>
            </a:xfrm>
            <a:custGeom>
              <a:avLst/>
              <a:gdLst/>
              <a:ahLst/>
              <a:cxnLst/>
              <a:rect l="l" t="t" r="r" b="b"/>
              <a:pathLst>
                <a:path w="2283" h="1772" extrusionOk="0">
                  <a:moveTo>
                    <a:pt x="1140" y="0"/>
                  </a:moveTo>
                  <a:cubicBezTo>
                    <a:pt x="1" y="0"/>
                    <a:pt x="0" y="1771"/>
                    <a:pt x="1141" y="1771"/>
                  </a:cubicBezTo>
                  <a:cubicBezTo>
                    <a:pt x="2280" y="1771"/>
                    <a:pt x="2283" y="0"/>
                    <a:pt x="1141"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57"/>
            <p:cNvSpPr/>
            <p:nvPr/>
          </p:nvSpPr>
          <p:spPr>
            <a:xfrm>
              <a:off x="6163625" y="861250"/>
              <a:ext cx="24100" cy="31000"/>
            </a:xfrm>
            <a:custGeom>
              <a:avLst/>
              <a:gdLst/>
              <a:ahLst/>
              <a:cxnLst/>
              <a:rect l="l" t="t" r="r" b="b"/>
              <a:pathLst>
                <a:path w="964" h="1240" extrusionOk="0">
                  <a:moveTo>
                    <a:pt x="481" y="199"/>
                  </a:moveTo>
                  <a:cubicBezTo>
                    <a:pt x="636" y="199"/>
                    <a:pt x="765" y="392"/>
                    <a:pt x="765" y="620"/>
                  </a:cubicBezTo>
                  <a:cubicBezTo>
                    <a:pt x="765" y="849"/>
                    <a:pt x="636" y="1042"/>
                    <a:pt x="481" y="1042"/>
                  </a:cubicBezTo>
                  <a:cubicBezTo>
                    <a:pt x="329" y="1042"/>
                    <a:pt x="198" y="849"/>
                    <a:pt x="198" y="620"/>
                  </a:cubicBezTo>
                  <a:cubicBezTo>
                    <a:pt x="198" y="392"/>
                    <a:pt x="327" y="199"/>
                    <a:pt x="481" y="199"/>
                  </a:cubicBezTo>
                  <a:close/>
                  <a:moveTo>
                    <a:pt x="481" y="1"/>
                  </a:moveTo>
                  <a:cubicBezTo>
                    <a:pt x="217" y="1"/>
                    <a:pt x="0" y="278"/>
                    <a:pt x="0" y="620"/>
                  </a:cubicBezTo>
                  <a:cubicBezTo>
                    <a:pt x="0" y="961"/>
                    <a:pt x="217" y="1240"/>
                    <a:pt x="481" y="1240"/>
                  </a:cubicBezTo>
                  <a:cubicBezTo>
                    <a:pt x="747" y="1240"/>
                    <a:pt x="963" y="961"/>
                    <a:pt x="963" y="620"/>
                  </a:cubicBezTo>
                  <a:cubicBezTo>
                    <a:pt x="963" y="278"/>
                    <a:pt x="747" y="1"/>
                    <a:pt x="4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57"/>
            <p:cNvSpPr/>
            <p:nvPr/>
          </p:nvSpPr>
          <p:spPr>
            <a:xfrm>
              <a:off x="6178375" y="873400"/>
              <a:ext cx="32450" cy="27075"/>
            </a:xfrm>
            <a:custGeom>
              <a:avLst/>
              <a:gdLst/>
              <a:ahLst/>
              <a:cxnLst/>
              <a:rect l="l" t="t" r="r" b="b"/>
              <a:pathLst>
                <a:path w="1298" h="1083" extrusionOk="0">
                  <a:moveTo>
                    <a:pt x="788" y="198"/>
                  </a:moveTo>
                  <a:cubicBezTo>
                    <a:pt x="868" y="198"/>
                    <a:pt x="936" y="225"/>
                    <a:pt x="977" y="276"/>
                  </a:cubicBezTo>
                  <a:cubicBezTo>
                    <a:pt x="1074" y="396"/>
                    <a:pt x="1005" y="618"/>
                    <a:pt x="828" y="762"/>
                  </a:cubicBezTo>
                  <a:cubicBezTo>
                    <a:pt x="727" y="842"/>
                    <a:pt x="610" y="884"/>
                    <a:pt x="509" y="884"/>
                  </a:cubicBezTo>
                  <a:cubicBezTo>
                    <a:pt x="431" y="884"/>
                    <a:pt x="363" y="859"/>
                    <a:pt x="321" y="807"/>
                  </a:cubicBezTo>
                  <a:cubicBezTo>
                    <a:pt x="225" y="687"/>
                    <a:pt x="292" y="465"/>
                    <a:pt x="471" y="321"/>
                  </a:cubicBezTo>
                  <a:cubicBezTo>
                    <a:pt x="562" y="247"/>
                    <a:pt x="669" y="203"/>
                    <a:pt x="769" y="199"/>
                  </a:cubicBezTo>
                  <a:cubicBezTo>
                    <a:pt x="776" y="198"/>
                    <a:pt x="781" y="198"/>
                    <a:pt x="788" y="198"/>
                  </a:cubicBezTo>
                  <a:close/>
                  <a:moveTo>
                    <a:pt x="790" y="0"/>
                  </a:moveTo>
                  <a:cubicBezTo>
                    <a:pt x="780" y="0"/>
                    <a:pt x="770" y="0"/>
                    <a:pt x="760" y="1"/>
                  </a:cubicBezTo>
                  <a:cubicBezTo>
                    <a:pt x="617" y="7"/>
                    <a:pt x="470" y="66"/>
                    <a:pt x="346" y="168"/>
                  </a:cubicBezTo>
                  <a:cubicBezTo>
                    <a:pt x="80" y="383"/>
                    <a:pt x="1" y="725"/>
                    <a:pt x="167" y="931"/>
                  </a:cubicBezTo>
                  <a:cubicBezTo>
                    <a:pt x="248" y="1031"/>
                    <a:pt x="373" y="1082"/>
                    <a:pt x="511" y="1082"/>
                  </a:cubicBezTo>
                  <a:cubicBezTo>
                    <a:pt x="657" y="1082"/>
                    <a:pt x="816" y="1026"/>
                    <a:pt x="952" y="915"/>
                  </a:cubicBezTo>
                  <a:cubicBezTo>
                    <a:pt x="1218" y="700"/>
                    <a:pt x="1297" y="358"/>
                    <a:pt x="1130" y="152"/>
                  </a:cubicBezTo>
                  <a:cubicBezTo>
                    <a:pt x="1051" y="53"/>
                    <a:pt x="932" y="0"/>
                    <a:pt x="7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57"/>
            <p:cNvSpPr/>
            <p:nvPr/>
          </p:nvSpPr>
          <p:spPr>
            <a:xfrm>
              <a:off x="6182050" y="895850"/>
              <a:ext cx="33100" cy="24450"/>
            </a:xfrm>
            <a:custGeom>
              <a:avLst/>
              <a:gdLst/>
              <a:ahLst/>
              <a:cxnLst/>
              <a:rect l="l" t="t" r="r" b="b"/>
              <a:pathLst>
                <a:path w="1324" h="978" extrusionOk="0">
                  <a:moveTo>
                    <a:pt x="598" y="199"/>
                  </a:moveTo>
                  <a:cubicBezTo>
                    <a:pt x="638" y="199"/>
                    <a:pt x="680" y="203"/>
                    <a:pt x="721" y="212"/>
                  </a:cubicBezTo>
                  <a:cubicBezTo>
                    <a:pt x="944" y="259"/>
                    <a:pt x="1106" y="425"/>
                    <a:pt x="1075" y="577"/>
                  </a:cubicBezTo>
                  <a:cubicBezTo>
                    <a:pt x="1060" y="644"/>
                    <a:pt x="1007" y="703"/>
                    <a:pt x="925" y="739"/>
                  </a:cubicBezTo>
                  <a:cubicBezTo>
                    <a:pt x="866" y="766"/>
                    <a:pt x="798" y="780"/>
                    <a:pt x="726" y="780"/>
                  </a:cubicBezTo>
                  <a:cubicBezTo>
                    <a:pt x="686" y="780"/>
                    <a:pt x="644" y="776"/>
                    <a:pt x="603" y="767"/>
                  </a:cubicBezTo>
                  <a:cubicBezTo>
                    <a:pt x="379" y="719"/>
                    <a:pt x="217" y="552"/>
                    <a:pt x="250" y="401"/>
                  </a:cubicBezTo>
                  <a:cubicBezTo>
                    <a:pt x="276" y="278"/>
                    <a:pt x="423" y="199"/>
                    <a:pt x="598" y="199"/>
                  </a:cubicBezTo>
                  <a:close/>
                  <a:moveTo>
                    <a:pt x="600" y="0"/>
                  </a:moveTo>
                  <a:cubicBezTo>
                    <a:pt x="332" y="0"/>
                    <a:pt x="102" y="143"/>
                    <a:pt x="56" y="360"/>
                  </a:cubicBezTo>
                  <a:cubicBezTo>
                    <a:pt x="1" y="620"/>
                    <a:pt x="228" y="889"/>
                    <a:pt x="562" y="960"/>
                  </a:cubicBezTo>
                  <a:cubicBezTo>
                    <a:pt x="617" y="971"/>
                    <a:pt x="673" y="978"/>
                    <a:pt x="728" y="978"/>
                  </a:cubicBezTo>
                  <a:cubicBezTo>
                    <a:pt x="827" y="978"/>
                    <a:pt x="922" y="958"/>
                    <a:pt x="1007" y="921"/>
                  </a:cubicBezTo>
                  <a:cubicBezTo>
                    <a:pt x="1148" y="857"/>
                    <a:pt x="1240" y="749"/>
                    <a:pt x="1269" y="617"/>
                  </a:cubicBezTo>
                  <a:cubicBezTo>
                    <a:pt x="1323" y="358"/>
                    <a:pt x="1097" y="88"/>
                    <a:pt x="762" y="17"/>
                  </a:cubicBezTo>
                  <a:cubicBezTo>
                    <a:pt x="707" y="6"/>
                    <a:pt x="653" y="0"/>
                    <a:pt x="60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57"/>
            <p:cNvSpPr/>
            <p:nvPr/>
          </p:nvSpPr>
          <p:spPr>
            <a:xfrm>
              <a:off x="6170075" y="909600"/>
              <a:ext cx="27875" cy="29725"/>
            </a:xfrm>
            <a:custGeom>
              <a:avLst/>
              <a:gdLst/>
              <a:ahLst/>
              <a:cxnLst/>
              <a:rect l="l" t="t" r="r" b="b"/>
              <a:pathLst>
                <a:path w="1115" h="1189" extrusionOk="0">
                  <a:moveTo>
                    <a:pt x="482" y="199"/>
                  </a:moveTo>
                  <a:cubicBezTo>
                    <a:pt x="607" y="199"/>
                    <a:pt x="755" y="303"/>
                    <a:pt x="837" y="466"/>
                  </a:cubicBezTo>
                  <a:cubicBezTo>
                    <a:pt x="892" y="571"/>
                    <a:pt x="911" y="685"/>
                    <a:pt x="896" y="784"/>
                  </a:cubicBezTo>
                  <a:cubicBezTo>
                    <a:pt x="881" y="872"/>
                    <a:pt x="838" y="939"/>
                    <a:pt x="777" y="970"/>
                  </a:cubicBezTo>
                  <a:cubicBezTo>
                    <a:pt x="749" y="984"/>
                    <a:pt x="718" y="991"/>
                    <a:pt x="687" y="991"/>
                  </a:cubicBezTo>
                  <a:cubicBezTo>
                    <a:pt x="561" y="991"/>
                    <a:pt x="414" y="886"/>
                    <a:pt x="331" y="724"/>
                  </a:cubicBezTo>
                  <a:cubicBezTo>
                    <a:pt x="228" y="520"/>
                    <a:pt x="256" y="288"/>
                    <a:pt x="394" y="219"/>
                  </a:cubicBezTo>
                  <a:cubicBezTo>
                    <a:pt x="421" y="205"/>
                    <a:pt x="451" y="199"/>
                    <a:pt x="482" y="199"/>
                  </a:cubicBezTo>
                  <a:close/>
                  <a:moveTo>
                    <a:pt x="480" y="1"/>
                  </a:moveTo>
                  <a:cubicBezTo>
                    <a:pt x="419" y="1"/>
                    <a:pt x="358" y="14"/>
                    <a:pt x="303" y="42"/>
                  </a:cubicBezTo>
                  <a:cubicBezTo>
                    <a:pt x="67" y="163"/>
                    <a:pt x="0" y="509"/>
                    <a:pt x="155" y="814"/>
                  </a:cubicBezTo>
                  <a:cubicBezTo>
                    <a:pt x="274" y="1047"/>
                    <a:pt x="489" y="1189"/>
                    <a:pt x="690" y="1189"/>
                  </a:cubicBezTo>
                  <a:cubicBezTo>
                    <a:pt x="751" y="1189"/>
                    <a:pt x="811" y="1176"/>
                    <a:pt x="866" y="1147"/>
                  </a:cubicBezTo>
                  <a:cubicBezTo>
                    <a:pt x="985" y="1086"/>
                    <a:pt x="1066" y="969"/>
                    <a:pt x="1091" y="816"/>
                  </a:cubicBezTo>
                  <a:cubicBezTo>
                    <a:pt x="1114" y="674"/>
                    <a:pt x="1086" y="519"/>
                    <a:pt x="1014" y="376"/>
                  </a:cubicBezTo>
                  <a:cubicBezTo>
                    <a:pt x="895" y="142"/>
                    <a:pt x="681"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57"/>
            <p:cNvSpPr/>
            <p:nvPr/>
          </p:nvSpPr>
          <p:spPr>
            <a:xfrm>
              <a:off x="6150075" y="908975"/>
              <a:ext cx="26250" cy="30000"/>
            </a:xfrm>
            <a:custGeom>
              <a:avLst/>
              <a:gdLst/>
              <a:ahLst/>
              <a:cxnLst/>
              <a:rect l="l" t="t" r="r" b="b"/>
              <a:pathLst>
                <a:path w="1050" h="1200" extrusionOk="0">
                  <a:moveTo>
                    <a:pt x="617" y="199"/>
                  </a:moveTo>
                  <a:cubicBezTo>
                    <a:pt x="645" y="199"/>
                    <a:pt x="671" y="204"/>
                    <a:pt x="696" y="214"/>
                  </a:cubicBezTo>
                  <a:cubicBezTo>
                    <a:pt x="760" y="243"/>
                    <a:pt x="806" y="307"/>
                    <a:pt x="825" y="396"/>
                  </a:cubicBezTo>
                  <a:cubicBezTo>
                    <a:pt x="847" y="493"/>
                    <a:pt x="832" y="608"/>
                    <a:pt x="783" y="716"/>
                  </a:cubicBezTo>
                  <a:cubicBezTo>
                    <a:pt x="707" y="888"/>
                    <a:pt x="560" y="1002"/>
                    <a:pt x="432" y="1002"/>
                  </a:cubicBezTo>
                  <a:cubicBezTo>
                    <a:pt x="405" y="1002"/>
                    <a:pt x="378" y="997"/>
                    <a:pt x="353" y="986"/>
                  </a:cubicBezTo>
                  <a:cubicBezTo>
                    <a:pt x="290" y="957"/>
                    <a:pt x="244" y="893"/>
                    <a:pt x="224" y="806"/>
                  </a:cubicBezTo>
                  <a:cubicBezTo>
                    <a:pt x="204" y="707"/>
                    <a:pt x="218" y="594"/>
                    <a:pt x="266" y="485"/>
                  </a:cubicBezTo>
                  <a:cubicBezTo>
                    <a:pt x="314" y="377"/>
                    <a:pt x="389" y="290"/>
                    <a:pt x="476" y="240"/>
                  </a:cubicBezTo>
                  <a:cubicBezTo>
                    <a:pt x="524" y="213"/>
                    <a:pt x="572" y="199"/>
                    <a:pt x="617" y="199"/>
                  </a:cubicBezTo>
                  <a:close/>
                  <a:moveTo>
                    <a:pt x="617" y="0"/>
                  </a:moveTo>
                  <a:cubicBezTo>
                    <a:pt x="538" y="0"/>
                    <a:pt x="457" y="23"/>
                    <a:pt x="378" y="67"/>
                  </a:cubicBezTo>
                  <a:cubicBezTo>
                    <a:pt x="254" y="139"/>
                    <a:pt x="150" y="259"/>
                    <a:pt x="85" y="405"/>
                  </a:cubicBezTo>
                  <a:cubicBezTo>
                    <a:pt x="20" y="551"/>
                    <a:pt x="0" y="708"/>
                    <a:pt x="32" y="848"/>
                  </a:cubicBezTo>
                  <a:cubicBezTo>
                    <a:pt x="64" y="999"/>
                    <a:pt x="150" y="1112"/>
                    <a:pt x="273" y="1167"/>
                  </a:cubicBezTo>
                  <a:cubicBezTo>
                    <a:pt x="323" y="1189"/>
                    <a:pt x="376" y="1199"/>
                    <a:pt x="430" y="1199"/>
                  </a:cubicBezTo>
                  <a:cubicBezTo>
                    <a:pt x="636" y="1199"/>
                    <a:pt x="855" y="1043"/>
                    <a:pt x="965" y="796"/>
                  </a:cubicBezTo>
                  <a:cubicBezTo>
                    <a:pt x="1030" y="650"/>
                    <a:pt x="1049" y="492"/>
                    <a:pt x="1018" y="353"/>
                  </a:cubicBezTo>
                  <a:cubicBezTo>
                    <a:pt x="985" y="201"/>
                    <a:pt x="899" y="88"/>
                    <a:pt x="777" y="35"/>
                  </a:cubicBezTo>
                  <a:cubicBezTo>
                    <a:pt x="726" y="11"/>
                    <a:pt x="672" y="0"/>
                    <a:pt x="6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57"/>
            <p:cNvSpPr/>
            <p:nvPr/>
          </p:nvSpPr>
          <p:spPr>
            <a:xfrm>
              <a:off x="6134200" y="894650"/>
              <a:ext cx="31700" cy="24650"/>
            </a:xfrm>
            <a:custGeom>
              <a:avLst/>
              <a:gdLst/>
              <a:ahLst/>
              <a:cxnLst/>
              <a:rect l="l" t="t" r="r" b="b"/>
              <a:pathLst>
                <a:path w="1268" h="986" extrusionOk="0">
                  <a:moveTo>
                    <a:pt x="713" y="198"/>
                  </a:moveTo>
                  <a:cubicBezTo>
                    <a:pt x="773" y="198"/>
                    <a:pt x="832" y="209"/>
                    <a:pt x="883" y="228"/>
                  </a:cubicBezTo>
                  <a:cubicBezTo>
                    <a:pt x="966" y="261"/>
                    <a:pt x="1022" y="316"/>
                    <a:pt x="1041" y="383"/>
                  </a:cubicBezTo>
                  <a:cubicBezTo>
                    <a:pt x="1059" y="451"/>
                    <a:pt x="1038" y="527"/>
                    <a:pt x="982" y="597"/>
                  </a:cubicBezTo>
                  <a:cubicBezTo>
                    <a:pt x="919" y="677"/>
                    <a:pt x="822" y="737"/>
                    <a:pt x="707" y="767"/>
                  </a:cubicBezTo>
                  <a:cubicBezTo>
                    <a:pt x="656" y="781"/>
                    <a:pt x="604" y="788"/>
                    <a:pt x="554" y="788"/>
                  </a:cubicBezTo>
                  <a:cubicBezTo>
                    <a:pt x="494" y="788"/>
                    <a:pt x="436" y="777"/>
                    <a:pt x="384" y="757"/>
                  </a:cubicBezTo>
                  <a:cubicBezTo>
                    <a:pt x="300" y="725"/>
                    <a:pt x="244" y="670"/>
                    <a:pt x="226" y="602"/>
                  </a:cubicBezTo>
                  <a:cubicBezTo>
                    <a:pt x="208" y="535"/>
                    <a:pt x="229" y="459"/>
                    <a:pt x="285" y="389"/>
                  </a:cubicBezTo>
                  <a:cubicBezTo>
                    <a:pt x="349" y="310"/>
                    <a:pt x="446" y="249"/>
                    <a:pt x="561" y="219"/>
                  </a:cubicBezTo>
                  <a:cubicBezTo>
                    <a:pt x="612" y="205"/>
                    <a:pt x="664" y="198"/>
                    <a:pt x="713" y="198"/>
                  </a:cubicBezTo>
                  <a:close/>
                  <a:moveTo>
                    <a:pt x="712" y="0"/>
                  </a:moveTo>
                  <a:cubicBezTo>
                    <a:pt x="645" y="0"/>
                    <a:pt x="577" y="9"/>
                    <a:pt x="509" y="28"/>
                  </a:cubicBezTo>
                  <a:cubicBezTo>
                    <a:pt x="354" y="69"/>
                    <a:pt x="220" y="154"/>
                    <a:pt x="131" y="265"/>
                  </a:cubicBezTo>
                  <a:cubicBezTo>
                    <a:pt x="35" y="386"/>
                    <a:pt x="1" y="523"/>
                    <a:pt x="35" y="653"/>
                  </a:cubicBezTo>
                  <a:cubicBezTo>
                    <a:pt x="70" y="783"/>
                    <a:pt x="169" y="886"/>
                    <a:pt x="312" y="942"/>
                  </a:cubicBezTo>
                  <a:cubicBezTo>
                    <a:pt x="386" y="971"/>
                    <a:pt x="470" y="985"/>
                    <a:pt x="554" y="985"/>
                  </a:cubicBezTo>
                  <a:cubicBezTo>
                    <a:pt x="621" y="985"/>
                    <a:pt x="690" y="976"/>
                    <a:pt x="759" y="958"/>
                  </a:cubicBezTo>
                  <a:cubicBezTo>
                    <a:pt x="913" y="916"/>
                    <a:pt x="1047" y="833"/>
                    <a:pt x="1137" y="721"/>
                  </a:cubicBezTo>
                  <a:cubicBezTo>
                    <a:pt x="1233" y="601"/>
                    <a:pt x="1267" y="463"/>
                    <a:pt x="1232" y="333"/>
                  </a:cubicBezTo>
                  <a:cubicBezTo>
                    <a:pt x="1197" y="202"/>
                    <a:pt x="1099" y="101"/>
                    <a:pt x="956" y="45"/>
                  </a:cubicBezTo>
                  <a:cubicBezTo>
                    <a:pt x="881" y="15"/>
                    <a:pt x="798"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57"/>
            <p:cNvSpPr/>
            <p:nvPr/>
          </p:nvSpPr>
          <p:spPr>
            <a:xfrm>
              <a:off x="6138525" y="872700"/>
              <a:ext cx="31400" cy="26725"/>
            </a:xfrm>
            <a:custGeom>
              <a:avLst/>
              <a:gdLst/>
              <a:ahLst/>
              <a:cxnLst/>
              <a:rect l="l" t="t" r="r" b="b"/>
              <a:pathLst>
                <a:path w="1256" h="1069" extrusionOk="0">
                  <a:moveTo>
                    <a:pt x="522" y="198"/>
                  </a:moveTo>
                  <a:cubicBezTo>
                    <a:pt x="623" y="198"/>
                    <a:pt x="731" y="236"/>
                    <a:pt x="825" y="305"/>
                  </a:cubicBezTo>
                  <a:cubicBezTo>
                    <a:pt x="921" y="374"/>
                    <a:pt x="990" y="465"/>
                    <a:pt x="1021" y="562"/>
                  </a:cubicBezTo>
                  <a:cubicBezTo>
                    <a:pt x="1049" y="648"/>
                    <a:pt x="1041" y="725"/>
                    <a:pt x="999" y="782"/>
                  </a:cubicBezTo>
                  <a:cubicBezTo>
                    <a:pt x="959" y="838"/>
                    <a:pt x="887" y="871"/>
                    <a:pt x="797" y="871"/>
                  </a:cubicBezTo>
                  <a:lnTo>
                    <a:pt x="795" y="871"/>
                  </a:lnTo>
                  <a:cubicBezTo>
                    <a:pt x="694" y="871"/>
                    <a:pt x="586" y="833"/>
                    <a:pt x="492" y="764"/>
                  </a:cubicBezTo>
                  <a:cubicBezTo>
                    <a:pt x="307" y="629"/>
                    <a:pt x="226" y="411"/>
                    <a:pt x="318" y="287"/>
                  </a:cubicBezTo>
                  <a:cubicBezTo>
                    <a:pt x="358" y="229"/>
                    <a:pt x="430" y="198"/>
                    <a:pt x="520" y="198"/>
                  </a:cubicBezTo>
                  <a:close/>
                  <a:moveTo>
                    <a:pt x="518" y="0"/>
                  </a:moveTo>
                  <a:cubicBezTo>
                    <a:pt x="365" y="1"/>
                    <a:pt x="236" y="61"/>
                    <a:pt x="157" y="169"/>
                  </a:cubicBezTo>
                  <a:cubicBezTo>
                    <a:pt x="1" y="384"/>
                    <a:pt x="99" y="723"/>
                    <a:pt x="375" y="924"/>
                  </a:cubicBezTo>
                  <a:cubicBezTo>
                    <a:pt x="504" y="1016"/>
                    <a:pt x="653" y="1069"/>
                    <a:pt x="795" y="1069"/>
                  </a:cubicBezTo>
                  <a:lnTo>
                    <a:pt x="797" y="1069"/>
                  </a:lnTo>
                  <a:cubicBezTo>
                    <a:pt x="952" y="1067"/>
                    <a:pt x="1081" y="1007"/>
                    <a:pt x="1159" y="898"/>
                  </a:cubicBezTo>
                  <a:cubicBezTo>
                    <a:pt x="1239" y="790"/>
                    <a:pt x="1256" y="649"/>
                    <a:pt x="1209" y="502"/>
                  </a:cubicBezTo>
                  <a:cubicBezTo>
                    <a:pt x="1166" y="365"/>
                    <a:pt x="1071" y="239"/>
                    <a:pt x="942" y="145"/>
                  </a:cubicBezTo>
                  <a:cubicBezTo>
                    <a:pt x="813" y="51"/>
                    <a:pt x="664" y="0"/>
                    <a:pt x="5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57"/>
            <p:cNvSpPr/>
            <p:nvPr/>
          </p:nvSpPr>
          <p:spPr>
            <a:xfrm>
              <a:off x="6238975" y="878950"/>
              <a:ext cx="57100" cy="44300"/>
            </a:xfrm>
            <a:custGeom>
              <a:avLst/>
              <a:gdLst/>
              <a:ahLst/>
              <a:cxnLst/>
              <a:rect l="l" t="t" r="r" b="b"/>
              <a:pathLst>
                <a:path w="2284" h="1772" extrusionOk="0">
                  <a:moveTo>
                    <a:pt x="1140" y="0"/>
                  </a:moveTo>
                  <a:cubicBezTo>
                    <a:pt x="3" y="0"/>
                    <a:pt x="1" y="1771"/>
                    <a:pt x="1142" y="1771"/>
                  </a:cubicBezTo>
                  <a:cubicBezTo>
                    <a:pt x="2282" y="1771"/>
                    <a:pt x="2283" y="0"/>
                    <a:pt x="1142" y="0"/>
                  </a:cubicBezTo>
                  <a:cubicBezTo>
                    <a:pt x="1141" y="0"/>
                    <a:pt x="1141" y="0"/>
                    <a:pt x="1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57"/>
            <p:cNvSpPr/>
            <p:nvPr/>
          </p:nvSpPr>
          <p:spPr>
            <a:xfrm>
              <a:off x="6256550" y="861250"/>
              <a:ext cx="24100" cy="31000"/>
            </a:xfrm>
            <a:custGeom>
              <a:avLst/>
              <a:gdLst/>
              <a:ahLst/>
              <a:cxnLst/>
              <a:rect l="l" t="t" r="r" b="b"/>
              <a:pathLst>
                <a:path w="964" h="1240" extrusionOk="0">
                  <a:moveTo>
                    <a:pt x="482" y="199"/>
                  </a:moveTo>
                  <a:cubicBezTo>
                    <a:pt x="635" y="199"/>
                    <a:pt x="766" y="392"/>
                    <a:pt x="766" y="620"/>
                  </a:cubicBezTo>
                  <a:cubicBezTo>
                    <a:pt x="766" y="849"/>
                    <a:pt x="635" y="1042"/>
                    <a:pt x="482" y="1042"/>
                  </a:cubicBezTo>
                  <a:cubicBezTo>
                    <a:pt x="328" y="1042"/>
                    <a:pt x="198" y="849"/>
                    <a:pt x="198" y="620"/>
                  </a:cubicBezTo>
                  <a:cubicBezTo>
                    <a:pt x="198" y="392"/>
                    <a:pt x="328" y="199"/>
                    <a:pt x="482" y="199"/>
                  </a:cubicBezTo>
                  <a:close/>
                  <a:moveTo>
                    <a:pt x="482" y="1"/>
                  </a:moveTo>
                  <a:cubicBezTo>
                    <a:pt x="216" y="1"/>
                    <a:pt x="1" y="278"/>
                    <a:pt x="1" y="620"/>
                  </a:cubicBezTo>
                  <a:cubicBezTo>
                    <a:pt x="1" y="961"/>
                    <a:pt x="216" y="1240"/>
                    <a:pt x="482" y="1240"/>
                  </a:cubicBezTo>
                  <a:cubicBezTo>
                    <a:pt x="748" y="1240"/>
                    <a:pt x="964" y="961"/>
                    <a:pt x="964" y="620"/>
                  </a:cubicBezTo>
                  <a:cubicBezTo>
                    <a:pt x="964" y="278"/>
                    <a:pt x="748" y="1"/>
                    <a:pt x="4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57"/>
            <p:cNvSpPr/>
            <p:nvPr/>
          </p:nvSpPr>
          <p:spPr>
            <a:xfrm>
              <a:off x="6271275" y="873400"/>
              <a:ext cx="32475" cy="27075"/>
            </a:xfrm>
            <a:custGeom>
              <a:avLst/>
              <a:gdLst/>
              <a:ahLst/>
              <a:cxnLst/>
              <a:rect l="l" t="t" r="r" b="b"/>
              <a:pathLst>
                <a:path w="1299" h="1083" extrusionOk="0">
                  <a:moveTo>
                    <a:pt x="788" y="198"/>
                  </a:moveTo>
                  <a:cubicBezTo>
                    <a:pt x="870" y="198"/>
                    <a:pt x="936" y="225"/>
                    <a:pt x="978" y="276"/>
                  </a:cubicBezTo>
                  <a:cubicBezTo>
                    <a:pt x="1075" y="396"/>
                    <a:pt x="1007" y="618"/>
                    <a:pt x="830" y="762"/>
                  </a:cubicBezTo>
                  <a:cubicBezTo>
                    <a:pt x="729" y="843"/>
                    <a:pt x="612" y="885"/>
                    <a:pt x="512" y="885"/>
                  </a:cubicBezTo>
                  <a:cubicBezTo>
                    <a:pt x="433" y="885"/>
                    <a:pt x="365" y="859"/>
                    <a:pt x="323" y="807"/>
                  </a:cubicBezTo>
                  <a:cubicBezTo>
                    <a:pt x="225" y="687"/>
                    <a:pt x="294" y="465"/>
                    <a:pt x="471" y="321"/>
                  </a:cubicBezTo>
                  <a:cubicBezTo>
                    <a:pt x="564" y="247"/>
                    <a:pt x="669" y="203"/>
                    <a:pt x="771" y="199"/>
                  </a:cubicBezTo>
                  <a:cubicBezTo>
                    <a:pt x="776" y="198"/>
                    <a:pt x="783" y="198"/>
                    <a:pt x="788" y="198"/>
                  </a:cubicBezTo>
                  <a:close/>
                  <a:moveTo>
                    <a:pt x="791" y="0"/>
                  </a:moveTo>
                  <a:cubicBezTo>
                    <a:pt x="782" y="0"/>
                    <a:pt x="772" y="0"/>
                    <a:pt x="762" y="1"/>
                  </a:cubicBezTo>
                  <a:cubicBezTo>
                    <a:pt x="618" y="7"/>
                    <a:pt x="471" y="66"/>
                    <a:pt x="347" y="168"/>
                  </a:cubicBezTo>
                  <a:cubicBezTo>
                    <a:pt x="82" y="383"/>
                    <a:pt x="1" y="725"/>
                    <a:pt x="169" y="931"/>
                  </a:cubicBezTo>
                  <a:cubicBezTo>
                    <a:pt x="250" y="1031"/>
                    <a:pt x="375" y="1082"/>
                    <a:pt x="513" y="1082"/>
                  </a:cubicBezTo>
                  <a:cubicBezTo>
                    <a:pt x="658" y="1082"/>
                    <a:pt x="817" y="1026"/>
                    <a:pt x="953" y="915"/>
                  </a:cubicBezTo>
                  <a:cubicBezTo>
                    <a:pt x="1219" y="700"/>
                    <a:pt x="1299" y="358"/>
                    <a:pt x="1132" y="152"/>
                  </a:cubicBezTo>
                  <a:cubicBezTo>
                    <a:pt x="1053" y="53"/>
                    <a:pt x="933" y="0"/>
                    <a:pt x="7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57"/>
            <p:cNvSpPr/>
            <p:nvPr/>
          </p:nvSpPr>
          <p:spPr>
            <a:xfrm>
              <a:off x="6274975" y="895850"/>
              <a:ext cx="33075" cy="24450"/>
            </a:xfrm>
            <a:custGeom>
              <a:avLst/>
              <a:gdLst/>
              <a:ahLst/>
              <a:cxnLst/>
              <a:rect l="l" t="t" r="r" b="b"/>
              <a:pathLst>
                <a:path w="1323" h="978" extrusionOk="0">
                  <a:moveTo>
                    <a:pt x="598" y="199"/>
                  </a:moveTo>
                  <a:cubicBezTo>
                    <a:pt x="639" y="199"/>
                    <a:pt x="679" y="203"/>
                    <a:pt x="721" y="212"/>
                  </a:cubicBezTo>
                  <a:cubicBezTo>
                    <a:pt x="945" y="259"/>
                    <a:pt x="1106" y="425"/>
                    <a:pt x="1075" y="577"/>
                  </a:cubicBezTo>
                  <a:cubicBezTo>
                    <a:pt x="1059" y="644"/>
                    <a:pt x="1007" y="703"/>
                    <a:pt x="925" y="739"/>
                  </a:cubicBezTo>
                  <a:cubicBezTo>
                    <a:pt x="866" y="766"/>
                    <a:pt x="798" y="780"/>
                    <a:pt x="726" y="780"/>
                  </a:cubicBezTo>
                  <a:cubicBezTo>
                    <a:pt x="686" y="780"/>
                    <a:pt x="645" y="776"/>
                    <a:pt x="603" y="767"/>
                  </a:cubicBezTo>
                  <a:cubicBezTo>
                    <a:pt x="379" y="719"/>
                    <a:pt x="218" y="552"/>
                    <a:pt x="249" y="401"/>
                  </a:cubicBezTo>
                  <a:cubicBezTo>
                    <a:pt x="275" y="278"/>
                    <a:pt x="424" y="199"/>
                    <a:pt x="598" y="199"/>
                  </a:cubicBezTo>
                  <a:close/>
                  <a:moveTo>
                    <a:pt x="600" y="0"/>
                  </a:moveTo>
                  <a:cubicBezTo>
                    <a:pt x="331" y="0"/>
                    <a:pt x="102" y="143"/>
                    <a:pt x="56" y="360"/>
                  </a:cubicBezTo>
                  <a:cubicBezTo>
                    <a:pt x="0" y="620"/>
                    <a:pt x="228" y="889"/>
                    <a:pt x="562" y="960"/>
                  </a:cubicBezTo>
                  <a:cubicBezTo>
                    <a:pt x="618" y="971"/>
                    <a:pt x="672" y="978"/>
                    <a:pt x="727" y="978"/>
                  </a:cubicBezTo>
                  <a:cubicBezTo>
                    <a:pt x="826" y="978"/>
                    <a:pt x="923" y="958"/>
                    <a:pt x="1006" y="921"/>
                  </a:cubicBezTo>
                  <a:cubicBezTo>
                    <a:pt x="1147" y="857"/>
                    <a:pt x="1241" y="749"/>
                    <a:pt x="1268" y="617"/>
                  </a:cubicBezTo>
                  <a:cubicBezTo>
                    <a:pt x="1323" y="358"/>
                    <a:pt x="1096" y="88"/>
                    <a:pt x="762" y="17"/>
                  </a:cubicBezTo>
                  <a:cubicBezTo>
                    <a:pt x="707" y="6"/>
                    <a:pt x="653" y="0"/>
                    <a:pt x="60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57"/>
            <p:cNvSpPr/>
            <p:nvPr/>
          </p:nvSpPr>
          <p:spPr>
            <a:xfrm>
              <a:off x="6263000" y="909600"/>
              <a:ext cx="27850" cy="29725"/>
            </a:xfrm>
            <a:custGeom>
              <a:avLst/>
              <a:gdLst/>
              <a:ahLst/>
              <a:cxnLst/>
              <a:rect l="l" t="t" r="r" b="b"/>
              <a:pathLst>
                <a:path w="1114" h="1189" extrusionOk="0">
                  <a:moveTo>
                    <a:pt x="483" y="199"/>
                  </a:moveTo>
                  <a:cubicBezTo>
                    <a:pt x="608" y="199"/>
                    <a:pt x="754" y="303"/>
                    <a:pt x="837" y="466"/>
                  </a:cubicBezTo>
                  <a:cubicBezTo>
                    <a:pt x="891" y="571"/>
                    <a:pt x="912" y="685"/>
                    <a:pt x="896" y="784"/>
                  </a:cubicBezTo>
                  <a:cubicBezTo>
                    <a:pt x="880" y="872"/>
                    <a:pt x="839" y="939"/>
                    <a:pt x="776" y="970"/>
                  </a:cubicBezTo>
                  <a:cubicBezTo>
                    <a:pt x="748" y="984"/>
                    <a:pt x="718" y="991"/>
                    <a:pt x="686" y="991"/>
                  </a:cubicBezTo>
                  <a:cubicBezTo>
                    <a:pt x="560" y="991"/>
                    <a:pt x="415" y="886"/>
                    <a:pt x="332" y="724"/>
                  </a:cubicBezTo>
                  <a:cubicBezTo>
                    <a:pt x="228" y="520"/>
                    <a:pt x="256" y="288"/>
                    <a:pt x="393" y="219"/>
                  </a:cubicBezTo>
                  <a:cubicBezTo>
                    <a:pt x="420" y="205"/>
                    <a:pt x="450" y="199"/>
                    <a:pt x="483" y="199"/>
                  </a:cubicBezTo>
                  <a:close/>
                  <a:moveTo>
                    <a:pt x="480" y="1"/>
                  </a:moveTo>
                  <a:cubicBezTo>
                    <a:pt x="419" y="1"/>
                    <a:pt x="359" y="14"/>
                    <a:pt x="303" y="42"/>
                  </a:cubicBezTo>
                  <a:cubicBezTo>
                    <a:pt x="67" y="163"/>
                    <a:pt x="1" y="509"/>
                    <a:pt x="156" y="814"/>
                  </a:cubicBezTo>
                  <a:cubicBezTo>
                    <a:pt x="275" y="1047"/>
                    <a:pt x="490" y="1189"/>
                    <a:pt x="689" y="1189"/>
                  </a:cubicBezTo>
                  <a:cubicBezTo>
                    <a:pt x="750" y="1189"/>
                    <a:pt x="811" y="1176"/>
                    <a:pt x="866" y="1147"/>
                  </a:cubicBezTo>
                  <a:cubicBezTo>
                    <a:pt x="986" y="1086"/>
                    <a:pt x="1065" y="969"/>
                    <a:pt x="1090" y="816"/>
                  </a:cubicBezTo>
                  <a:cubicBezTo>
                    <a:pt x="1114" y="674"/>
                    <a:pt x="1086" y="519"/>
                    <a:pt x="1013" y="376"/>
                  </a:cubicBezTo>
                  <a:cubicBezTo>
                    <a:pt x="895" y="142"/>
                    <a:pt x="681" y="1"/>
                    <a:pt x="4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57"/>
            <p:cNvSpPr/>
            <p:nvPr/>
          </p:nvSpPr>
          <p:spPr>
            <a:xfrm>
              <a:off x="6243000" y="908975"/>
              <a:ext cx="27625" cy="30000"/>
            </a:xfrm>
            <a:custGeom>
              <a:avLst/>
              <a:gdLst/>
              <a:ahLst/>
              <a:cxnLst/>
              <a:rect l="l" t="t" r="r" b="b"/>
              <a:pathLst>
                <a:path w="1105" h="1200" extrusionOk="0">
                  <a:moveTo>
                    <a:pt x="618" y="199"/>
                  </a:moveTo>
                  <a:cubicBezTo>
                    <a:pt x="645" y="199"/>
                    <a:pt x="672" y="204"/>
                    <a:pt x="697" y="214"/>
                  </a:cubicBezTo>
                  <a:cubicBezTo>
                    <a:pt x="837" y="278"/>
                    <a:pt x="876" y="508"/>
                    <a:pt x="784" y="716"/>
                  </a:cubicBezTo>
                  <a:cubicBezTo>
                    <a:pt x="708" y="888"/>
                    <a:pt x="560" y="1002"/>
                    <a:pt x="432" y="1002"/>
                  </a:cubicBezTo>
                  <a:cubicBezTo>
                    <a:pt x="405" y="1002"/>
                    <a:pt x="379" y="997"/>
                    <a:pt x="354" y="986"/>
                  </a:cubicBezTo>
                  <a:cubicBezTo>
                    <a:pt x="290" y="957"/>
                    <a:pt x="243" y="893"/>
                    <a:pt x="225" y="806"/>
                  </a:cubicBezTo>
                  <a:cubicBezTo>
                    <a:pt x="203" y="707"/>
                    <a:pt x="217" y="594"/>
                    <a:pt x="265" y="485"/>
                  </a:cubicBezTo>
                  <a:cubicBezTo>
                    <a:pt x="342" y="313"/>
                    <a:pt x="489" y="199"/>
                    <a:pt x="618" y="199"/>
                  </a:cubicBezTo>
                  <a:close/>
                  <a:moveTo>
                    <a:pt x="621" y="1"/>
                  </a:moveTo>
                  <a:cubicBezTo>
                    <a:pt x="413" y="1"/>
                    <a:pt x="195" y="156"/>
                    <a:pt x="84" y="405"/>
                  </a:cubicBezTo>
                  <a:cubicBezTo>
                    <a:pt x="20" y="551"/>
                    <a:pt x="1" y="708"/>
                    <a:pt x="31" y="848"/>
                  </a:cubicBezTo>
                  <a:cubicBezTo>
                    <a:pt x="65" y="999"/>
                    <a:pt x="149" y="1112"/>
                    <a:pt x="273" y="1167"/>
                  </a:cubicBezTo>
                  <a:cubicBezTo>
                    <a:pt x="323" y="1189"/>
                    <a:pt x="376" y="1199"/>
                    <a:pt x="430" y="1199"/>
                  </a:cubicBezTo>
                  <a:cubicBezTo>
                    <a:pt x="637" y="1199"/>
                    <a:pt x="854" y="1043"/>
                    <a:pt x="965" y="796"/>
                  </a:cubicBezTo>
                  <a:cubicBezTo>
                    <a:pt x="1104" y="484"/>
                    <a:pt x="1020" y="141"/>
                    <a:pt x="777" y="33"/>
                  </a:cubicBezTo>
                  <a:cubicBezTo>
                    <a:pt x="727" y="11"/>
                    <a:pt x="674" y="1"/>
                    <a:pt x="6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57"/>
            <p:cNvSpPr/>
            <p:nvPr/>
          </p:nvSpPr>
          <p:spPr>
            <a:xfrm>
              <a:off x="6227100" y="894650"/>
              <a:ext cx="31700" cy="24650"/>
            </a:xfrm>
            <a:custGeom>
              <a:avLst/>
              <a:gdLst/>
              <a:ahLst/>
              <a:cxnLst/>
              <a:rect l="l" t="t" r="r" b="b"/>
              <a:pathLst>
                <a:path w="1268" h="986" extrusionOk="0">
                  <a:moveTo>
                    <a:pt x="715" y="198"/>
                  </a:moveTo>
                  <a:cubicBezTo>
                    <a:pt x="775" y="198"/>
                    <a:pt x="832" y="209"/>
                    <a:pt x="884" y="228"/>
                  </a:cubicBezTo>
                  <a:cubicBezTo>
                    <a:pt x="968" y="261"/>
                    <a:pt x="1024" y="316"/>
                    <a:pt x="1042" y="383"/>
                  </a:cubicBezTo>
                  <a:cubicBezTo>
                    <a:pt x="1060" y="451"/>
                    <a:pt x="1039" y="527"/>
                    <a:pt x="983" y="597"/>
                  </a:cubicBezTo>
                  <a:cubicBezTo>
                    <a:pt x="920" y="677"/>
                    <a:pt x="822" y="737"/>
                    <a:pt x="708" y="767"/>
                  </a:cubicBezTo>
                  <a:cubicBezTo>
                    <a:pt x="657" y="781"/>
                    <a:pt x="605" y="788"/>
                    <a:pt x="555" y="788"/>
                  </a:cubicBezTo>
                  <a:cubicBezTo>
                    <a:pt x="494" y="788"/>
                    <a:pt x="437" y="777"/>
                    <a:pt x="385" y="757"/>
                  </a:cubicBezTo>
                  <a:cubicBezTo>
                    <a:pt x="302" y="725"/>
                    <a:pt x="246" y="670"/>
                    <a:pt x="228" y="602"/>
                  </a:cubicBezTo>
                  <a:cubicBezTo>
                    <a:pt x="209" y="535"/>
                    <a:pt x="230" y="459"/>
                    <a:pt x="286" y="389"/>
                  </a:cubicBezTo>
                  <a:cubicBezTo>
                    <a:pt x="350" y="310"/>
                    <a:pt x="447" y="249"/>
                    <a:pt x="561" y="219"/>
                  </a:cubicBezTo>
                  <a:cubicBezTo>
                    <a:pt x="613" y="205"/>
                    <a:pt x="664" y="198"/>
                    <a:pt x="715" y="198"/>
                  </a:cubicBezTo>
                  <a:close/>
                  <a:moveTo>
                    <a:pt x="712" y="0"/>
                  </a:moveTo>
                  <a:cubicBezTo>
                    <a:pt x="646" y="0"/>
                    <a:pt x="577" y="9"/>
                    <a:pt x="509" y="28"/>
                  </a:cubicBezTo>
                  <a:cubicBezTo>
                    <a:pt x="355" y="69"/>
                    <a:pt x="221" y="154"/>
                    <a:pt x="131" y="265"/>
                  </a:cubicBezTo>
                  <a:cubicBezTo>
                    <a:pt x="35" y="386"/>
                    <a:pt x="1" y="523"/>
                    <a:pt x="36" y="653"/>
                  </a:cubicBezTo>
                  <a:cubicBezTo>
                    <a:pt x="71" y="783"/>
                    <a:pt x="169" y="886"/>
                    <a:pt x="314" y="942"/>
                  </a:cubicBezTo>
                  <a:cubicBezTo>
                    <a:pt x="388" y="971"/>
                    <a:pt x="470" y="985"/>
                    <a:pt x="555" y="985"/>
                  </a:cubicBezTo>
                  <a:cubicBezTo>
                    <a:pt x="622" y="985"/>
                    <a:pt x="692" y="976"/>
                    <a:pt x="759" y="958"/>
                  </a:cubicBezTo>
                  <a:cubicBezTo>
                    <a:pt x="914" y="916"/>
                    <a:pt x="1049" y="833"/>
                    <a:pt x="1137" y="721"/>
                  </a:cubicBezTo>
                  <a:cubicBezTo>
                    <a:pt x="1234" y="601"/>
                    <a:pt x="1267" y="463"/>
                    <a:pt x="1234" y="333"/>
                  </a:cubicBezTo>
                  <a:cubicBezTo>
                    <a:pt x="1198" y="202"/>
                    <a:pt x="1099" y="101"/>
                    <a:pt x="956" y="45"/>
                  </a:cubicBezTo>
                  <a:cubicBezTo>
                    <a:pt x="881" y="15"/>
                    <a:pt x="798" y="0"/>
                    <a:pt x="7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57"/>
            <p:cNvSpPr/>
            <p:nvPr/>
          </p:nvSpPr>
          <p:spPr>
            <a:xfrm>
              <a:off x="6231475" y="872700"/>
              <a:ext cx="31400" cy="26725"/>
            </a:xfrm>
            <a:custGeom>
              <a:avLst/>
              <a:gdLst/>
              <a:ahLst/>
              <a:cxnLst/>
              <a:rect l="l" t="t" r="r" b="b"/>
              <a:pathLst>
                <a:path w="1256" h="1069" extrusionOk="0">
                  <a:moveTo>
                    <a:pt x="522" y="198"/>
                  </a:moveTo>
                  <a:cubicBezTo>
                    <a:pt x="622" y="198"/>
                    <a:pt x="729" y="236"/>
                    <a:pt x="824" y="305"/>
                  </a:cubicBezTo>
                  <a:cubicBezTo>
                    <a:pt x="920" y="374"/>
                    <a:pt x="990" y="465"/>
                    <a:pt x="1020" y="562"/>
                  </a:cubicBezTo>
                  <a:cubicBezTo>
                    <a:pt x="1047" y="648"/>
                    <a:pt x="1040" y="725"/>
                    <a:pt x="999" y="782"/>
                  </a:cubicBezTo>
                  <a:cubicBezTo>
                    <a:pt x="957" y="838"/>
                    <a:pt x="885" y="871"/>
                    <a:pt x="795" y="871"/>
                  </a:cubicBezTo>
                  <a:cubicBezTo>
                    <a:pt x="702" y="865"/>
                    <a:pt x="586" y="833"/>
                    <a:pt x="490" y="764"/>
                  </a:cubicBezTo>
                  <a:cubicBezTo>
                    <a:pt x="305" y="629"/>
                    <a:pt x="226" y="411"/>
                    <a:pt x="316" y="287"/>
                  </a:cubicBezTo>
                  <a:cubicBezTo>
                    <a:pt x="358" y="229"/>
                    <a:pt x="429" y="198"/>
                    <a:pt x="519" y="198"/>
                  </a:cubicBezTo>
                  <a:close/>
                  <a:moveTo>
                    <a:pt x="518" y="0"/>
                  </a:moveTo>
                  <a:cubicBezTo>
                    <a:pt x="364" y="1"/>
                    <a:pt x="235" y="61"/>
                    <a:pt x="156" y="169"/>
                  </a:cubicBezTo>
                  <a:cubicBezTo>
                    <a:pt x="1" y="384"/>
                    <a:pt x="98" y="723"/>
                    <a:pt x="375" y="924"/>
                  </a:cubicBezTo>
                  <a:cubicBezTo>
                    <a:pt x="502" y="1016"/>
                    <a:pt x="652" y="1069"/>
                    <a:pt x="793" y="1069"/>
                  </a:cubicBezTo>
                  <a:lnTo>
                    <a:pt x="797" y="1069"/>
                  </a:lnTo>
                  <a:cubicBezTo>
                    <a:pt x="952" y="1067"/>
                    <a:pt x="1079" y="1007"/>
                    <a:pt x="1159" y="898"/>
                  </a:cubicBezTo>
                  <a:cubicBezTo>
                    <a:pt x="1237" y="790"/>
                    <a:pt x="1255" y="649"/>
                    <a:pt x="1208" y="502"/>
                  </a:cubicBezTo>
                  <a:cubicBezTo>
                    <a:pt x="1165" y="365"/>
                    <a:pt x="1070" y="239"/>
                    <a:pt x="940" y="145"/>
                  </a:cubicBezTo>
                  <a:cubicBezTo>
                    <a:pt x="812" y="51"/>
                    <a:pt x="664" y="0"/>
                    <a:pt x="5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57"/>
          <p:cNvGrpSpPr/>
          <p:nvPr/>
        </p:nvGrpSpPr>
        <p:grpSpPr>
          <a:xfrm>
            <a:off x="6045259" y="3385543"/>
            <a:ext cx="2050418" cy="128049"/>
            <a:chOff x="4173275" y="2500750"/>
            <a:chExt cx="1005600" cy="62800"/>
          </a:xfrm>
        </p:grpSpPr>
        <p:sp>
          <p:nvSpPr>
            <p:cNvPr id="1040" name="Google Shape;1040;p57"/>
            <p:cNvSpPr/>
            <p:nvPr/>
          </p:nvSpPr>
          <p:spPr>
            <a:xfrm>
              <a:off x="4173275" y="2501025"/>
              <a:ext cx="91100" cy="60750"/>
            </a:xfrm>
            <a:custGeom>
              <a:avLst/>
              <a:gdLst/>
              <a:ahLst/>
              <a:cxnLst/>
              <a:rect l="l" t="t" r="r" b="b"/>
              <a:pathLst>
                <a:path w="3644" h="2430" extrusionOk="0">
                  <a:moveTo>
                    <a:pt x="2911" y="376"/>
                  </a:moveTo>
                  <a:cubicBezTo>
                    <a:pt x="3356" y="376"/>
                    <a:pt x="3169" y="1059"/>
                    <a:pt x="3089" y="1225"/>
                  </a:cubicBezTo>
                  <a:cubicBezTo>
                    <a:pt x="3023" y="1361"/>
                    <a:pt x="2923" y="1500"/>
                    <a:pt x="2817" y="1621"/>
                  </a:cubicBezTo>
                  <a:lnTo>
                    <a:pt x="2817" y="1621"/>
                  </a:lnTo>
                  <a:cubicBezTo>
                    <a:pt x="2602" y="1242"/>
                    <a:pt x="2342" y="418"/>
                    <a:pt x="2875" y="377"/>
                  </a:cubicBezTo>
                  <a:cubicBezTo>
                    <a:pt x="2888" y="376"/>
                    <a:pt x="2900" y="376"/>
                    <a:pt x="2911" y="376"/>
                  </a:cubicBezTo>
                  <a:close/>
                  <a:moveTo>
                    <a:pt x="2918" y="0"/>
                  </a:moveTo>
                  <a:cubicBezTo>
                    <a:pt x="2819" y="0"/>
                    <a:pt x="2709" y="26"/>
                    <a:pt x="2587" y="85"/>
                  </a:cubicBezTo>
                  <a:cubicBezTo>
                    <a:pt x="1953" y="393"/>
                    <a:pt x="2218" y="1377"/>
                    <a:pt x="2544" y="1881"/>
                  </a:cubicBezTo>
                  <a:lnTo>
                    <a:pt x="2544" y="1881"/>
                  </a:lnTo>
                  <a:cubicBezTo>
                    <a:pt x="2323" y="2045"/>
                    <a:pt x="2069" y="2125"/>
                    <a:pt x="1813" y="2125"/>
                  </a:cubicBezTo>
                  <a:cubicBezTo>
                    <a:pt x="1505" y="2125"/>
                    <a:pt x="1194" y="2010"/>
                    <a:pt x="934" y="1788"/>
                  </a:cubicBezTo>
                  <a:cubicBezTo>
                    <a:pt x="418" y="1350"/>
                    <a:pt x="419" y="741"/>
                    <a:pt x="432" y="119"/>
                  </a:cubicBezTo>
                  <a:cubicBezTo>
                    <a:pt x="433" y="89"/>
                    <a:pt x="412" y="74"/>
                    <a:pt x="389" y="74"/>
                  </a:cubicBezTo>
                  <a:cubicBezTo>
                    <a:pt x="370" y="74"/>
                    <a:pt x="350" y="85"/>
                    <a:pt x="342" y="106"/>
                  </a:cubicBezTo>
                  <a:cubicBezTo>
                    <a:pt x="1" y="1022"/>
                    <a:pt x="377" y="2046"/>
                    <a:pt x="1344" y="2355"/>
                  </a:cubicBezTo>
                  <a:cubicBezTo>
                    <a:pt x="1501" y="2405"/>
                    <a:pt x="1660" y="2429"/>
                    <a:pt x="1817" y="2429"/>
                  </a:cubicBezTo>
                  <a:cubicBezTo>
                    <a:pt x="2189" y="2429"/>
                    <a:pt x="2547" y="2296"/>
                    <a:pt x="2843" y="2069"/>
                  </a:cubicBezTo>
                  <a:lnTo>
                    <a:pt x="2843" y="2069"/>
                  </a:lnTo>
                  <a:cubicBezTo>
                    <a:pt x="2870" y="2056"/>
                    <a:pt x="2895" y="2036"/>
                    <a:pt x="2914" y="2012"/>
                  </a:cubicBezTo>
                  <a:lnTo>
                    <a:pt x="2914" y="2012"/>
                  </a:lnTo>
                  <a:cubicBezTo>
                    <a:pt x="3155" y="1808"/>
                    <a:pt x="3348" y="1540"/>
                    <a:pt x="3463" y="1232"/>
                  </a:cubicBezTo>
                  <a:cubicBezTo>
                    <a:pt x="3644" y="749"/>
                    <a:pt x="3447" y="0"/>
                    <a:pt x="29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57"/>
            <p:cNvSpPr/>
            <p:nvPr/>
          </p:nvSpPr>
          <p:spPr>
            <a:xfrm>
              <a:off x="5101075" y="2502850"/>
              <a:ext cx="77800" cy="60700"/>
            </a:xfrm>
            <a:custGeom>
              <a:avLst/>
              <a:gdLst/>
              <a:ahLst/>
              <a:cxnLst/>
              <a:rect l="l" t="t" r="r" b="b"/>
              <a:pathLst>
                <a:path w="3112" h="2428" extrusionOk="0">
                  <a:moveTo>
                    <a:pt x="2773" y="1"/>
                  </a:moveTo>
                  <a:cubicBezTo>
                    <a:pt x="2750" y="1"/>
                    <a:pt x="2728" y="16"/>
                    <a:pt x="2729" y="46"/>
                  </a:cubicBezTo>
                  <a:cubicBezTo>
                    <a:pt x="2752" y="653"/>
                    <a:pt x="2756" y="1451"/>
                    <a:pt x="2198" y="1835"/>
                  </a:cubicBezTo>
                  <a:cubicBezTo>
                    <a:pt x="1932" y="2018"/>
                    <a:pt x="1656" y="2109"/>
                    <a:pt x="1393" y="2109"/>
                  </a:cubicBezTo>
                  <a:cubicBezTo>
                    <a:pt x="1003" y="2109"/>
                    <a:pt x="641" y="1910"/>
                    <a:pt x="375" y="1517"/>
                  </a:cubicBezTo>
                  <a:cubicBezTo>
                    <a:pt x="339" y="1464"/>
                    <a:pt x="288" y="1442"/>
                    <a:pt x="237" y="1442"/>
                  </a:cubicBezTo>
                  <a:cubicBezTo>
                    <a:pt x="118" y="1442"/>
                    <a:pt x="0" y="1562"/>
                    <a:pt x="86" y="1685"/>
                  </a:cubicBezTo>
                  <a:cubicBezTo>
                    <a:pt x="419" y="2163"/>
                    <a:pt x="863" y="2427"/>
                    <a:pt x="1362" y="2427"/>
                  </a:cubicBezTo>
                  <a:cubicBezTo>
                    <a:pt x="1603" y="2427"/>
                    <a:pt x="1857" y="2366"/>
                    <a:pt x="2118" y="2237"/>
                  </a:cubicBezTo>
                  <a:cubicBezTo>
                    <a:pt x="2931" y="1837"/>
                    <a:pt x="3112" y="833"/>
                    <a:pt x="2820" y="33"/>
                  </a:cubicBezTo>
                  <a:cubicBezTo>
                    <a:pt x="2812" y="12"/>
                    <a:pt x="2792"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57"/>
            <p:cNvSpPr/>
            <p:nvPr/>
          </p:nvSpPr>
          <p:spPr>
            <a:xfrm>
              <a:off x="4226800" y="2500750"/>
              <a:ext cx="85750" cy="61275"/>
            </a:xfrm>
            <a:custGeom>
              <a:avLst/>
              <a:gdLst/>
              <a:ahLst/>
              <a:cxnLst/>
              <a:rect l="l" t="t" r="r" b="b"/>
              <a:pathLst>
                <a:path w="3430" h="2451" extrusionOk="0">
                  <a:moveTo>
                    <a:pt x="2756" y="400"/>
                  </a:moveTo>
                  <a:cubicBezTo>
                    <a:pt x="3003" y="400"/>
                    <a:pt x="3065" y="914"/>
                    <a:pt x="2992" y="1114"/>
                  </a:cubicBezTo>
                  <a:cubicBezTo>
                    <a:pt x="2944" y="1243"/>
                    <a:pt x="2835" y="1381"/>
                    <a:pt x="2756" y="1488"/>
                  </a:cubicBezTo>
                  <a:cubicBezTo>
                    <a:pt x="2719" y="1538"/>
                    <a:pt x="2681" y="1587"/>
                    <a:pt x="2641" y="1633"/>
                  </a:cubicBezTo>
                  <a:lnTo>
                    <a:pt x="2641" y="1633"/>
                  </a:lnTo>
                  <a:cubicBezTo>
                    <a:pt x="2417" y="1288"/>
                    <a:pt x="2237" y="708"/>
                    <a:pt x="2600" y="457"/>
                  </a:cubicBezTo>
                  <a:cubicBezTo>
                    <a:pt x="2658" y="417"/>
                    <a:pt x="2710" y="400"/>
                    <a:pt x="2756" y="400"/>
                  </a:cubicBezTo>
                  <a:close/>
                  <a:moveTo>
                    <a:pt x="2742" y="1"/>
                  </a:moveTo>
                  <a:cubicBezTo>
                    <a:pt x="2634" y="1"/>
                    <a:pt x="2513" y="35"/>
                    <a:pt x="2380" y="114"/>
                  </a:cubicBezTo>
                  <a:cubicBezTo>
                    <a:pt x="1798" y="461"/>
                    <a:pt x="2053" y="1393"/>
                    <a:pt x="2373" y="1887"/>
                  </a:cubicBezTo>
                  <a:lnTo>
                    <a:pt x="2373" y="1887"/>
                  </a:lnTo>
                  <a:cubicBezTo>
                    <a:pt x="2165" y="2044"/>
                    <a:pt x="1927" y="2138"/>
                    <a:pt x="1657" y="2138"/>
                  </a:cubicBezTo>
                  <a:cubicBezTo>
                    <a:pt x="1557" y="2138"/>
                    <a:pt x="1453" y="2125"/>
                    <a:pt x="1345" y="2098"/>
                  </a:cubicBezTo>
                  <a:cubicBezTo>
                    <a:pt x="691" y="1934"/>
                    <a:pt x="283" y="1369"/>
                    <a:pt x="287" y="701"/>
                  </a:cubicBezTo>
                  <a:cubicBezTo>
                    <a:pt x="288" y="629"/>
                    <a:pt x="235" y="593"/>
                    <a:pt x="181" y="593"/>
                  </a:cubicBezTo>
                  <a:cubicBezTo>
                    <a:pt x="126" y="593"/>
                    <a:pt x="70" y="630"/>
                    <a:pt x="66" y="701"/>
                  </a:cubicBezTo>
                  <a:cubicBezTo>
                    <a:pt x="0"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57"/>
            <p:cNvSpPr/>
            <p:nvPr/>
          </p:nvSpPr>
          <p:spPr>
            <a:xfrm>
              <a:off x="4277975"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4"/>
                  </a:cubicBezTo>
                  <a:lnTo>
                    <a:pt x="2642" y="1634"/>
                  </a:lnTo>
                  <a:cubicBezTo>
                    <a:pt x="2418" y="1289"/>
                    <a:pt x="2237" y="708"/>
                    <a:pt x="2600" y="457"/>
                  </a:cubicBezTo>
                  <a:cubicBezTo>
                    <a:pt x="2659" y="417"/>
                    <a:pt x="2711" y="400"/>
                    <a:pt x="2756" y="400"/>
                  </a:cubicBezTo>
                  <a:close/>
                  <a:moveTo>
                    <a:pt x="2742" y="1"/>
                  </a:moveTo>
                  <a:cubicBezTo>
                    <a:pt x="2634" y="1"/>
                    <a:pt x="2513" y="35"/>
                    <a:pt x="2380" y="114"/>
                  </a:cubicBezTo>
                  <a:cubicBezTo>
                    <a:pt x="1798" y="461"/>
                    <a:pt x="2053" y="1393"/>
                    <a:pt x="2374" y="1887"/>
                  </a:cubicBezTo>
                  <a:lnTo>
                    <a:pt x="2374" y="1887"/>
                  </a:lnTo>
                  <a:cubicBezTo>
                    <a:pt x="2166" y="2044"/>
                    <a:pt x="1928" y="2138"/>
                    <a:pt x="1659" y="2138"/>
                  </a:cubicBezTo>
                  <a:cubicBezTo>
                    <a:pt x="1559" y="2138"/>
                    <a:pt x="1455" y="2125"/>
                    <a:pt x="1347" y="2098"/>
                  </a:cubicBezTo>
                  <a:cubicBezTo>
                    <a:pt x="692" y="1934"/>
                    <a:pt x="283" y="1369"/>
                    <a:pt x="288" y="701"/>
                  </a:cubicBezTo>
                  <a:cubicBezTo>
                    <a:pt x="288" y="629"/>
                    <a:pt x="236" y="593"/>
                    <a:pt x="181" y="593"/>
                  </a:cubicBezTo>
                  <a:cubicBezTo>
                    <a:pt x="126" y="593"/>
                    <a:pt x="70" y="630"/>
                    <a:pt x="66" y="701"/>
                  </a:cubicBezTo>
                  <a:cubicBezTo>
                    <a:pt x="0"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6" y="1428"/>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57"/>
            <p:cNvSpPr/>
            <p:nvPr/>
          </p:nvSpPr>
          <p:spPr>
            <a:xfrm>
              <a:off x="4329150"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3"/>
                  </a:cubicBezTo>
                  <a:lnTo>
                    <a:pt x="2642" y="1633"/>
                  </a:lnTo>
                  <a:cubicBezTo>
                    <a:pt x="2419" y="1288"/>
                    <a:pt x="2237" y="708"/>
                    <a:pt x="2600" y="457"/>
                  </a:cubicBezTo>
                  <a:cubicBezTo>
                    <a:pt x="2659" y="417"/>
                    <a:pt x="2711" y="400"/>
                    <a:pt x="2756" y="400"/>
                  </a:cubicBezTo>
                  <a:close/>
                  <a:moveTo>
                    <a:pt x="2742" y="1"/>
                  </a:moveTo>
                  <a:cubicBezTo>
                    <a:pt x="2634" y="1"/>
                    <a:pt x="2513" y="35"/>
                    <a:pt x="2380" y="114"/>
                  </a:cubicBezTo>
                  <a:cubicBezTo>
                    <a:pt x="1798" y="461"/>
                    <a:pt x="2053" y="1392"/>
                    <a:pt x="2375" y="1887"/>
                  </a:cubicBezTo>
                  <a:lnTo>
                    <a:pt x="2375" y="1887"/>
                  </a:lnTo>
                  <a:cubicBezTo>
                    <a:pt x="2167" y="2044"/>
                    <a:pt x="1928" y="2138"/>
                    <a:pt x="1659" y="2138"/>
                  </a:cubicBezTo>
                  <a:cubicBezTo>
                    <a:pt x="1559" y="2138"/>
                    <a:pt x="1455" y="2125"/>
                    <a:pt x="1347" y="2098"/>
                  </a:cubicBezTo>
                  <a:cubicBezTo>
                    <a:pt x="692" y="1934"/>
                    <a:pt x="285" y="1369"/>
                    <a:pt x="289" y="701"/>
                  </a:cubicBezTo>
                  <a:cubicBezTo>
                    <a:pt x="289" y="629"/>
                    <a:pt x="237" y="593"/>
                    <a:pt x="182" y="593"/>
                  </a:cubicBezTo>
                  <a:cubicBezTo>
                    <a:pt x="127" y="593"/>
                    <a:pt x="71" y="630"/>
                    <a:pt x="66" y="701"/>
                  </a:cubicBezTo>
                  <a:cubicBezTo>
                    <a:pt x="1" y="1625"/>
                    <a:pt x="644" y="2362"/>
                    <a:pt x="1571" y="2446"/>
                  </a:cubicBezTo>
                  <a:cubicBezTo>
                    <a:pt x="1608" y="2449"/>
                    <a:pt x="1645" y="2451"/>
                    <a:pt x="1682" y="2451"/>
                  </a:cubicBezTo>
                  <a:cubicBezTo>
                    <a:pt x="2028" y="2451"/>
                    <a:pt x="2379" y="2309"/>
                    <a:pt x="2671" y="2083"/>
                  </a:cubicBezTo>
                  <a:lnTo>
                    <a:pt x="2671" y="2083"/>
                  </a:lnTo>
                  <a:cubicBezTo>
                    <a:pt x="2704" y="2069"/>
                    <a:pt x="2733" y="2045"/>
                    <a:pt x="2755" y="2015"/>
                  </a:cubicBezTo>
                  <a:lnTo>
                    <a:pt x="2755" y="2015"/>
                  </a:lnTo>
                  <a:cubicBezTo>
                    <a:pt x="3047" y="1763"/>
                    <a:pt x="3266" y="1427"/>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57"/>
            <p:cNvSpPr/>
            <p:nvPr/>
          </p:nvSpPr>
          <p:spPr>
            <a:xfrm>
              <a:off x="4380350" y="2500750"/>
              <a:ext cx="85725" cy="61275"/>
            </a:xfrm>
            <a:custGeom>
              <a:avLst/>
              <a:gdLst/>
              <a:ahLst/>
              <a:cxnLst/>
              <a:rect l="l" t="t" r="r" b="b"/>
              <a:pathLst>
                <a:path w="3429" h="2451" extrusionOk="0">
                  <a:moveTo>
                    <a:pt x="2755" y="400"/>
                  </a:moveTo>
                  <a:cubicBezTo>
                    <a:pt x="3003" y="400"/>
                    <a:pt x="3065" y="914"/>
                    <a:pt x="2991" y="1114"/>
                  </a:cubicBezTo>
                  <a:cubicBezTo>
                    <a:pt x="2944" y="1243"/>
                    <a:pt x="2835" y="1381"/>
                    <a:pt x="2757" y="1488"/>
                  </a:cubicBezTo>
                  <a:cubicBezTo>
                    <a:pt x="2720" y="1539"/>
                    <a:pt x="2681" y="1587"/>
                    <a:pt x="2641" y="1633"/>
                  </a:cubicBezTo>
                  <a:lnTo>
                    <a:pt x="2641" y="1633"/>
                  </a:lnTo>
                  <a:cubicBezTo>
                    <a:pt x="2418" y="1288"/>
                    <a:pt x="2236" y="708"/>
                    <a:pt x="2599" y="457"/>
                  </a:cubicBezTo>
                  <a:cubicBezTo>
                    <a:pt x="2658" y="417"/>
                    <a:pt x="2710" y="400"/>
                    <a:pt x="2755" y="400"/>
                  </a:cubicBezTo>
                  <a:close/>
                  <a:moveTo>
                    <a:pt x="2742" y="1"/>
                  </a:moveTo>
                  <a:cubicBezTo>
                    <a:pt x="2634" y="1"/>
                    <a:pt x="2512" y="35"/>
                    <a:pt x="2379" y="114"/>
                  </a:cubicBezTo>
                  <a:cubicBezTo>
                    <a:pt x="1797" y="461"/>
                    <a:pt x="2052" y="1392"/>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1" y="593"/>
                  </a:cubicBezTo>
                  <a:cubicBezTo>
                    <a:pt x="126" y="593"/>
                    <a:pt x="70" y="630"/>
                    <a:pt x="65" y="701"/>
                  </a:cubicBezTo>
                  <a:cubicBezTo>
                    <a:pt x="1" y="1625"/>
                    <a:pt x="645" y="2362"/>
                    <a:pt x="1570" y="2446"/>
                  </a:cubicBezTo>
                  <a:cubicBezTo>
                    <a:pt x="1607" y="2449"/>
                    <a:pt x="1644" y="2451"/>
                    <a:pt x="1681" y="2451"/>
                  </a:cubicBezTo>
                  <a:cubicBezTo>
                    <a:pt x="2027" y="2451"/>
                    <a:pt x="2379" y="2309"/>
                    <a:pt x="2670" y="2084"/>
                  </a:cubicBezTo>
                  <a:lnTo>
                    <a:pt x="2670" y="2084"/>
                  </a:lnTo>
                  <a:cubicBezTo>
                    <a:pt x="2703" y="2069"/>
                    <a:pt x="2733" y="2045"/>
                    <a:pt x="2755" y="2014"/>
                  </a:cubicBezTo>
                  <a:lnTo>
                    <a:pt x="2755" y="2014"/>
                  </a:lnTo>
                  <a:cubicBezTo>
                    <a:pt x="3047" y="1763"/>
                    <a:pt x="3266" y="1427"/>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57"/>
            <p:cNvSpPr/>
            <p:nvPr/>
          </p:nvSpPr>
          <p:spPr>
            <a:xfrm>
              <a:off x="4431525" y="2500750"/>
              <a:ext cx="85750" cy="61275"/>
            </a:xfrm>
            <a:custGeom>
              <a:avLst/>
              <a:gdLst/>
              <a:ahLst/>
              <a:cxnLst/>
              <a:rect l="l" t="t" r="r" b="b"/>
              <a:pathLst>
                <a:path w="3430" h="2451" extrusionOk="0">
                  <a:moveTo>
                    <a:pt x="2756" y="400"/>
                  </a:moveTo>
                  <a:cubicBezTo>
                    <a:pt x="3003" y="400"/>
                    <a:pt x="3065" y="914"/>
                    <a:pt x="2993" y="1114"/>
                  </a:cubicBezTo>
                  <a:cubicBezTo>
                    <a:pt x="2944" y="1243"/>
                    <a:pt x="2835" y="1381"/>
                    <a:pt x="2757" y="1488"/>
                  </a:cubicBezTo>
                  <a:cubicBezTo>
                    <a:pt x="2720" y="1539"/>
                    <a:pt x="2681" y="1587"/>
                    <a:pt x="2641" y="1633"/>
                  </a:cubicBezTo>
                  <a:lnTo>
                    <a:pt x="2641" y="1633"/>
                  </a:lnTo>
                  <a:cubicBezTo>
                    <a:pt x="2418" y="1288"/>
                    <a:pt x="2237" y="708"/>
                    <a:pt x="2600" y="457"/>
                  </a:cubicBezTo>
                  <a:cubicBezTo>
                    <a:pt x="2659" y="417"/>
                    <a:pt x="2711" y="400"/>
                    <a:pt x="2756" y="400"/>
                  </a:cubicBezTo>
                  <a:close/>
                  <a:moveTo>
                    <a:pt x="2743" y="1"/>
                  </a:moveTo>
                  <a:cubicBezTo>
                    <a:pt x="2635" y="1"/>
                    <a:pt x="2513" y="35"/>
                    <a:pt x="2380" y="114"/>
                  </a:cubicBezTo>
                  <a:cubicBezTo>
                    <a:pt x="1797" y="461"/>
                    <a:pt x="2052" y="1393"/>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2" y="593"/>
                  </a:cubicBezTo>
                  <a:cubicBezTo>
                    <a:pt x="127" y="593"/>
                    <a:pt x="71" y="630"/>
                    <a:pt x="66" y="701"/>
                  </a:cubicBezTo>
                  <a:cubicBezTo>
                    <a:pt x="1" y="1625"/>
                    <a:pt x="645" y="2362"/>
                    <a:pt x="1570" y="2446"/>
                  </a:cubicBezTo>
                  <a:cubicBezTo>
                    <a:pt x="1607" y="2449"/>
                    <a:pt x="1644" y="2451"/>
                    <a:pt x="1681" y="2451"/>
                  </a:cubicBezTo>
                  <a:cubicBezTo>
                    <a:pt x="2027" y="2451"/>
                    <a:pt x="2379" y="2309"/>
                    <a:pt x="2670" y="2084"/>
                  </a:cubicBezTo>
                  <a:lnTo>
                    <a:pt x="2670" y="2084"/>
                  </a:lnTo>
                  <a:cubicBezTo>
                    <a:pt x="2704" y="2069"/>
                    <a:pt x="2733" y="2045"/>
                    <a:pt x="2756" y="2014"/>
                  </a:cubicBezTo>
                  <a:lnTo>
                    <a:pt x="2756" y="2014"/>
                  </a:lnTo>
                  <a:cubicBezTo>
                    <a:pt x="3047" y="1763"/>
                    <a:pt x="3266" y="1427"/>
                    <a:pt x="3338" y="1075"/>
                  </a:cubicBezTo>
                  <a:cubicBezTo>
                    <a:pt x="3430" y="625"/>
                    <a:pt x="3204"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57"/>
            <p:cNvSpPr/>
            <p:nvPr/>
          </p:nvSpPr>
          <p:spPr>
            <a:xfrm>
              <a:off x="4482725" y="2500750"/>
              <a:ext cx="85725" cy="61275"/>
            </a:xfrm>
            <a:custGeom>
              <a:avLst/>
              <a:gdLst/>
              <a:ahLst/>
              <a:cxnLst/>
              <a:rect l="l" t="t" r="r" b="b"/>
              <a:pathLst>
                <a:path w="3429" h="2451" extrusionOk="0">
                  <a:moveTo>
                    <a:pt x="2756" y="400"/>
                  </a:moveTo>
                  <a:cubicBezTo>
                    <a:pt x="3004" y="400"/>
                    <a:pt x="3065" y="914"/>
                    <a:pt x="2992" y="1114"/>
                  </a:cubicBezTo>
                  <a:cubicBezTo>
                    <a:pt x="2945" y="1243"/>
                    <a:pt x="2834" y="1381"/>
                    <a:pt x="2756" y="1488"/>
                  </a:cubicBezTo>
                  <a:cubicBezTo>
                    <a:pt x="2719" y="1538"/>
                    <a:pt x="2681" y="1587"/>
                    <a:pt x="2641" y="1633"/>
                  </a:cubicBezTo>
                  <a:lnTo>
                    <a:pt x="2641" y="1633"/>
                  </a:lnTo>
                  <a:cubicBezTo>
                    <a:pt x="2417" y="1288"/>
                    <a:pt x="2236" y="708"/>
                    <a:pt x="2600" y="457"/>
                  </a:cubicBezTo>
                  <a:cubicBezTo>
                    <a:pt x="2658" y="417"/>
                    <a:pt x="2710" y="400"/>
                    <a:pt x="2756" y="400"/>
                  </a:cubicBezTo>
                  <a:close/>
                  <a:moveTo>
                    <a:pt x="2742" y="1"/>
                  </a:moveTo>
                  <a:cubicBezTo>
                    <a:pt x="2634" y="1"/>
                    <a:pt x="2512" y="35"/>
                    <a:pt x="2379" y="114"/>
                  </a:cubicBezTo>
                  <a:cubicBezTo>
                    <a:pt x="1798" y="461"/>
                    <a:pt x="2053" y="1393"/>
                    <a:pt x="2373" y="1887"/>
                  </a:cubicBezTo>
                  <a:lnTo>
                    <a:pt x="2373" y="1887"/>
                  </a:lnTo>
                  <a:cubicBezTo>
                    <a:pt x="2166" y="2044"/>
                    <a:pt x="1928" y="2138"/>
                    <a:pt x="1658" y="2138"/>
                  </a:cubicBezTo>
                  <a:cubicBezTo>
                    <a:pt x="1558" y="2138"/>
                    <a:pt x="1454" y="2125"/>
                    <a:pt x="1346" y="2098"/>
                  </a:cubicBezTo>
                  <a:cubicBezTo>
                    <a:pt x="692" y="1934"/>
                    <a:pt x="283" y="1369"/>
                    <a:pt x="288" y="701"/>
                  </a:cubicBezTo>
                  <a:cubicBezTo>
                    <a:pt x="288" y="629"/>
                    <a:pt x="235" y="593"/>
                    <a:pt x="181" y="593"/>
                  </a:cubicBezTo>
                  <a:cubicBezTo>
                    <a:pt x="126" y="593"/>
                    <a:pt x="70" y="630"/>
                    <a:pt x="65" y="701"/>
                  </a:cubicBezTo>
                  <a:cubicBezTo>
                    <a:pt x="0" y="1625"/>
                    <a:pt x="644" y="2362"/>
                    <a:pt x="1570" y="2446"/>
                  </a:cubicBezTo>
                  <a:cubicBezTo>
                    <a:pt x="1607" y="2449"/>
                    <a:pt x="1644" y="2451"/>
                    <a:pt x="1682" y="2451"/>
                  </a:cubicBezTo>
                  <a:cubicBezTo>
                    <a:pt x="2028" y="2451"/>
                    <a:pt x="2379" y="2308"/>
                    <a:pt x="2671" y="2083"/>
                  </a:cubicBezTo>
                  <a:lnTo>
                    <a:pt x="2671" y="2083"/>
                  </a:lnTo>
                  <a:cubicBezTo>
                    <a:pt x="2703" y="2069"/>
                    <a:pt x="2732" y="2045"/>
                    <a:pt x="2754" y="2015"/>
                  </a:cubicBezTo>
                  <a:lnTo>
                    <a:pt x="2754"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57"/>
            <p:cNvSpPr/>
            <p:nvPr/>
          </p:nvSpPr>
          <p:spPr>
            <a:xfrm>
              <a:off x="4533900" y="2500750"/>
              <a:ext cx="85725" cy="61275"/>
            </a:xfrm>
            <a:custGeom>
              <a:avLst/>
              <a:gdLst/>
              <a:ahLst/>
              <a:cxnLst/>
              <a:rect l="l" t="t" r="r" b="b"/>
              <a:pathLst>
                <a:path w="3429" h="2451" extrusionOk="0">
                  <a:moveTo>
                    <a:pt x="2756" y="400"/>
                  </a:moveTo>
                  <a:cubicBezTo>
                    <a:pt x="3004" y="400"/>
                    <a:pt x="3066" y="914"/>
                    <a:pt x="2992" y="1114"/>
                  </a:cubicBezTo>
                  <a:cubicBezTo>
                    <a:pt x="2945" y="1243"/>
                    <a:pt x="2835" y="1381"/>
                    <a:pt x="2757" y="1488"/>
                  </a:cubicBezTo>
                  <a:cubicBezTo>
                    <a:pt x="2720" y="1539"/>
                    <a:pt x="2682" y="1587"/>
                    <a:pt x="2642" y="1633"/>
                  </a:cubicBezTo>
                  <a:lnTo>
                    <a:pt x="2642" y="1633"/>
                  </a:lnTo>
                  <a:cubicBezTo>
                    <a:pt x="2418" y="1288"/>
                    <a:pt x="2236" y="708"/>
                    <a:pt x="2600" y="457"/>
                  </a:cubicBezTo>
                  <a:cubicBezTo>
                    <a:pt x="2658" y="417"/>
                    <a:pt x="2710" y="400"/>
                    <a:pt x="2756" y="400"/>
                  </a:cubicBezTo>
                  <a:close/>
                  <a:moveTo>
                    <a:pt x="2742" y="1"/>
                  </a:moveTo>
                  <a:cubicBezTo>
                    <a:pt x="2634" y="1"/>
                    <a:pt x="2513" y="35"/>
                    <a:pt x="2379" y="114"/>
                  </a:cubicBezTo>
                  <a:cubicBezTo>
                    <a:pt x="1798" y="461"/>
                    <a:pt x="2053" y="1392"/>
                    <a:pt x="2374" y="1887"/>
                  </a:cubicBezTo>
                  <a:lnTo>
                    <a:pt x="2374" y="1887"/>
                  </a:lnTo>
                  <a:cubicBezTo>
                    <a:pt x="2166" y="2044"/>
                    <a:pt x="1928" y="2138"/>
                    <a:pt x="1658" y="2138"/>
                  </a:cubicBezTo>
                  <a:cubicBezTo>
                    <a:pt x="1558" y="2138"/>
                    <a:pt x="1454" y="2125"/>
                    <a:pt x="1346" y="2098"/>
                  </a:cubicBezTo>
                  <a:cubicBezTo>
                    <a:pt x="692" y="1934"/>
                    <a:pt x="284" y="1369"/>
                    <a:pt x="288" y="701"/>
                  </a:cubicBezTo>
                  <a:cubicBezTo>
                    <a:pt x="289" y="629"/>
                    <a:pt x="236" y="593"/>
                    <a:pt x="182" y="593"/>
                  </a:cubicBezTo>
                  <a:cubicBezTo>
                    <a:pt x="127" y="593"/>
                    <a:pt x="70" y="630"/>
                    <a:pt x="65" y="701"/>
                  </a:cubicBezTo>
                  <a:cubicBezTo>
                    <a:pt x="0" y="1625"/>
                    <a:pt x="644" y="2362"/>
                    <a:pt x="1570" y="2446"/>
                  </a:cubicBezTo>
                  <a:cubicBezTo>
                    <a:pt x="1607" y="2449"/>
                    <a:pt x="1644" y="2451"/>
                    <a:pt x="1682" y="2451"/>
                  </a:cubicBezTo>
                  <a:cubicBezTo>
                    <a:pt x="2028" y="2451"/>
                    <a:pt x="2379" y="2309"/>
                    <a:pt x="2670" y="2083"/>
                  </a:cubicBezTo>
                  <a:lnTo>
                    <a:pt x="2670" y="2083"/>
                  </a:lnTo>
                  <a:cubicBezTo>
                    <a:pt x="2703" y="2069"/>
                    <a:pt x="2733" y="2045"/>
                    <a:pt x="2755" y="2015"/>
                  </a:cubicBezTo>
                  <a:lnTo>
                    <a:pt x="2755" y="2015"/>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57"/>
            <p:cNvSpPr/>
            <p:nvPr/>
          </p:nvSpPr>
          <p:spPr>
            <a:xfrm>
              <a:off x="4585100" y="2500750"/>
              <a:ext cx="85700" cy="61275"/>
            </a:xfrm>
            <a:custGeom>
              <a:avLst/>
              <a:gdLst/>
              <a:ahLst/>
              <a:cxnLst/>
              <a:rect l="l" t="t" r="r" b="b"/>
              <a:pathLst>
                <a:path w="3428" h="2451" extrusionOk="0">
                  <a:moveTo>
                    <a:pt x="2755"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5" y="708"/>
                    <a:pt x="2599" y="457"/>
                  </a:cubicBezTo>
                  <a:cubicBezTo>
                    <a:pt x="2657" y="417"/>
                    <a:pt x="2709" y="400"/>
                    <a:pt x="2755" y="400"/>
                  </a:cubicBezTo>
                  <a:close/>
                  <a:moveTo>
                    <a:pt x="2742" y="1"/>
                  </a:moveTo>
                  <a:cubicBezTo>
                    <a:pt x="2633" y="1"/>
                    <a:pt x="2512" y="35"/>
                    <a:pt x="2378" y="114"/>
                  </a:cubicBezTo>
                  <a:cubicBezTo>
                    <a:pt x="1797" y="461"/>
                    <a:pt x="2052" y="1392"/>
                    <a:pt x="2373" y="1887"/>
                  </a:cubicBezTo>
                  <a:lnTo>
                    <a:pt x="2373" y="1887"/>
                  </a:lnTo>
                  <a:cubicBezTo>
                    <a:pt x="2165" y="2044"/>
                    <a:pt x="1927" y="2138"/>
                    <a:pt x="1657" y="2138"/>
                  </a:cubicBezTo>
                  <a:cubicBezTo>
                    <a:pt x="1558" y="2138"/>
                    <a:pt x="1453" y="2125"/>
                    <a:pt x="1345" y="2098"/>
                  </a:cubicBezTo>
                  <a:cubicBezTo>
                    <a:pt x="691" y="1934"/>
                    <a:pt x="283" y="1369"/>
                    <a:pt x="287" y="701"/>
                  </a:cubicBezTo>
                  <a:cubicBezTo>
                    <a:pt x="288" y="629"/>
                    <a:pt x="235" y="593"/>
                    <a:pt x="181" y="593"/>
                  </a:cubicBezTo>
                  <a:cubicBezTo>
                    <a:pt x="126" y="593"/>
                    <a:pt x="70" y="630"/>
                    <a:pt x="64" y="701"/>
                  </a:cubicBezTo>
                  <a:cubicBezTo>
                    <a:pt x="0" y="1625"/>
                    <a:pt x="643" y="2362"/>
                    <a:pt x="1569" y="2446"/>
                  </a:cubicBezTo>
                  <a:cubicBezTo>
                    <a:pt x="1606" y="2449"/>
                    <a:pt x="1643" y="2451"/>
                    <a:pt x="1681" y="2451"/>
                  </a:cubicBezTo>
                  <a:cubicBezTo>
                    <a:pt x="2027" y="2451"/>
                    <a:pt x="2378" y="2309"/>
                    <a:pt x="2670" y="2083"/>
                  </a:cubicBezTo>
                  <a:lnTo>
                    <a:pt x="2670" y="2083"/>
                  </a:lnTo>
                  <a:cubicBezTo>
                    <a:pt x="2702" y="2069"/>
                    <a:pt x="2732" y="2045"/>
                    <a:pt x="2754" y="2015"/>
                  </a:cubicBezTo>
                  <a:lnTo>
                    <a:pt x="2754" y="2015"/>
                  </a:lnTo>
                  <a:cubicBezTo>
                    <a:pt x="3045" y="1763"/>
                    <a:pt x="3264" y="1427"/>
                    <a:pt x="3336" y="1075"/>
                  </a:cubicBezTo>
                  <a:cubicBezTo>
                    <a:pt x="3428"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57"/>
            <p:cNvSpPr/>
            <p:nvPr/>
          </p:nvSpPr>
          <p:spPr>
            <a:xfrm>
              <a:off x="4636275" y="2500750"/>
              <a:ext cx="85750" cy="61275"/>
            </a:xfrm>
            <a:custGeom>
              <a:avLst/>
              <a:gdLst/>
              <a:ahLst/>
              <a:cxnLst/>
              <a:rect l="l" t="t" r="r" b="b"/>
              <a:pathLst>
                <a:path w="3430" h="2451" extrusionOk="0">
                  <a:moveTo>
                    <a:pt x="2756"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6" y="708"/>
                    <a:pt x="2600" y="457"/>
                  </a:cubicBezTo>
                  <a:cubicBezTo>
                    <a:pt x="2658" y="417"/>
                    <a:pt x="2710" y="400"/>
                    <a:pt x="2756" y="400"/>
                  </a:cubicBezTo>
                  <a:close/>
                  <a:moveTo>
                    <a:pt x="2742" y="1"/>
                  </a:moveTo>
                  <a:cubicBezTo>
                    <a:pt x="2634" y="1"/>
                    <a:pt x="2513" y="35"/>
                    <a:pt x="2380" y="114"/>
                  </a:cubicBezTo>
                  <a:cubicBezTo>
                    <a:pt x="1797" y="461"/>
                    <a:pt x="2052" y="1393"/>
                    <a:pt x="2373" y="1887"/>
                  </a:cubicBezTo>
                  <a:lnTo>
                    <a:pt x="2373" y="1887"/>
                  </a:lnTo>
                  <a:cubicBezTo>
                    <a:pt x="2165"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4" y="701"/>
                  </a:cubicBezTo>
                  <a:cubicBezTo>
                    <a:pt x="0" y="1625"/>
                    <a:pt x="644" y="2362"/>
                    <a:pt x="1569" y="2446"/>
                  </a:cubicBezTo>
                  <a:cubicBezTo>
                    <a:pt x="1606" y="2449"/>
                    <a:pt x="1644" y="2451"/>
                    <a:pt x="1681" y="2451"/>
                  </a:cubicBezTo>
                  <a:cubicBezTo>
                    <a:pt x="2027" y="2451"/>
                    <a:pt x="2378" y="2309"/>
                    <a:pt x="2670" y="2084"/>
                  </a:cubicBezTo>
                  <a:lnTo>
                    <a:pt x="2670" y="2084"/>
                  </a:lnTo>
                  <a:cubicBezTo>
                    <a:pt x="2703" y="2069"/>
                    <a:pt x="2733" y="2045"/>
                    <a:pt x="2755" y="2014"/>
                  </a:cubicBezTo>
                  <a:lnTo>
                    <a:pt x="2755" y="2014"/>
                  </a:lnTo>
                  <a:cubicBezTo>
                    <a:pt x="3047" y="1763"/>
                    <a:pt x="3266" y="1427"/>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57"/>
            <p:cNvSpPr/>
            <p:nvPr/>
          </p:nvSpPr>
          <p:spPr>
            <a:xfrm>
              <a:off x="4687450" y="2500750"/>
              <a:ext cx="85750" cy="61275"/>
            </a:xfrm>
            <a:custGeom>
              <a:avLst/>
              <a:gdLst/>
              <a:ahLst/>
              <a:cxnLst/>
              <a:rect l="l" t="t" r="r" b="b"/>
              <a:pathLst>
                <a:path w="3430" h="2451" extrusionOk="0">
                  <a:moveTo>
                    <a:pt x="2756" y="400"/>
                  </a:moveTo>
                  <a:cubicBezTo>
                    <a:pt x="3003" y="400"/>
                    <a:pt x="3066" y="914"/>
                    <a:pt x="2992" y="1114"/>
                  </a:cubicBezTo>
                  <a:cubicBezTo>
                    <a:pt x="2945" y="1243"/>
                    <a:pt x="2835" y="1381"/>
                    <a:pt x="2756" y="1488"/>
                  </a:cubicBezTo>
                  <a:cubicBezTo>
                    <a:pt x="2720" y="1538"/>
                    <a:pt x="2681" y="1587"/>
                    <a:pt x="2642" y="1633"/>
                  </a:cubicBezTo>
                  <a:lnTo>
                    <a:pt x="2642" y="1633"/>
                  </a:lnTo>
                  <a:cubicBezTo>
                    <a:pt x="2417" y="1288"/>
                    <a:pt x="2237" y="708"/>
                    <a:pt x="2600" y="457"/>
                  </a:cubicBezTo>
                  <a:cubicBezTo>
                    <a:pt x="2659" y="417"/>
                    <a:pt x="2710" y="400"/>
                    <a:pt x="2756" y="400"/>
                  </a:cubicBezTo>
                  <a:close/>
                  <a:moveTo>
                    <a:pt x="2743" y="1"/>
                  </a:moveTo>
                  <a:cubicBezTo>
                    <a:pt x="2634" y="1"/>
                    <a:pt x="2513" y="35"/>
                    <a:pt x="2380" y="114"/>
                  </a:cubicBezTo>
                  <a:cubicBezTo>
                    <a:pt x="1797" y="461"/>
                    <a:pt x="2053" y="1393"/>
                    <a:pt x="2374" y="1887"/>
                  </a:cubicBezTo>
                  <a:lnTo>
                    <a:pt x="2374" y="1887"/>
                  </a:lnTo>
                  <a:cubicBezTo>
                    <a:pt x="2166"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6" y="701"/>
                  </a:cubicBezTo>
                  <a:cubicBezTo>
                    <a:pt x="1" y="1625"/>
                    <a:pt x="644" y="2362"/>
                    <a:pt x="1569" y="2446"/>
                  </a:cubicBezTo>
                  <a:cubicBezTo>
                    <a:pt x="1606" y="2449"/>
                    <a:pt x="1644" y="2451"/>
                    <a:pt x="1681" y="2451"/>
                  </a:cubicBezTo>
                  <a:cubicBezTo>
                    <a:pt x="2027" y="2451"/>
                    <a:pt x="2378" y="2309"/>
                    <a:pt x="2670" y="2084"/>
                  </a:cubicBezTo>
                  <a:lnTo>
                    <a:pt x="2670" y="2084"/>
                  </a:lnTo>
                  <a:cubicBezTo>
                    <a:pt x="2703" y="2069"/>
                    <a:pt x="2733" y="2045"/>
                    <a:pt x="2756" y="2014"/>
                  </a:cubicBezTo>
                  <a:lnTo>
                    <a:pt x="2756" y="2014"/>
                  </a:lnTo>
                  <a:cubicBezTo>
                    <a:pt x="3047" y="1762"/>
                    <a:pt x="3266" y="1427"/>
                    <a:pt x="3338" y="1075"/>
                  </a:cubicBezTo>
                  <a:cubicBezTo>
                    <a:pt x="3429" y="625"/>
                    <a:pt x="3203"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57"/>
            <p:cNvSpPr/>
            <p:nvPr/>
          </p:nvSpPr>
          <p:spPr>
            <a:xfrm>
              <a:off x="4738625"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4"/>
                  </a:cubicBezTo>
                  <a:lnTo>
                    <a:pt x="2642" y="1634"/>
                  </a:lnTo>
                  <a:cubicBezTo>
                    <a:pt x="2418" y="1289"/>
                    <a:pt x="2237" y="708"/>
                    <a:pt x="2600" y="457"/>
                  </a:cubicBezTo>
                  <a:cubicBezTo>
                    <a:pt x="2659" y="417"/>
                    <a:pt x="2711" y="400"/>
                    <a:pt x="2756" y="400"/>
                  </a:cubicBezTo>
                  <a:close/>
                  <a:moveTo>
                    <a:pt x="2743" y="1"/>
                  </a:moveTo>
                  <a:cubicBezTo>
                    <a:pt x="2634" y="1"/>
                    <a:pt x="2513" y="35"/>
                    <a:pt x="2380" y="114"/>
                  </a:cubicBezTo>
                  <a:cubicBezTo>
                    <a:pt x="1798" y="461"/>
                    <a:pt x="2054" y="1393"/>
                    <a:pt x="2374" y="1887"/>
                  </a:cubicBezTo>
                  <a:lnTo>
                    <a:pt x="2374" y="1887"/>
                  </a:lnTo>
                  <a:cubicBezTo>
                    <a:pt x="2166" y="2044"/>
                    <a:pt x="1928" y="2138"/>
                    <a:pt x="1659" y="2138"/>
                  </a:cubicBezTo>
                  <a:cubicBezTo>
                    <a:pt x="1559" y="2138"/>
                    <a:pt x="1455" y="2125"/>
                    <a:pt x="1347" y="2098"/>
                  </a:cubicBezTo>
                  <a:cubicBezTo>
                    <a:pt x="693" y="1934"/>
                    <a:pt x="285" y="1369"/>
                    <a:pt x="289" y="701"/>
                  </a:cubicBezTo>
                  <a:cubicBezTo>
                    <a:pt x="289" y="629"/>
                    <a:pt x="236" y="593"/>
                    <a:pt x="182" y="593"/>
                  </a:cubicBezTo>
                  <a:cubicBezTo>
                    <a:pt x="127" y="593"/>
                    <a:pt x="71" y="630"/>
                    <a:pt x="66" y="701"/>
                  </a:cubicBezTo>
                  <a:cubicBezTo>
                    <a:pt x="1"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6" y="1428"/>
                    <a:pt x="3338" y="1075"/>
                  </a:cubicBezTo>
                  <a:cubicBezTo>
                    <a:pt x="3429" y="625"/>
                    <a:pt x="3203"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57"/>
            <p:cNvSpPr/>
            <p:nvPr/>
          </p:nvSpPr>
          <p:spPr>
            <a:xfrm>
              <a:off x="4789825" y="2500750"/>
              <a:ext cx="85725" cy="61275"/>
            </a:xfrm>
            <a:custGeom>
              <a:avLst/>
              <a:gdLst/>
              <a:ahLst/>
              <a:cxnLst/>
              <a:rect l="l" t="t" r="r" b="b"/>
              <a:pathLst>
                <a:path w="3429" h="2451" extrusionOk="0">
                  <a:moveTo>
                    <a:pt x="2756" y="400"/>
                  </a:moveTo>
                  <a:cubicBezTo>
                    <a:pt x="3003" y="400"/>
                    <a:pt x="3065" y="914"/>
                    <a:pt x="2991" y="1114"/>
                  </a:cubicBezTo>
                  <a:cubicBezTo>
                    <a:pt x="2945" y="1243"/>
                    <a:pt x="2835" y="1381"/>
                    <a:pt x="2757" y="1488"/>
                  </a:cubicBezTo>
                  <a:cubicBezTo>
                    <a:pt x="2720" y="1539"/>
                    <a:pt x="2681" y="1587"/>
                    <a:pt x="2641" y="1633"/>
                  </a:cubicBezTo>
                  <a:lnTo>
                    <a:pt x="2641" y="1633"/>
                  </a:lnTo>
                  <a:cubicBezTo>
                    <a:pt x="2418" y="1288"/>
                    <a:pt x="2236" y="708"/>
                    <a:pt x="2599" y="457"/>
                  </a:cubicBezTo>
                  <a:cubicBezTo>
                    <a:pt x="2658" y="417"/>
                    <a:pt x="2710" y="400"/>
                    <a:pt x="2756" y="400"/>
                  </a:cubicBezTo>
                  <a:close/>
                  <a:moveTo>
                    <a:pt x="2742" y="1"/>
                  </a:moveTo>
                  <a:cubicBezTo>
                    <a:pt x="2634" y="1"/>
                    <a:pt x="2512" y="35"/>
                    <a:pt x="2379" y="114"/>
                  </a:cubicBezTo>
                  <a:cubicBezTo>
                    <a:pt x="1797" y="461"/>
                    <a:pt x="2052" y="1392"/>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1" y="593"/>
                  </a:cubicBezTo>
                  <a:cubicBezTo>
                    <a:pt x="127" y="593"/>
                    <a:pt x="70" y="630"/>
                    <a:pt x="65" y="701"/>
                  </a:cubicBezTo>
                  <a:cubicBezTo>
                    <a:pt x="1" y="1625"/>
                    <a:pt x="643" y="2362"/>
                    <a:pt x="1570" y="2446"/>
                  </a:cubicBezTo>
                  <a:cubicBezTo>
                    <a:pt x="1607" y="2449"/>
                    <a:pt x="1644" y="2451"/>
                    <a:pt x="1681" y="2451"/>
                  </a:cubicBezTo>
                  <a:cubicBezTo>
                    <a:pt x="2027" y="2451"/>
                    <a:pt x="2379" y="2308"/>
                    <a:pt x="2671" y="2083"/>
                  </a:cubicBezTo>
                  <a:lnTo>
                    <a:pt x="2671" y="2083"/>
                  </a:lnTo>
                  <a:cubicBezTo>
                    <a:pt x="2703" y="2069"/>
                    <a:pt x="2732" y="2045"/>
                    <a:pt x="2753" y="2016"/>
                  </a:cubicBezTo>
                  <a:lnTo>
                    <a:pt x="2753" y="2016"/>
                  </a:lnTo>
                  <a:cubicBezTo>
                    <a:pt x="3046" y="1764"/>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57"/>
            <p:cNvSpPr/>
            <p:nvPr/>
          </p:nvSpPr>
          <p:spPr>
            <a:xfrm>
              <a:off x="4841025" y="2500750"/>
              <a:ext cx="85700" cy="61275"/>
            </a:xfrm>
            <a:custGeom>
              <a:avLst/>
              <a:gdLst/>
              <a:ahLst/>
              <a:cxnLst/>
              <a:rect l="l" t="t" r="r" b="b"/>
              <a:pathLst>
                <a:path w="3428" h="2451" extrusionOk="0">
                  <a:moveTo>
                    <a:pt x="2755" y="400"/>
                  </a:moveTo>
                  <a:cubicBezTo>
                    <a:pt x="3002" y="400"/>
                    <a:pt x="3064" y="914"/>
                    <a:pt x="2990" y="1114"/>
                  </a:cubicBezTo>
                  <a:cubicBezTo>
                    <a:pt x="2944" y="1243"/>
                    <a:pt x="2834" y="1381"/>
                    <a:pt x="2756" y="1488"/>
                  </a:cubicBezTo>
                  <a:cubicBezTo>
                    <a:pt x="2719" y="1539"/>
                    <a:pt x="2680" y="1587"/>
                    <a:pt x="2640" y="1633"/>
                  </a:cubicBezTo>
                  <a:lnTo>
                    <a:pt x="2640" y="1633"/>
                  </a:lnTo>
                  <a:cubicBezTo>
                    <a:pt x="2417" y="1288"/>
                    <a:pt x="2235" y="708"/>
                    <a:pt x="2598" y="457"/>
                  </a:cubicBezTo>
                  <a:cubicBezTo>
                    <a:pt x="2657" y="417"/>
                    <a:pt x="2709" y="400"/>
                    <a:pt x="2755" y="400"/>
                  </a:cubicBezTo>
                  <a:close/>
                  <a:moveTo>
                    <a:pt x="2741" y="1"/>
                  </a:moveTo>
                  <a:cubicBezTo>
                    <a:pt x="2633" y="1"/>
                    <a:pt x="2511" y="35"/>
                    <a:pt x="2378" y="114"/>
                  </a:cubicBezTo>
                  <a:cubicBezTo>
                    <a:pt x="1796" y="461"/>
                    <a:pt x="2052" y="1392"/>
                    <a:pt x="2373" y="1887"/>
                  </a:cubicBezTo>
                  <a:lnTo>
                    <a:pt x="2373" y="1887"/>
                  </a:lnTo>
                  <a:cubicBezTo>
                    <a:pt x="2165" y="2044"/>
                    <a:pt x="1927" y="2138"/>
                    <a:pt x="1657" y="2138"/>
                  </a:cubicBezTo>
                  <a:cubicBezTo>
                    <a:pt x="1557" y="2138"/>
                    <a:pt x="1453" y="2125"/>
                    <a:pt x="1345" y="2098"/>
                  </a:cubicBezTo>
                  <a:cubicBezTo>
                    <a:pt x="691" y="1934"/>
                    <a:pt x="283" y="1369"/>
                    <a:pt x="287" y="701"/>
                  </a:cubicBezTo>
                  <a:cubicBezTo>
                    <a:pt x="287" y="629"/>
                    <a:pt x="235" y="593"/>
                    <a:pt x="180" y="593"/>
                  </a:cubicBezTo>
                  <a:cubicBezTo>
                    <a:pt x="126" y="593"/>
                    <a:pt x="69" y="630"/>
                    <a:pt x="64" y="701"/>
                  </a:cubicBezTo>
                  <a:cubicBezTo>
                    <a:pt x="0" y="1625"/>
                    <a:pt x="644" y="2362"/>
                    <a:pt x="1569" y="2446"/>
                  </a:cubicBezTo>
                  <a:cubicBezTo>
                    <a:pt x="1606" y="2449"/>
                    <a:pt x="1643" y="2451"/>
                    <a:pt x="1680" y="2451"/>
                  </a:cubicBezTo>
                  <a:cubicBezTo>
                    <a:pt x="2026" y="2451"/>
                    <a:pt x="2378" y="2309"/>
                    <a:pt x="2669" y="2084"/>
                  </a:cubicBezTo>
                  <a:lnTo>
                    <a:pt x="2669" y="2084"/>
                  </a:lnTo>
                  <a:cubicBezTo>
                    <a:pt x="2703" y="2069"/>
                    <a:pt x="2733" y="2045"/>
                    <a:pt x="2755" y="2014"/>
                  </a:cubicBezTo>
                  <a:lnTo>
                    <a:pt x="2755" y="2014"/>
                  </a:lnTo>
                  <a:cubicBezTo>
                    <a:pt x="3046" y="1762"/>
                    <a:pt x="3265" y="1427"/>
                    <a:pt x="3336" y="1075"/>
                  </a:cubicBezTo>
                  <a:cubicBezTo>
                    <a:pt x="3428" y="625"/>
                    <a:pt x="3202"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57"/>
            <p:cNvSpPr/>
            <p:nvPr/>
          </p:nvSpPr>
          <p:spPr>
            <a:xfrm>
              <a:off x="4892200" y="2500750"/>
              <a:ext cx="85725" cy="61275"/>
            </a:xfrm>
            <a:custGeom>
              <a:avLst/>
              <a:gdLst/>
              <a:ahLst/>
              <a:cxnLst/>
              <a:rect l="l" t="t" r="r" b="b"/>
              <a:pathLst>
                <a:path w="3429" h="2451" extrusionOk="0">
                  <a:moveTo>
                    <a:pt x="2755" y="400"/>
                  </a:moveTo>
                  <a:cubicBezTo>
                    <a:pt x="3002" y="400"/>
                    <a:pt x="3064" y="914"/>
                    <a:pt x="2992" y="1114"/>
                  </a:cubicBezTo>
                  <a:cubicBezTo>
                    <a:pt x="2944" y="1243"/>
                    <a:pt x="2834" y="1381"/>
                    <a:pt x="2756" y="1488"/>
                  </a:cubicBezTo>
                  <a:cubicBezTo>
                    <a:pt x="2719" y="1539"/>
                    <a:pt x="2681" y="1587"/>
                    <a:pt x="2641" y="1633"/>
                  </a:cubicBezTo>
                  <a:lnTo>
                    <a:pt x="2641" y="1633"/>
                  </a:lnTo>
                  <a:cubicBezTo>
                    <a:pt x="2417" y="1288"/>
                    <a:pt x="2236" y="708"/>
                    <a:pt x="2600" y="457"/>
                  </a:cubicBezTo>
                  <a:cubicBezTo>
                    <a:pt x="2658" y="417"/>
                    <a:pt x="2710" y="400"/>
                    <a:pt x="2755" y="400"/>
                  </a:cubicBezTo>
                  <a:close/>
                  <a:moveTo>
                    <a:pt x="2742" y="1"/>
                  </a:moveTo>
                  <a:cubicBezTo>
                    <a:pt x="2634" y="1"/>
                    <a:pt x="2513" y="35"/>
                    <a:pt x="2379" y="114"/>
                  </a:cubicBezTo>
                  <a:cubicBezTo>
                    <a:pt x="1797" y="461"/>
                    <a:pt x="2053" y="1393"/>
                    <a:pt x="2373" y="1887"/>
                  </a:cubicBezTo>
                  <a:lnTo>
                    <a:pt x="2373" y="1887"/>
                  </a:lnTo>
                  <a:cubicBezTo>
                    <a:pt x="2165" y="2044"/>
                    <a:pt x="1927" y="2138"/>
                    <a:pt x="1657" y="2138"/>
                  </a:cubicBezTo>
                  <a:cubicBezTo>
                    <a:pt x="1557" y="2138"/>
                    <a:pt x="1453" y="2125"/>
                    <a:pt x="1345" y="2098"/>
                  </a:cubicBezTo>
                  <a:cubicBezTo>
                    <a:pt x="691" y="1934"/>
                    <a:pt x="283" y="1369"/>
                    <a:pt x="287" y="701"/>
                  </a:cubicBezTo>
                  <a:cubicBezTo>
                    <a:pt x="287" y="629"/>
                    <a:pt x="235" y="593"/>
                    <a:pt x="181" y="593"/>
                  </a:cubicBezTo>
                  <a:cubicBezTo>
                    <a:pt x="126" y="593"/>
                    <a:pt x="70" y="630"/>
                    <a:pt x="65" y="701"/>
                  </a:cubicBezTo>
                  <a:cubicBezTo>
                    <a:pt x="0" y="1625"/>
                    <a:pt x="644" y="2362"/>
                    <a:pt x="1569" y="2446"/>
                  </a:cubicBezTo>
                  <a:cubicBezTo>
                    <a:pt x="1606" y="2449"/>
                    <a:pt x="1643" y="2451"/>
                    <a:pt x="1680" y="2451"/>
                  </a:cubicBezTo>
                  <a:cubicBezTo>
                    <a:pt x="2026" y="2451"/>
                    <a:pt x="2378" y="2309"/>
                    <a:pt x="2669" y="2084"/>
                  </a:cubicBezTo>
                  <a:lnTo>
                    <a:pt x="2669" y="2084"/>
                  </a:lnTo>
                  <a:cubicBezTo>
                    <a:pt x="2703" y="2069"/>
                    <a:pt x="2733" y="2045"/>
                    <a:pt x="2755" y="2014"/>
                  </a:cubicBezTo>
                  <a:lnTo>
                    <a:pt x="2755" y="2014"/>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57"/>
            <p:cNvSpPr/>
            <p:nvPr/>
          </p:nvSpPr>
          <p:spPr>
            <a:xfrm>
              <a:off x="4943375" y="2500750"/>
              <a:ext cx="85725" cy="61275"/>
            </a:xfrm>
            <a:custGeom>
              <a:avLst/>
              <a:gdLst/>
              <a:ahLst/>
              <a:cxnLst/>
              <a:rect l="l" t="t" r="r" b="b"/>
              <a:pathLst>
                <a:path w="3429" h="2451" extrusionOk="0">
                  <a:moveTo>
                    <a:pt x="2756" y="400"/>
                  </a:moveTo>
                  <a:cubicBezTo>
                    <a:pt x="3004" y="400"/>
                    <a:pt x="3066" y="914"/>
                    <a:pt x="2992" y="1114"/>
                  </a:cubicBezTo>
                  <a:cubicBezTo>
                    <a:pt x="2945" y="1243"/>
                    <a:pt x="2834" y="1381"/>
                    <a:pt x="2756" y="1488"/>
                  </a:cubicBezTo>
                  <a:cubicBezTo>
                    <a:pt x="2719" y="1538"/>
                    <a:pt x="2681" y="1587"/>
                    <a:pt x="2641" y="1633"/>
                  </a:cubicBezTo>
                  <a:lnTo>
                    <a:pt x="2641" y="1633"/>
                  </a:lnTo>
                  <a:cubicBezTo>
                    <a:pt x="2417" y="1288"/>
                    <a:pt x="2237" y="708"/>
                    <a:pt x="2600" y="457"/>
                  </a:cubicBezTo>
                  <a:cubicBezTo>
                    <a:pt x="2658" y="417"/>
                    <a:pt x="2710" y="400"/>
                    <a:pt x="2756" y="400"/>
                  </a:cubicBezTo>
                  <a:close/>
                  <a:moveTo>
                    <a:pt x="2742" y="1"/>
                  </a:moveTo>
                  <a:cubicBezTo>
                    <a:pt x="2634" y="1"/>
                    <a:pt x="2513" y="35"/>
                    <a:pt x="2379" y="114"/>
                  </a:cubicBezTo>
                  <a:cubicBezTo>
                    <a:pt x="1798" y="461"/>
                    <a:pt x="2053" y="1393"/>
                    <a:pt x="2373" y="1887"/>
                  </a:cubicBezTo>
                  <a:lnTo>
                    <a:pt x="2373" y="1887"/>
                  </a:lnTo>
                  <a:cubicBezTo>
                    <a:pt x="2166" y="2044"/>
                    <a:pt x="1927" y="2138"/>
                    <a:pt x="1658" y="2138"/>
                  </a:cubicBezTo>
                  <a:cubicBezTo>
                    <a:pt x="1558" y="2138"/>
                    <a:pt x="1454" y="2125"/>
                    <a:pt x="1346" y="2098"/>
                  </a:cubicBezTo>
                  <a:cubicBezTo>
                    <a:pt x="692" y="1934"/>
                    <a:pt x="283" y="1369"/>
                    <a:pt x="288" y="701"/>
                  </a:cubicBezTo>
                  <a:cubicBezTo>
                    <a:pt x="288" y="629"/>
                    <a:pt x="235" y="593"/>
                    <a:pt x="181" y="593"/>
                  </a:cubicBezTo>
                  <a:cubicBezTo>
                    <a:pt x="126" y="593"/>
                    <a:pt x="70" y="630"/>
                    <a:pt x="65" y="701"/>
                  </a:cubicBezTo>
                  <a:cubicBezTo>
                    <a:pt x="0" y="1625"/>
                    <a:pt x="644" y="2362"/>
                    <a:pt x="1570" y="2446"/>
                  </a:cubicBezTo>
                  <a:cubicBezTo>
                    <a:pt x="1607" y="2449"/>
                    <a:pt x="1644" y="2451"/>
                    <a:pt x="1682" y="2451"/>
                  </a:cubicBezTo>
                  <a:cubicBezTo>
                    <a:pt x="2028" y="2451"/>
                    <a:pt x="2379" y="2308"/>
                    <a:pt x="2671" y="2083"/>
                  </a:cubicBezTo>
                  <a:lnTo>
                    <a:pt x="2671" y="2083"/>
                  </a:lnTo>
                  <a:cubicBezTo>
                    <a:pt x="2703" y="2069"/>
                    <a:pt x="2733" y="2045"/>
                    <a:pt x="2754" y="2015"/>
                  </a:cubicBezTo>
                  <a:lnTo>
                    <a:pt x="2754"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57"/>
            <p:cNvSpPr/>
            <p:nvPr/>
          </p:nvSpPr>
          <p:spPr>
            <a:xfrm>
              <a:off x="4994550"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7" y="1488"/>
                  </a:cubicBezTo>
                  <a:cubicBezTo>
                    <a:pt x="2720" y="1539"/>
                    <a:pt x="2682" y="1587"/>
                    <a:pt x="2642" y="1633"/>
                  </a:cubicBezTo>
                  <a:lnTo>
                    <a:pt x="2642" y="1633"/>
                  </a:lnTo>
                  <a:cubicBezTo>
                    <a:pt x="2418" y="1288"/>
                    <a:pt x="2236" y="708"/>
                    <a:pt x="2600" y="457"/>
                  </a:cubicBezTo>
                  <a:cubicBezTo>
                    <a:pt x="2658" y="417"/>
                    <a:pt x="2710" y="400"/>
                    <a:pt x="2756" y="400"/>
                  </a:cubicBezTo>
                  <a:close/>
                  <a:moveTo>
                    <a:pt x="2742" y="1"/>
                  </a:moveTo>
                  <a:cubicBezTo>
                    <a:pt x="2634" y="1"/>
                    <a:pt x="2513" y="35"/>
                    <a:pt x="2380" y="114"/>
                  </a:cubicBezTo>
                  <a:cubicBezTo>
                    <a:pt x="1798" y="461"/>
                    <a:pt x="2053" y="1392"/>
                    <a:pt x="2374" y="1887"/>
                  </a:cubicBezTo>
                  <a:lnTo>
                    <a:pt x="2374" y="1887"/>
                  </a:lnTo>
                  <a:cubicBezTo>
                    <a:pt x="2166" y="2044"/>
                    <a:pt x="1928" y="2138"/>
                    <a:pt x="1658" y="2138"/>
                  </a:cubicBezTo>
                  <a:cubicBezTo>
                    <a:pt x="1559" y="2138"/>
                    <a:pt x="1455" y="2125"/>
                    <a:pt x="1346" y="2098"/>
                  </a:cubicBezTo>
                  <a:cubicBezTo>
                    <a:pt x="692" y="1934"/>
                    <a:pt x="284" y="1369"/>
                    <a:pt x="288" y="701"/>
                  </a:cubicBezTo>
                  <a:cubicBezTo>
                    <a:pt x="288" y="629"/>
                    <a:pt x="236" y="593"/>
                    <a:pt x="181" y="593"/>
                  </a:cubicBezTo>
                  <a:cubicBezTo>
                    <a:pt x="127" y="593"/>
                    <a:pt x="71" y="630"/>
                    <a:pt x="65" y="701"/>
                  </a:cubicBezTo>
                  <a:cubicBezTo>
                    <a:pt x="0" y="1625"/>
                    <a:pt x="644" y="2362"/>
                    <a:pt x="1570" y="2446"/>
                  </a:cubicBezTo>
                  <a:cubicBezTo>
                    <a:pt x="1607" y="2449"/>
                    <a:pt x="1645" y="2451"/>
                    <a:pt x="1682" y="2451"/>
                  </a:cubicBezTo>
                  <a:cubicBezTo>
                    <a:pt x="2028" y="2451"/>
                    <a:pt x="2379" y="2309"/>
                    <a:pt x="2671" y="2083"/>
                  </a:cubicBezTo>
                  <a:lnTo>
                    <a:pt x="2671" y="2083"/>
                  </a:lnTo>
                  <a:cubicBezTo>
                    <a:pt x="2703" y="2069"/>
                    <a:pt x="2733" y="2045"/>
                    <a:pt x="2755" y="2015"/>
                  </a:cubicBezTo>
                  <a:lnTo>
                    <a:pt x="2755" y="2015"/>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57"/>
            <p:cNvSpPr/>
            <p:nvPr/>
          </p:nvSpPr>
          <p:spPr>
            <a:xfrm>
              <a:off x="5045750" y="2500750"/>
              <a:ext cx="85725" cy="61275"/>
            </a:xfrm>
            <a:custGeom>
              <a:avLst/>
              <a:gdLst/>
              <a:ahLst/>
              <a:cxnLst/>
              <a:rect l="l" t="t" r="r" b="b"/>
              <a:pathLst>
                <a:path w="3429" h="2451" extrusionOk="0">
                  <a:moveTo>
                    <a:pt x="2755"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5" y="708"/>
                    <a:pt x="2599" y="457"/>
                  </a:cubicBezTo>
                  <a:cubicBezTo>
                    <a:pt x="2657" y="417"/>
                    <a:pt x="2709" y="400"/>
                    <a:pt x="2755" y="400"/>
                  </a:cubicBezTo>
                  <a:close/>
                  <a:moveTo>
                    <a:pt x="2742" y="1"/>
                  </a:moveTo>
                  <a:cubicBezTo>
                    <a:pt x="2633" y="1"/>
                    <a:pt x="2512" y="35"/>
                    <a:pt x="2379" y="114"/>
                  </a:cubicBezTo>
                  <a:cubicBezTo>
                    <a:pt x="1797" y="461"/>
                    <a:pt x="2052" y="1392"/>
                    <a:pt x="2374" y="1887"/>
                  </a:cubicBezTo>
                  <a:lnTo>
                    <a:pt x="2374" y="1887"/>
                  </a:lnTo>
                  <a:cubicBezTo>
                    <a:pt x="2165"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4" y="701"/>
                  </a:cubicBezTo>
                  <a:cubicBezTo>
                    <a:pt x="1" y="1625"/>
                    <a:pt x="644" y="2362"/>
                    <a:pt x="1569" y="2446"/>
                  </a:cubicBezTo>
                  <a:cubicBezTo>
                    <a:pt x="1606" y="2449"/>
                    <a:pt x="1644" y="2451"/>
                    <a:pt x="1681" y="2451"/>
                  </a:cubicBezTo>
                  <a:cubicBezTo>
                    <a:pt x="2027" y="2451"/>
                    <a:pt x="2378" y="2309"/>
                    <a:pt x="2670" y="2084"/>
                  </a:cubicBezTo>
                  <a:lnTo>
                    <a:pt x="2670" y="2084"/>
                  </a:lnTo>
                  <a:cubicBezTo>
                    <a:pt x="2703" y="2069"/>
                    <a:pt x="2733" y="2045"/>
                    <a:pt x="2755" y="2014"/>
                  </a:cubicBezTo>
                  <a:lnTo>
                    <a:pt x="2755" y="2014"/>
                  </a:lnTo>
                  <a:cubicBezTo>
                    <a:pt x="3047" y="1763"/>
                    <a:pt x="3266" y="1427"/>
                    <a:pt x="3338" y="1075"/>
                  </a:cubicBezTo>
                  <a:cubicBezTo>
                    <a:pt x="3428"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57"/>
            <p:cNvSpPr/>
            <p:nvPr/>
          </p:nvSpPr>
          <p:spPr>
            <a:xfrm>
              <a:off x="4173275" y="2501025"/>
              <a:ext cx="91100" cy="60750"/>
            </a:xfrm>
            <a:custGeom>
              <a:avLst/>
              <a:gdLst/>
              <a:ahLst/>
              <a:cxnLst/>
              <a:rect l="l" t="t" r="r" b="b"/>
              <a:pathLst>
                <a:path w="3644" h="2430" extrusionOk="0">
                  <a:moveTo>
                    <a:pt x="2911" y="376"/>
                  </a:moveTo>
                  <a:cubicBezTo>
                    <a:pt x="3356" y="376"/>
                    <a:pt x="3169" y="1059"/>
                    <a:pt x="3089" y="1225"/>
                  </a:cubicBezTo>
                  <a:cubicBezTo>
                    <a:pt x="3023" y="1361"/>
                    <a:pt x="2923" y="1500"/>
                    <a:pt x="2817" y="1621"/>
                  </a:cubicBezTo>
                  <a:lnTo>
                    <a:pt x="2817" y="1621"/>
                  </a:lnTo>
                  <a:cubicBezTo>
                    <a:pt x="2602" y="1242"/>
                    <a:pt x="2342" y="418"/>
                    <a:pt x="2875" y="377"/>
                  </a:cubicBezTo>
                  <a:cubicBezTo>
                    <a:pt x="2888" y="376"/>
                    <a:pt x="2900" y="376"/>
                    <a:pt x="2911" y="376"/>
                  </a:cubicBezTo>
                  <a:close/>
                  <a:moveTo>
                    <a:pt x="2918" y="0"/>
                  </a:moveTo>
                  <a:cubicBezTo>
                    <a:pt x="2819" y="0"/>
                    <a:pt x="2709" y="26"/>
                    <a:pt x="2587" y="85"/>
                  </a:cubicBezTo>
                  <a:cubicBezTo>
                    <a:pt x="1953" y="393"/>
                    <a:pt x="2218" y="1377"/>
                    <a:pt x="2544" y="1881"/>
                  </a:cubicBezTo>
                  <a:lnTo>
                    <a:pt x="2544" y="1881"/>
                  </a:lnTo>
                  <a:cubicBezTo>
                    <a:pt x="2323" y="2045"/>
                    <a:pt x="2069" y="2125"/>
                    <a:pt x="1813" y="2125"/>
                  </a:cubicBezTo>
                  <a:cubicBezTo>
                    <a:pt x="1505" y="2125"/>
                    <a:pt x="1194" y="2010"/>
                    <a:pt x="934" y="1788"/>
                  </a:cubicBezTo>
                  <a:cubicBezTo>
                    <a:pt x="418" y="1350"/>
                    <a:pt x="419" y="741"/>
                    <a:pt x="432" y="119"/>
                  </a:cubicBezTo>
                  <a:cubicBezTo>
                    <a:pt x="433" y="89"/>
                    <a:pt x="412" y="74"/>
                    <a:pt x="389" y="74"/>
                  </a:cubicBezTo>
                  <a:cubicBezTo>
                    <a:pt x="370" y="74"/>
                    <a:pt x="350" y="85"/>
                    <a:pt x="342" y="106"/>
                  </a:cubicBezTo>
                  <a:cubicBezTo>
                    <a:pt x="1" y="1022"/>
                    <a:pt x="377" y="2046"/>
                    <a:pt x="1344" y="2355"/>
                  </a:cubicBezTo>
                  <a:cubicBezTo>
                    <a:pt x="1501" y="2405"/>
                    <a:pt x="1660" y="2429"/>
                    <a:pt x="1817" y="2429"/>
                  </a:cubicBezTo>
                  <a:cubicBezTo>
                    <a:pt x="2189" y="2429"/>
                    <a:pt x="2547" y="2296"/>
                    <a:pt x="2843" y="2069"/>
                  </a:cubicBezTo>
                  <a:lnTo>
                    <a:pt x="2843" y="2069"/>
                  </a:lnTo>
                  <a:cubicBezTo>
                    <a:pt x="2870" y="2056"/>
                    <a:pt x="2895" y="2036"/>
                    <a:pt x="2914" y="2012"/>
                  </a:cubicBezTo>
                  <a:lnTo>
                    <a:pt x="2914" y="2012"/>
                  </a:lnTo>
                  <a:cubicBezTo>
                    <a:pt x="3155" y="1808"/>
                    <a:pt x="3348" y="1540"/>
                    <a:pt x="3463" y="1232"/>
                  </a:cubicBezTo>
                  <a:cubicBezTo>
                    <a:pt x="3644" y="749"/>
                    <a:pt x="3447" y="0"/>
                    <a:pt x="29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57"/>
            <p:cNvSpPr/>
            <p:nvPr/>
          </p:nvSpPr>
          <p:spPr>
            <a:xfrm>
              <a:off x="5101075" y="2502850"/>
              <a:ext cx="77800" cy="60700"/>
            </a:xfrm>
            <a:custGeom>
              <a:avLst/>
              <a:gdLst/>
              <a:ahLst/>
              <a:cxnLst/>
              <a:rect l="l" t="t" r="r" b="b"/>
              <a:pathLst>
                <a:path w="3112" h="2428" extrusionOk="0">
                  <a:moveTo>
                    <a:pt x="2773" y="1"/>
                  </a:moveTo>
                  <a:cubicBezTo>
                    <a:pt x="2750" y="1"/>
                    <a:pt x="2728" y="16"/>
                    <a:pt x="2729" y="46"/>
                  </a:cubicBezTo>
                  <a:cubicBezTo>
                    <a:pt x="2752" y="653"/>
                    <a:pt x="2756" y="1451"/>
                    <a:pt x="2198" y="1835"/>
                  </a:cubicBezTo>
                  <a:cubicBezTo>
                    <a:pt x="1932" y="2018"/>
                    <a:pt x="1656" y="2109"/>
                    <a:pt x="1393" y="2109"/>
                  </a:cubicBezTo>
                  <a:cubicBezTo>
                    <a:pt x="1003" y="2109"/>
                    <a:pt x="641" y="1910"/>
                    <a:pt x="375" y="1517"/>
                  </a:cubicBezTo>
                  <a:cubicBezTo>
                    <a:pt x="339" y="1464"/>
                    <a:pt x="288" y="1442"/>
                    <a:pt x="237" y="1442"/>
                  </a:cubicBezTo>
                  <a:cubicBezTo>
                    <a:pt x="118" y="1442"/>
                    <a:pt x="0" y="1562"/>
                    <a:pt x="86" y="1685"/>
                  </a:cubicBezTo>
                  <a:cubicBezTo>
                    <a:pt x="419" y="2163"/>
                    <a:pt x="863" y="2427"/>
                    <a:pt x="1362" y="2427"/>
                  </a:cubicBezTo>
                  <a:cubicBezTo>
                    <a:pt x="1603" y="2427"/>
                    <a:pt x="1857" y="2366"/>
                    <a:pt x="2118" y="2237"/>
                  </a:cubicBezTo>
                  <a:cubicBezTo>
                    <a:pt x="2931" y="1837"/>
                    <a:pt x="3112" y="833"/>
                    <a:pt x="2820" y="33"/>
                  </a:cubicBezTo>
                  <a:cubicBezTo>
                    <a:pt x="2812" y="12"/>
                    <a:pt x="2792"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7"/>
            <p:cNvSpPr/>
            <p:nvPr/>
          </p:nvSpPr>
          <p:spPr>
            <a:xfrm>
              <a:off x="4226800" y="2500750"/>
              <a:ext cx="85750" cy="61275"/>
            </a:xfrm>
            <a:custGeom>
              <a:avLst/>
              <a:gdLst/>
              <a:ahLst/>
              <a:cxnLst/>
              <a:rect l="l" t="t" r="r" b="b"/>
              <a:pathLst>
                <a:path w="3430" h="2451" extrusionOk="0">
                  <a:moveTo>
                    <a:pt x="2756" y="400"/>
                  </a:moveTo>
                  <a:cubicBezTo>
                    <a:pt x="3003" y="400"/>
                    <a:pt x="3065" y="914"/>
                    <a:pt x="2992" y="1114"/>
                  </a:cubicBezTo>
                  <a:cubicBezTo>
                    <a:pt x="2944" y="1243"/>
                    <a:pt x="2835" y="1381"/>
                    <a:pt x="2756" y="1488"/>
                  </a:cubicBezTo>
                  <a:cubicBezTo>
                    <a:pt x="2719" y="1538"/>
                    <a:pt x="2681" y="1587"/>
                    <a:pt x="2641" y="1633"/>
                  </a:cubicBezTo>
                  <a:lnTo>
                    <a:pt x="2641" y="1633"/>
                  </a:lnTo>
                  <a:cubicBezTo>
                    <a:pt x="2417" y="1288"/>
                    <a:pt x="2237" y="708"/>
                    <a:pt x="2600" y="457"/>
                  </a:cubicBezTo>
                  <a:cubicBezTo>
                    <a:pt x="2658" y="417"/>
                    <a:pt x="2710" y="400"/>
                    <a:pt x="2756" y="400"/>
                  </a:cubicBezTo>
                  <a:close/>
                  <a:moveTo>
                    <a:pt x="2742" y="1"/>
                  </a:moveTo>
                  <a:cubicBezTo>
                    <a:pt x="2634" y="1"/>
                    <a:pt x="2513" y="35"/>
                    <a:pt x="2380" y="114"/>
                  </a:cubicBezTo>
                  <a:cubicBezTo>
                    <a:pt x="1798" y="461"/>
                    <a:pt x="2053" y="1393"/>
                    <a:pt x="2373" y="1887"/>
                  </a:cubicBezTo>
                  <a:lnTo>
                    <a:pt x="2373" y="1887"/>
                  </a:lnTo>
                  <a:cubicBezTo>
                    <a:pt x="2165" y="2044"/>
                    <a:pt x="1927" y="2138"/>
                    <a:pt x="1657" y="2138"/>
                  </a:cubicBezTo>
                  <a:cubicBezTo>
                    <a:pt x="1557" y="2138"/>
                    <a:pt x="1453" y="2125"/>
                    <a:pt x="1345" y="2098"/>
                  </a:cubicBezTo>
                  <a:cubicBezTo>
                    <a:pt x="691" y="1934"/>
                    <a:pt x="283" y="1369"/>
                    <a:pt x="287" y="701"/>
                  </a:cubicBezTo>
                  <a:cubicBezTo>
                    <a:pt x="288" y="629"/>
                    <a:pt x="235" y="593"/>
                    <a:pt x="181" y="593"/>
                  </a:cubicBezTo>
                  <a:cubicBezTo>
                    <a:pt x="126" y="593"/>
                    <a:pt x="70" y="630"/>
                    <a:pt x="66" y="701"/>
                  </a:cubicBezTo>
                  <a:cubicBezTo>
                    <a:pt x="0"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57"/>
            <p:cNvSpPr/>
            <p:nvPr/>
          </p:nvSpPr>
          <p:spPr>
            <a:xfrm>
              <a:off x="4277975"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4"/>
                  </a:cubicBezTo>
                  <a:lnTo>
                    <a:pt x="2642" y="1634"/>
                  </a:lnTo>
                  <a:cubicBezTo>
                    <a:pt x="2418" y="1289"/>
                    <a:pt x="2237" y="708"/>
                    <a:pt x="2600" y="457"/>
                  </a:cubicBezTo>
                  <a:cubicBezTo>
                    <a:pt x="2659" y="417"/>
                    <a:pt x="2711" y="400"/>
                    <a:pt x="2756" y="400"/>
                  </a:cubicBezTo>
                  <a:close/>
                  <a:moveTo>
                    <a:pt x="2742" y="1"/>
                  </a:moveTo>
                  <a:cubicBezTo>
                    <a:pt x="2634" y="1"/>
                    <a:pt x="2513" y="35"/>
                    <a:pt x="2380" y="114"/>
                  </a:cubicBezTo>
                  <a:cubicBezTo>
                    <a:pt x="1798" y="461"/>
                    <a:pt x="2053" y="1393"/>
                    <a:pt x="2374" y="1887"/>
                  </a:cubicBezTo>
                  <a:lnTo>
                    <a:pt x="2374" y="1887"/>
                  </a:lnTo>
                  <a:cubicBezTo>
                    <a:pt x="2166" y="2044"/>
                    <a:pt x="1928" y="2138"/>
                    <a:pt x="1659" y="2138"/>
                  </a:cubicBezTo>
                  <a:cubicBezTo>
                    <a:pt x="1559" y="2138"/>
                    <a:pt x="1455" y="2125"/>
                    <a:pt x="1347" y="2098"/>
                  </a:cubicBezTo>
                  <a:cubicBezTo>
                    <a:pt x="692" y="1934"/>
                    <a:pt x="283" y="1369"/>
                    <a:pt x="288" y="701"/>
                  </a:cubicBezTo>
                  <a:cubicBezTo>
                    <a:pt x="288" y="629"/>
                    <a:pt x="236" y="593"/>
                    <a:pt x="181" y="593"/>
                  </a:cubicBezTo>
                  <a:cubicBezTo>
                    <a:pt x="126" y="593"/>
                    <a:pt x="70" y="630"/>
                    <a:pt x="66" y="701"/>
                  </a:cubicBezTo>
                  <a:cubicBezTo>
                    <a:pt x="0"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6" y="1428"/>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57"/>
            <p:cNvSpPr/>
            <p:nvPr/>
          </p:nvSpPr>
          <p:spPr>
            <a:xfrm>
              <a:off x="4329150"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3"/>
                  </a:cubicBezTo>
                  <a:lnTo>
                    <a:pt x="2642" y="1633"/>
                  </a:lnTo>
                  <a:cubicBezTo>
                    <a:pt x="2419" y="1288"/>
                    <a:pt x="2237" y="708"/>
                    <a:pt x="2600" y="457"/>
                  </a:cubicBezTo>
                  <a:cubicBezTo>
                    <a:pt x="2659" y="417"/>
                    <a:pt x="2711" y="400"/>
                    <a:pt x="2756" y="400"/>
                  </a:cubicBezTo>
                  <a:close/>
                  <a:moveTo>
                    <a:pt x="2742" y="1"/>
                  </a:moveTo>
                  <a:cubicBezTo>
                    <a:pt x="2634" y="1"/>
                    <a:pt x="2513" y="35"/>
                    <a:pt x="2380" y="114"/>
                  </a:cubicBezTo>
                  <a:cubicBezTo>
                    <a:pt x="1798" y="461"/>
                    <a:pt x="2053" y="1393"/>
                    <a:pt x="2375" y="1887"/>
                  </a:cubicBezTo>
                  <a:lnTo>
                    <a:pt x="2375" y="1887"/>
                  </a:lnTo>
                  <a:cubicBezTo>
                    <a:pt x="2167" y="2044"/>
                    <a:pt x="1928" y="2138"/>
                    <a:pt x="1659" y="2138"/>
                  </a:cubicBezTo>
                  <a:cubicBezTo>
                    <a:pt x="1559" y="2138"/>
                    <a:pt x="1455" y="2125"/>
                    <a:pt x="1347" y="2098"/>
                  </a:cubicBezTo>
                  <a:cubicBezTo>
                    <a:pt x="692" y="1934"/>
                    <a:pt x="285" y="1369"/>
                    <a:pt x="289" y="701"/>
                  </a:cubicBezTo>
                  <a:cubicBezTo>
                    <a:pt x="289" y="629"/>
                    <a:pt x="237" y="593"/>
                    <a:pt x="182" y="593"/>
                  </a:cubicBezTo>
                  <a:cubicBezTo>
                    <a:pt x="127" y="593"/>
                    <a:pt x="71" y="630"/>
                    <a:pt x="66" y="701"/>
                  </a:cubicBezTo>
                  <a:cubicBezTo>
                    <a:pt x="1" y="1625"/>
                    <a:pt x="644" y="2362"/>
                    <a:pt x="1571" y="2446"/>
                  </a:cubicBezTo>
                  <a:cubicBezTo>
                    <a:pt x="1608" y="2449"/>
                    <a:pt x="1645" y="2451"/>
                    <a:pt x="1682" y="2451"/>
                  </a:cubicBezTo>
                  <a:cubicBezTo>
                    <a:pt x="2028" y="2451"/>
                    <a:pt x="2379" y="2309"/>
                    <a:pt x="2671" y="2083"/>
                  </a:cubicBezTo>
                  <a:lnTo>
                    <a:pt x="2671" y="2083"/>
                  </a:lnTo>
                  <a:cubicBezTo>
                    <a:pt x="2704" y="2069"/>
                    <a:pt x="2733" y="2045"/>
                    <a:pt x="2755" y="2015"/>
                  </a:cubicBezTo>
                  <a:lnTo>
                    <a:pt x="2755" y="2015"/>
                  </a:lnTo>
                  <a:cubicBezTo>
                    <a:pt x="3047" y="1763"/>
                    <a:pt x="3266" y="1427"/>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57"/>
            <p:cNvSpPr/>
            <p:nvPr/>
          </p:nvSpPr>
          <p:spPr>
            <a:xfrm>
              <a:off x="4380350" y="2500750"/>
              <a:ext cx="85750" cy="61275"/>
            </a:xfrm>
            <a:custGeom>
              <a:avLst/>
              <a:gdLst/>
              <a:ahLst/>
              <a:cxnLst/>
              <a:rect l="l" t="t" r="r" b="b"/>
              <a:pathLst>
                <a:path w="3430" h="2451" extrusionOk="0">
                  <a:moveTo>
                    <a:pt x="2755" y="400"/>
                  </a:moveTo>
                  <a:cubicBezTo>
                    <a:pt x="3003" y="400"/>
                    <a:pt x="3065" y="914"/>
                    <a:pt x="2991" y="1114"/>
                  </a:cubicBezTo>
                  <a:cubicBezTo>
                    <a:pt x="2944" y="1243"/>
                    <a:pt x="2835" y="1381"/>
                    <a:pt x="2757" y="1488"/>
                  </a:cubicBezTo>
                  <a:cubicBezTo>
                    <a:pt x="2720" y="1539"/>
                    <a:pt x="2681" y="1587"/>
                    <a:pt x="2641" y="1633"/>
                  </a:cubicBezTo>
                  <a:lnTo>
                    <a:pt x="2641" y="1633"/>
                  </a:lnTo>
                  <a:cubicBezTo>
                    <a:pt x="2418" y="1288"/>
                    <a:pt x="2236" y="708"/>
                    <a:pt x="2599" y="457"/>
                  </a:cubicBezTo>
                  <a:cubicBezTo>
                    <a:pt x="2658" y="417"/>
                    <a:pt x="2710" y="400"/>
                    <a:pt x="2755" y="400"/>
                  </a:cubicBezTo>
                  <a:close/>
                  <a:moveTo>
                    <a:pt x="2742" y="1"/>
                  </a:moveTo>
                  <a:cubicBezTo>
                    <a:pt x="2634" y="1"/>
                    <a:pt x="2512" y="35"/>
                    <a:pt x="2379" y="114"/>
                  </a:cubicBezTo>
                  <a:cubicBezTo>
                    <a:pt x="1797" y="461"/>
                    <a:pt x="2052" y="1393"/>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1" y="593"/>
                  </a:cubicBezTo>
                  <a:cubicBezTo>
                    <a:pt x="126" y="593"/>
                    <a:pt x="70" y="630"/>
                    <a:pt x="65" y="701"/>
                  </a:cubicBezTo>
                  <a:cubicBezTo>
                    <a:pt x="1" y="1625"/>
                    <a:pt x="645" y="2362"/>
                    <a:pt x="1570" y="2446"/>
                  </a:cubicBezTo>
                  <a:cubicBezTo>
                    <a:pt x="1607" y="2449"/>
                    <a:pt x="1644" y="2451"/>
                    <a:pt x="1681" y="2451"/>
                  </a:cubicBezTo>
                  <a:cubicBezTo>
                    <a:pt x="2027" y="2451"/>
                    <a:pt x="2379" y="2309"/>
                    <a:pt x="2670" y="2084"/>
                  </a:cubicBezTo>
                  <a:lnTo>
                    <a:pt x="2670" y="2084"/>
                  </a:lnTo>
                  <a:cubicBezTo>
                    <a:pt x="2703" y="2069"/>
                    <a:pt x="2733" y="2045"/>
                    <a:pt x="2755" y="2014"/>
                  </a:cubicBezTo>
                  <a:lnTo>
                    <a:pt x="2755" y="2014"/>
                  </a:lnTo>
                  <a:cubicBezTo>
                    <a:pt x="3047" y="1763"/>
                    <a:pt x="3266" y="1427"/>
                    <a:pt x="3338" y="1075"/>
                  </a:cubicBezTo>
                  <a:cubicBezTo>
                    <a:pt x="3430" y="625"/>
                    <a:pt x="3204"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7"/>
            <p:cNvSpPr/>
            <p:nvPr/>
          </p:nvSpPr>
          <p:spPr>
            <a:xfrm>
              <a:off x="4431525" y="2500750"/>
              <a:ext cx="85750" cy="61275"/>
            </a:xfrm>
            <a:custGeom>
              <a:avLst/>
              <a:gdLst/>
              <a:ahLst/>
              <a:cxnLst/>
              <a:rect l="l" t="t" r="r" b="b"/>
              <a:pathLst>
                <a:path w="3430" h="2451" extrusionOk="0">
                  <a:moveTo>
                    <a:pt x="2756" y="400"/>
                  </a:moveTo>
                  <a:cubicBezTo>
                    <a:pt x="3003" y="400"/>
                    <a:pt x="3065" y="914"/>
                    <a:pt x="2993" y="1114"/>
                  </a:cubicBezTo>
                  <a:cubicBezTo>
                    <a:pt x="2944" y="1243"/>
                    <a:pt x="2835" y="1381"/>
                    <a:pt x="2757" y="1488"/>
                  </a:cubicBezTo>
                  <a:cubicBezTo>
                    <a:pt x="2720" y="1539"/>
                    <a:pt x="2681" y="1587"/>
                    <a:pt x="2641" y="1633"/>
                  </a:cubicBezTo>
                  <a:lnTo>
                    <a:pt x="2641" y="1633"/>
                  </a:lnTo>
                  <a:cubicBezTo>
                    <a:pt x="2418" y="1288"/>
                    <a:pt x="2237" y="708"/>
                    <a:pt x="2600" y="457"/>
                  </a:cubicBezTo>
                  <a:cubicBezTo>
                    <a:pt x="2659" y="417"/>
                    <a:pt x="2711" y="400"/>
                    <a:pt x="2756" y="400"/>
                  </a:cubicBezTo>
                  <a:close/>
                  <a:moveTo>
                    <a:pt x="2743" y="1"/>
                  </a:moveTo>
                  <a:cubicBezTo>
                    <a:pt x="2635" y="1"/>
                    <a:pt x="2513" y="35"/>
                    <a:pt x="2380" y="114"/>
                  </a:cubicBezTo>
                  <a:cubicBezTo>
                    <a:pt x="1797" y="461"/>
                    <a:pt x="2052" y="1393"/>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2" y="593"/>
                  </a:cubicBezTo>
                  <a:cubicBezTo>
                    <a:pt x="127" y="593"/>
                    <a:pt x="71" y="630"/>
                    <a:pt x="66" y="701"/>
                  </a:cubicBezTo>
                  <a:cubicBezTo>
                    <a:pt x="1" y="1625"/>
                    <a:pt x="645" y="2362"/>
                    <a:pt x="1570" y="2446"/>
                  </a:cubicBezTo>
                  <a:cubicBezTo>
                    <a:pt x="1607" y="2449"/>
                    <a:pt x="1644" y="2451"/>
                    <a:pt x="1681" y="2451"/>
                  </a:cubicBezTo>
                  <a:cubicBezTo>
                    <a:pt x="2027" y="2451"/>
                    <a:pt x="2379" y="2309"/>
                    <a:pt x="2670" y="2084"/>
                  </a:cubicBezTo>
                  <a:lnTo>
                    <a:pt x="2670" y="2084"/>
                  </a:lnTo>
                  <a:cubicBezTo>
                    <a:pt x="2704" y="2069"/>
                    <a:pt x="2733" y="2045"/>
                    <a:pt x="2756" y="2014"/>
                  </a:cubicBezTo>
                  <a:lnTo>
                    <a:pt x="2756" y="2014"/>
                  </a:lnTo>
                  <a:cubicBezTo>
                    <a:pt x="3047" y="1763"/>
                    <a:pt x="3266" y="1427"/>
                    <a:pt x="3338" y="1075"/>
                  </a:cubicBezTo>
                  <a:cubicBezTo>
                    <a:pt x="3430" y="625"/>
                    <a:pt x="3204"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57"/>
            <p:cNvSpPr/>
            <p:nvPr/>
          </p:nvSpPr>
          <p:spPr>
            <a:xfrm>
              <a:off x="4482725" y="2500750"/>
              <a:ext cx="85725" cy="61275"/>
            </a:xfrm>
            <a:custGeom>
              <a:avLst/>
              <a:gdLst/>
              <a:ahLst/>
              <a:cxnLst/>
              <a:rect l="l" t="t" r="r" b="b"/>
              <a:pathLst>
                <a:path w="3429" h="2451" extrusionOk="0">
                  <a:moveTo>
                    <a:pt x="2756" y="400"/>
                  </a:moveTo>
                  <a:cubicBezTo>
                    <a:pt x="3004" y="400"/>
                    <a:pt x="3065" y="914"/>
                    <a:pt x="2992" y="1114"/>
                  </a:cubicBezTo>
                  <a:cubicBezTo>
                    <a:pt x="2945" y="1243"/>
                    <a:pt x="2834" y="1381"/>
                    <a:pt x="2756" y="1488"/>
                  </a:cubicBezTo>
                  <a:cubicBezTo>
                    <a:pt x="2719" y="1538"/>
                    <a:pt x="2681" y="1587"/>
                    <a:pt x="2641" y="1633"/>
                  </a:cubicBezTo>
                  <a:lnTo>
                    <a:pt x="2641" y="1633"/>
                  </a:lnTo>
                  <a:cubicBezTo>
                    <a:pt x="2417" y="1288"/>
                    <a:pt x="2236" y="708"/>
                    <a:pt x="2600" y="457"/>
                  </a:cubicBezTo>
                  <a:cubicBezTo>
                    <a:pt x="2658" y="417"/>
                    <a:pt x="2710" y="400"/>
                    <a:pt x="2756" y="400"/>
                  </a:cubicBezTo>
                  <a:close/>
                  <a:moveTo>
                    <a:pt x="2742" y="1"/>
                  </a:moveTo>
                  <a:cubicBezTo>
                    <a:pt x="2634" y="1"/>
                    <a:pt x="2512" y="35"/>
                    <a:pt x="2379" y="114"/>
                  </a:cubicBezTo>
                  <a:cubicBezTo>
                    <a:pt x="1798" y="461"/>
                    <a:pt x="2053" y="1393"/>
                    <a:pt x="2373" y="1887"/>
                  </a:cubicBezTo>
                  <a:lnTo>
                    <a:pt x="2373" y="1887"/>
                  </a:lnTo>
                  <a:cubicBezTo>
                    <a:pt x="2166" y="2044"/>
                    <a:pt x="1928" y="2138"/>
                    <a:pt x="1658" y="2138"/>
                  </a:cubicBezTo>
                  <a:cubicBezTo>
                    <a:pt x="1558" y="2138"/>
                    <a:pt x="1454" y="2125"/>
                    <a:pt x="1346" y="2098"/>
                  </a:cubicBezTo>
                  <a:cubicBezTo>
                    <a:pt x="692" y="1934"/>
                    <a:pt x="283" y="1369"/>
                    <a:pt x="288" y="701"/>
                  </a:cubicBezTo>
                  <a:cubicBezTo>
                    <a:pt x="288" y="629"/>
                    <a:pt x="235" y="593"/>
                    <a:pt x="181" y="593"/>
                  </a:cubicBezTo>
                  <a:cubicBezTo>
                    <a:pt x="126" y="593"/>
                    <a:pt x="70" y="630"/>
                    <a:pt x="65" y="701"/>
                  </a:cubicBezTo>
                  <a:cubicBezTo>
                    <a:pt x="0" y="1625"/>
                    <a:pt x="644" y="2362"/>
                    <a:pt x="1570" y="2446"/>
                  </a:cubicBezTo>
                  <a:cubicBezTo>
                    <a:pt x="1607" y="2449"/>
                    <a:pt x="1644" y="2451"/>
                    <a:pt x="1682" y="2451"/>
                  </a:cubicBezTo>
                  <a:cubicBezTo>
                    <a:pt x="2028" y="2451"/>
                    <a:pt x="2379" y="2308"/>
                    <a:pt x="2671" y="2083"/>
                  </a:cubicBezTo>
                  <a:lnTo>
                    <a:pt x="2671" y="2083"/>
                  </a:lnTo>
                  <a:cubicBezTo>
                    <a:pt x="2703" y="2069"/>
                    <a:pt x="2732" y="2045"/>
                    <a:pt x="2754" y="2015"/>
                  </a:cubicBezTo>
                  <a:lnTo>
                    <a:pt x="2754"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57"/>
            <p:cNvSpPr/>
            <p:nvPr/>
          </p:nvSpPr>
          <p:spPr>
            <a:xfrm>
              <a:off x="4533900" y="2500750"/>
              <a:ext cx="85725" cy="61275"/>
            </a:xfrm>
            <a:custGeom>
              <a:avLst/>
              <a:gdLst/>
              <a:ahLst/>
              <a:cxnLst/>
              <a:rect l="l" t="t" r="r" b="b"/>
              <a:pathLst>
                <a:path w="3429" h="2451" extrusionOk="0">
                  <a:moveTo>
                    <a:pt x="2756" y="400"/>
                  </a:moveTo>
                  <a:cubicBezTo>
                    <a:pt x="3004" y="400"/>
                    <a:pt x="3066" y="914"/>
                    <a:pt x="2992" y="1114"/>
                  </a:cubicBezTo>
                  <a:cubicBezTo>
                    <a:pt x="2945" y="1243"/>
                    <a:pt x="2835" y="1381"/>
                    <a:pt x="2757" y="1488"/>
                  </a:cubicBezTo>
                  <a:cubicBezTo>
                    <a:pt x="2720" y="1539"/>
                    <a:pt x="2682" y="1587"/>
                    <a:pt x="2642" y="1633"/>
                  </a:cubicBezTo>
                  <a:lnTo>
                    <a:pt x="2642" y="1633"/>
                  </a:lnTo>
                  <a:cubicBezTo>
                    <a:pt x="2418" y="1288"/>
                    <a:pt x="2236" y="708"/>
                    <a:pt x="2600" y="457"/>
                  </a:cubicBezTo>
                  <a:cubicBezTo>
                    <a:pt x="2658" y="417"/>
                    <a:pt x="2710" y="400"/>
                    <a:pt x="2756" y="400"/>
                  </a:cubicBezTo>
                  <a:close/>
                  <a:moveTo>
                    <a:pt x="2742" y="1"/>
                  </a:moveTo>
                  <a:cubicBezTo>
                    <a:pt x="2634" y="1"/>
                    <a:pt x="2513" y="35"/>
                    <a:pt x="2379" y="114"/>
                  </a:cubicBezTo>
                  <a:cubicBezTo>
                    <a:pt x="1798" y="461"/>
                    <a:pt x="2053" y="1393"/>
                    <a:pt x="2374" y="1887"/>
                  </a:cubicBezTo>
                  <a:lnTo>
                    <a:pt x="2374" y="1887"/>
                  </a:lnTo>
                  <a:cubicBezTo>
                    <a:pt x="2166" y="2044"/>
                    <a:pt x="1928" y="2138"/>
                    <a:pt x="1658" y="2138"/>
                  </a:cubicBezTo>
                  <a:cubicBezTo>
                    <a:pt x="1558" y="2138"/>
                    <a:pt x="1454" y="2125"/>
                    <a:pt x="1346" y="2098"/>
                  </a:cubicBezTo>
                  <a:cubicBezTo>
                    <a:pt x="692" y="1934"/>
                    <a:pt x="284" y="1369"/>
                    <a:pt x="288" y="701"/>
                  </a:cubicBezTo>
                  <a:cubicBezTo>
                    <a:pt x="289" y="629"/>
                    <a:pt x="236" y="593"/>
                    <a:pt x="182" y="593"/>
                  </a:cubicBezTo>
                  <a:cubicBezTo>
                    <a:pt x="127" y="593"/>
                    <a:pt x="70" y="630"/>
                    <a:pt x="65" y="701"/>
                  </a:cubicBezTo>
                  <a:cubicBezTo>
                    <a:pt x="0" y="1625"/>
                    <a:pt x="644" y="2362"/>
                    <a:pt x="1570" y="2446"/>
                  </a:cubicBezTo>
                  <a:cubicBezTo>
                    <a:pt x="1607" y="2449"/>
                    <a:pt x="1644" y="2451"/>
                    <a:pt x="1682" y="2451"/>
                  </a:cubicBezTo>
                  <a:cubicBezTo>
                    <a:pt x="2028" y="2451"/>
                    <a:pt x="2379" y="2309"/>
                    <a:pt x="2670" y="2083"/>
                  </a:cubicBezTo>
                  <a:lnTo>
                    <a:pt x="2670" y="2083"/>
                  </a:lnTo>
                  <a:cubicBezTo>
                    <a:pt x="2703" y="2069"/>
                    <a:pt x="2733" y="2045"/>
                    <a:pt x="2755" y="2015"/>
                  </a:cubicBezTo>
                  <a:lnTo>
                    <a:pt x="2755" y="2015"/>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57"/>
            <p:cNvSpPr/>
            <p:nvPr/>
          </p:nvSpPr>
          <p:spPr>
            <a:xfrm>
              <a:off x="4585100" y="2500750"/>
              <a:ext cx="85700" cy="61275"/>
            </a:xfrm>
            <a:custGeom>
              <a:avLst/>
              <a:gdLst/>
              <a:ahLst/>
              <a:cxnLst/>
              <a:rect l="l" t="t" r="r" b="b"/>
              <a:pathLst>
                <a:path w="3428" h="2451" extrusionOk="0">
                  <a:moveTo>
                    <a:pt x="2755"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5" y="708"/>
                    <a:pt x="2599" y="457"/>
                  </a:cubicBezTo>
                  <a:cubicBezTo>
                    <a:pt x="2657" y="417"/>
                    <a:pt x="2709" y="400"/>
                    <a:pt x="2755" y="400"/>
                  </a:cubicBezTo>
                  <a:close/>
                  <a:moveTo>
                    <a:pt x="2742" y="1"/>
                  </a:moveTo>
                  <a:cubicBezTo>
                    <a:pt x="2633" y="1"/>
                    <a:pt x="2512" y="35"/>
                    <a:pt x="2378" y="114"/>
                  </a:cubicBezTo>
                  <a:cubicBezTo>
                    <a:pt x="1797" y="461"/>
                    <a:pt x="2052" y="1393"/>
                    <a:pt x="2373" y="1887"/>
                  </a:cubicBezTo>
                  <a:lnTo>
                    <a:pt x="2373" y="1887"/>
                  </a:lnTo>
                  <a:cubicBezTo>
                    <a:pt x="2165" y="2044"/>
                    <a:pt x="1927" y="2138"/>
                    <a:pt x="1657" y="2138"/>
                  </a:cubicBezTo>
                  <a:cubicBezTo>
                    <a:pt x="1558" y="2138"/>
                    <a:pt x="1453" y="2125"/>
                    <a:pt x="1345" y="2098"/>
                  </a:cubicBezTo>
                  <a:cubicBezTo>
                    <a:pt x="691" y="1934"/>
                    <a:pt x="283" y="1369"/>
                    <a:pt x="287" y="701"/>
                  </a:cubicBezTo>
                  <a:cubicBezTo>
                    <a:pt x="288" y="629"/>
                    <a:pt x="235" y="593"/>
                    <a:pt x="181" y="593"/>
                  </a:cubicBezTo>
                  <a:cubicBezTo>
                    <a:pt x="126" y="593"/>
                    <a:pt x="70" y="630"/>
                    <a:pt x="64" y="701"/>
                  </a:cubicBezTo>
                  <a:cubicBezTo>
                    <a:pt x="0" y="1625"/>
                    <a:pt x="643" y="2362"/>
                    <a:pt x="1569" y="2446"/>
                  </a:cubicBezTo>
                  <a:cubicBezTo>
                    <a:pt x="1606" y="2449"/>
                    <a:pt x="1643" y="2451"/>
                    <a:pt x="1681" y="2451"/>
                  </a:cubicBezTo>
                  <a:cubicBezTo>
                    <a:pt x="2027" y="2451"/>
                    <a:pt x="2378" y="2309"/>
                    <a:pt x="2670" y="2083"/>
                  </a:cubicBezTo>
                  <a:lnTo>
                    <a:pt x="2670" y="2083"/>
                  </a:lnTo>
                  <a:cubicBezTo>
                    <a:pt x="2702" y="2069"/>
                    <a:pt x="2732" y="2045"/>
                    <a:pt x="2754" y="2015"/>
                  </a:cubicBezTo>
                  <a:lnTo>
                    <a:pt x="2754" y="2015"/>
                  </a:lnTo>
                  <a:cubicBezTo>
                    <a:pt x="3045" y="1763"/>
                    <a:pt x="3264" y="1427"/>
                    <a:pt x="3336" y="1075"/>
                  </a:cubicBezTo>
                  <a:cubicBezTo>
                    <a:pt x="3428"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57"/>
            <p:cNvSpPr/>
            <p:nvPr/>
          </p:nvSpPr>
          <p:spPr>
            <a:xfrm>
              <a:off x="4636275" y="2500750"/>
              <a:ext cx="85750" cy="61275"/>
            </a:xfrm>
            <a:custGeom>
              <a:avLst/>
              <a:gdLst/>
              <a:ahLst/>
              <a:cxnLst/>
              <a:rect l="l" t="t" r="r" b="b"/>
              <a:pathLst>
                <a:path w="3430" h="2451" extrusionOk="0">
                  <a:moveTo>
                    <a:pt x="2756"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6" y="708"/>
                    <a:pt x="2600" y="457"/>
                  </a:cubicBezTo>
                  <a:cubicBezTo>
                    <a:pt x="2658" y="417"/>
                    <a:pt x="2710" y="400"/>
                    <a:pt x="2756" y="400"/>
                  </a:cubicBezTo>
                  <a:close/>
                  <a:moveTo>
                    <a:pt x="2742" y="1"/>
                  </a:moveTo>
                  <a:cubicBezTo>
                    <a:pt x="2634" y="1"/>
                    <a:pt x="2513" y="35"/>
                    <a:pt x="2380" y="114"/>
                  </a:cubicBezTo>
                  <a:cubicBezTo>
                    <a:pt x="1797" y="461"/>
                    <a:pt x="2052" y="1393"/>
                    <a:pt x="2373" y="1887"/>
                  </a:cubicBezTo>
                  <a:lnTo>
                    <a:pt x="2373" y="1887"/>
                  </a:lnTo>
                  <a:cubicBezTo>
                    <a:pt x="2165"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4" y="701"/>
                  </a:cubicBezTo>
                  <a:cubicBezTo>
                    <a:pt x="0" y="1625"/>
                    <a:pt x="644" y="2362"/>
                    <a:pt x="1569" y="2446"/>
                  </a:cubicBezTo>
                  <a:cubicBezTo>
                    <a:pt x="1606" y="2449"/>
                    <a:pt x="1644" y="2451"/>
                    <a:pt x="1681" y="2451"/>
                  </a:cubicBezTo>
                  <a:cubicBezTo>
                    <a:pt x="2027" y="2451"/>
                    <a:pt x="2378" y="2309"/>
                    <a:pt x="2670" y="2084"/>
                  </a:cubicBezTo>
                  <a:lnTo>
                    <a:pt x="2670" y="2084"/>
                  </a:lnTo>
                  <a:cubicBezTo>
                    <a:pt x="2703" y="2069"/>
                    <a:pt x="2733" y="2045"/>
                    <a:pt x="2755" y="2014"/>
                  </a:cubicBezTo>
                  <a:lnTo>
                    <a:pt x="2755" y="2014"/>
                  </a:lnTo>
                  <a:cubicBezTo>
                    <a:pt x="3047" y="1763"/>
                    <a:pt x="3266" y="1427"/>
                    <a:pt x="3338"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57"/>
            <p:cNvSpPr/>
            <p:nvPr/>
          </p:nvSpPr>
          <p:spPr>
            <a:xfrm>
              <a:off x="4687450" y="2500750"/>
              <a:ext cx="85750" cy="61275"/>
            </a:xfrm>
            <a:custGeom>
              <a:avLst/>
              <a:gdLst/>
              <a:ahLst/>
              <a:cxnLst/>
              <a:rect l="l" t="t" r="r" b="b"/>
              <a:pathLst>
                <a:path w="3430" h="2451" extrusionOk="0">
                  <a:moveTo>
                    <a:pt x="2756" y="400"/>
                  </a:moveTo>
                  <a:cubicBezTo>
                    <a:pt x="3003" y="400"/>
                    <a:pt x="3066" y="914"/>
                    <a:pt x="2992" y="1114"/>
                  </a:cubicBezTo>
                  <a:cubicBezTo>
                    <a:pt x="2945" y="1243"/>
                    <a:pt x="2835" y="1381"/>
                    <a:pt x="2756" y="1488"/>
                  </a:cubicBezTo>
                  <a:cubicBezTo>
                    <a:pt x="2720" y="1538"/>
                    <a:pt x="2681" y="1587"/>
                    <a:pt x="2642" y="1633"/>
                  </a:cubicBezTo>
                  <a:lnTo>
                    <a:pt x="2642" y="1633"/>
                  </a:lnTo>
                  <a:cubicBezTo>
                    <a:pt x="2417" y="1288"/>
                    <a:pt x="2237" y="708"/>
                    <a:pt x="2600" y="457"/>
                  </a:cubicBezTo>
                  <a:cubicBezTo>
                    <a:pt x="2659" y="417"/>
                    <a:pt x="2710" y="400"/>
                    <a:pt x="2756" y="400"/>
                  </a:cubicBezTo>
                  <a:close/>
                  <a:moveTo>
                    <a:pt x="2743" y="1"/>
                  </a:moveTo>
                  <a:cubicBezTo>
                    <a:pt x="2634" y="1"/>
                    <a:pt x="2513" y="35"/>
                    <a:pt x="2380" y="114"/>
                  </a:cubicBezTo>
                  <a:cubicBezTo>
                    <a:pt x="1797" y="461"/>
                    <a:pt x="2053" y="1393"/>
                    <a:pt x="2374" y="1887"/>
                  </a:cubicBezTo>
                  <a:lnTo>
                    <a:pt x="2374" y="1887"/>
                  </a:lnTo>
                  <a:cubicBezTo>
                    <a:pt x="2166"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6" y="701"/>
                  </a:cubicBezTo>
                  <a:cubicBezTo>
                    <a:pt x="1" y="1625"/>
                    <a:pt x="644" y="2362"/>
                    <a:pt x="1569" y="2446"/>
                  </a:cubicBezTo>
                  <a:cubicBezTo>
                    <a:pt x="1606" y="2449"/>
                    <a:pt x="1644" y="2451"/>
                    <a:pt x="1681" y="2451"/>
                  </a:cubicBezTo>
                  <a:cubicBezTo>
                    <a:pt x="2027" y="2451"/>
                    <a:pt x="2378" y="2309"/>
                    <a:pt x="2670" y="2084"/>
                  </a:cubicBezTo>
                  <a:lnTo>
                    <a:pt x="2670" y="2084"/>
                  </a:lnTo>
                  <a:cubicBezTo>
                    <a:pt x="2703" y="2069"/>
                    <a:pt x="2733" y="2045"/>
                    <a:pt x="2756" y="2014"/>
                  </a:cubicBezTo>
                  <a:lnTo>
                    <a:pt x="2756" y="2014"/>
                  </a:lnTo>
                  <a:cubicBezTo>
                    <a:pt x="3047" y="1762"/>
                    <a:pt x="3266" y="1427"/>
                    <a:pt x="3338" y="1075"/>
                  </a:cubicBezTo>
                  <a:cubicBezTo>
                    <a:pt x="3429" y="625"/>
                    <a:pt x="3203"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57"/>
            <p:cNvSpPr/>
            <p:nvPr/>
          </p:nvSpPr>
          <p:spPr>
            <a:xfrm>
              <a:off x="4738625"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8" y="1488"/>
                  </a:cubicBezTo>
                  <a:cubicBezTo>
                    <a:pt x="2721" y="1539"/>
                    <a:pt x="2682" y="1587"/>
                    <a:pt x="2642" y="1634"/>
                  </a:cubicBezTo>
                  <a:lnTo>
                    <a:pt x="2642" y="1634"/>
                  </a:lnTo>
                  <a:cubicBezTo>
                    <a:pt x="2418" y="1289"/>
                    <a:pt x="2237" y="708"/>
                    <a:pt x="2600" y="457"/>
                  </a:cubicBezTo>
                  <a:cubicBezTo>
                    <a:pt x="2659" y="417"/>
                    <a:pt x="2711" y="400"/>
                    <a:pt x="2756" y="400"/>
                  </a:cubicBezTo>
                  <a:close/>
                  <a:moveTo>
                    <a:pt x="2743" y="1"/>
                  </a:moveTo>
                  <a:cubicBezTo>
                    <a:pt x="2634" y="1"/>
                    <a:pt x="2513" y="35"/>
                    <a:pt x="2380" y="114"/>
                  </a:cubicBezTo>
                  <a:cubicBezTo>
                    <a:pt x="1798" y="461"/>
                    <a:pt x="2054" y="1393"/>
                    <a:pt x="2374" y="1887"/>
                  </a:cubicBezTo>
                  <a:lnTo>
                    <a:pt x="2374" y="1887"/>
                  </a:lnTo>
                  <a:cubicBezTo>
                    <a:pt x="2166" y="2044"/>
                    <a:pt x="1928" y="2138"/>
                    <a:pt x="1659" y="2138"/>
                  </a:cubicBezTo>
                  <a:cubicBezTo>
                    <a:pt x="1559" y="2138"/>
                    <a:pt x="1455" y="2125"/>
                    <a:pt x="1347" y="2098"/>
                  </a:cubicBezTo>
                  <a:cubicBezTo>
                    <a:pt x="693" y="1934"/>
                    <a:pt x="285" y="1369"/>
                    <a:pt x="289" y="701"/>
                  </a:cubicBezTo>
                  <a:cubicBezTo>
                    <a:pt x="289" y="629"/>
                    <a:pt x="236" y="593"/>
                    <a:pt x="182" y="593"/>
                  </a:cubicBezTo>
                  <a:cubicBezTo>
                    <a:pt x="127" y="593"/>
                    <a:pt x="71" y="630"/>
                    <a:pt x="66" y="701"/>
                  </a:cubicBezTo>
                  <a:cubicBezTo>
                    <a:pt x="1" y="1625"/>
                    <a:pt x="644" y="2362"/>
                    <a:pt x="1571" y="2446"/>
                  </a:cubicBezTo>
                  <a:cubicBezTo>
                    <a:pt x="1608" y="2449"/>
                    <a:pt x="1645" y="2451"/>
                    <a:pt x="1682" y="2451"/>
                  </a:cubicBezTo>
                  <a:cubicBezTo>
                    <a:pt x="2028" y="2451"/>
                    <a:pt x="2380" y="2308"/>
                    <a:pt x="2671" y="2083"/>
                  </a:cubicBezTo>
                  <a:lnTo>
                    <a:pt x="2671" y="2083"/>
                  </a:lnTo>
                  <a:cubicBezTo>
                    <a:pt x="2704" y="2069"/>
                    <a:pt x="2733" y="2045"/>
                    <a:pt x="2755" y="2015"/>
                  </a:cubicBezTo>
                  <a:lnTo>
                    <a:pt x="2755" y="2015"/>
                  </a:lnTo>
                  <a:cubicBezTo>
                    <a:pt x="3046" y="1763"/>
                    <a:pt x="3266" y="1428"/>
                    <a:pt x="3338" y="1075"/>
                  </a:cubicBezTo>
                  <a:cubicBezTo>
                    <a:pt x="3429" y="625"/>
                    <a:pt x="3203" y="1"/>
                    <a:pt x="27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57"/>
            <p:cNvSpPr/>
            <p:nvPr/>
          </p:nvSpPr>
          <p:spPr>
            <a:xfrm>
              <a:off x="4789825" y="2500750"/>
              <a:ext cx="85725" cy="61275"/>
            </a:xfrm>
            <a:custGeom>
              <a:avLst/>
              <a:gdLst/>
              <a:ahLst/>
              <a:cxnLst/>
              <a:rect l="l" t="t" r="r" b="b"/>
              <a:pathLst>
                <a:path w="3429" h="2451" extrusionOk="0">
                  <a:moveTo>
                    <a:pt x="2756" y="400"/>
                  </a:moveTo>
                  <a:cubicBezTo>
                    <a:pt x="3003" y="400"/>
                    <a:pt x="3065" y="914"/>
                    <a:pt x="2991" y="1114"/>
                  </a:cubicBezTo>
                  <a:cubicBezTo>
                    <a:pt x="2945" y="1243"/>
                    <a:pt x="2835" y="1381"/>
                    <a:pt x="2757" y="1488"/>
                  </a:cubicBezTo>
                  <a:cubicBezTo>
                    <a:pt x="2720" y="1539"/>
                    <a:pt x="2681" y="1587"/>
                    <a:pt x="2641" y="1633"/>
                  </a:cubicBezTo>
                  <a:lnTo>
                    <a:pt x="2641" y="1633"/>
                  </a:lnTo>
                  <a:cubicBezTo>
                    <a:pt x="2418" y="1288"/>
                    <a:pt x="2236" y="708"/>
                    <a:pt x="2599" y="457"/>
                  </a:cubicBezTo>
                  <a:cubicBezTo>
                    <a:pt x="2658" y="417"/>
                    <a:pt x="2710" y="400"/>
                    <a:pt x="2756" y="400"/>
                  </a:cubicBezTo>
                  <a:close/>
                  <a:moveTo>
                    <a:pt x="2742" y="1"/>
                  </a:moveTo>
                  <a:cubicBezTo>
                    <a:pt x="2634" y="1"/>
                    <a:pt x="2512" y="35"/>
                    <a:pt x="2379" y="114"/>
                  </a:cubicBezTo>
                  <a:cubicBezTo>
                    <a:pt x="1797" y="461"/>
                    <a:pt x="2052" y="1393"/>
                    <a:pt x="2374" y="1887"/>
                  </a:cubicBezTo>
                  <a:lnTo>
                    <a:pt x="2374" y="1887"/>
                  </a:lnTo>
                  <a:cubicBezTo>
                    <a:pt x="2166" y="2044"/>
                    <a:pt x="1927" y="2138"/>
                    <a:pt x="1658" y="2138"/>
                  </a:cubicBezTo>
                  <a:cubicBezTo>
                    <a:pt x="1558" y="2138"/>
                    <a:pt x="1454" y="2125"/>
                    <a:pt x="1346" y="2098"/>
                  </a:cubicBezTo>
                  <a:cubicBezTo>
                    <a:pt x="692" y="1934"/>
                    <a:pt x="284" y="1369"/>
                    <a:pt x="288" y="701"/>
                  </a:cubicBezTo>
                  <a:cubicBezTo>
                    <a:pt x="288" y="629"/>
                    <a:pt x="236" y="593"/>
                    <a:pt x="181" y="593"/>
                  </a:cubicBezTo>
                  <a:cubicBezTo>
                    <a:pt x="127" y="593"/>
                    <a:pt x="70" y="630"/>
                    <a:pt x="65" y="701"/>
                  </a:cubicBezTo>
                  <a:cubicBezTo>
                    <a:pt x="1" y="1625"/>
                    <a:pt x="643" y="2362"/>
                    <a:pt x="1570" y="2446"/>
                  </a:cubicBezTo>
                  <a:cubicBezTo>
                    <a:pt x="1607" y="2449"/>
                    <a:pt x="1644" y="2451"/>
                    <a:pt x="1681" y="2451"/>
                  </a:cubicBezTo>
                  <a:cubicBezTo>
                    <a:pt x="2027" y="2451"/>
                    <a:pt x="2379" y="2308"/>
                    <a:pt x="2671" y="2083"/>
                  </a:cubicBezTo>
                  <a:lnTo>
                    <a:pt x="2671" y="2083"/>
                  </a:lnTo>
                  <a:cubicBezTo>
                    <a:pt x="2703" y="2069"/>
                    <a:pt x="2732" y="2045"/>
                    <a:pt x="2753" y="2016"/>
                  </a:cubicBezTo>
                  <a:lnTo>
                    <a:pt x="2753" y="2016"/>
                  </a:lnTo>
                  <a:cubicBezTo>
                    <a:pt x="3046" y="1764"/>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57"/>
            <p:cNvSpPr/>
            <p:nvPr/>
          </p:nvSpPr>
          <p:spPr>
            <a:xfrm>
              <a:off x="4841025" y="2500750"/>
              <a:ext cx="85700" cy="61275"/>
            </a:xfrm>
            <a:custGeom>
              <a:avLst/>
              <a:gdLst/>
              <a:ahLst/>
              <a:cxnLst/>
              <a:rect l="l" t="t" r="r" b="b"/>
              <a:pathLst>
                <a:path w="3428" h="2451" extrusionOk="0">
                  <a:moveTo>
                    <a:pt x="2755" y="400"/>
                  </a:moveTo>
                  <a:cubicBezTo>
                    <a:pt x="3002" y="400"/>
                    <a:pt x="3064" y="914"/>
                    <a:pt x="2990" y="1114"/>
                  </a:cubicBezTo>
                  <a:cubicBezTo>
                    <a:pt x="2944" y="1243"/>
                    <a:pt x="2834" y="1381"/>
                    <a:pt x="2756" y="1488"/>
                  </a:cubicBezTo>
                  <a:cubicBezTo>
                    <a:pt x="2719" y="1539"/>
                    <a:pt x="2680" y="1587"/>
                    <a:pt x="2640" y="1633"/>
                  </a:cubicBezTo>
                  <a:lnTo>
                    <a:pt x="2640" y="1633"/>
                  </a:lnTo>
                  <a:cubicBezTo>
                    <a:pt x="2417" y="1288"/>
                    <a:pt x="2235" y="708"/>
                    <a:pt x="2598" y="457"/>
                  </a:cubicBezTo>
                  <a:cubicBezTo>
                    <a:pt x="2657" y="417"/>
                    <a:pt x="2709" y="400"/>
                    <a:pt x="2755" y="400"/>
                  </a:cubicBezTo>
                  <a:close/>
                  <a:moveTo>
                    <a:pt x="2741" y="1"/>
                  </a:moveTo>
                  <a:cubicBezTo>
                    <a:pt x="2633" y="1"/>
                    <a:pt x="2511" y="35"/>
                    <a:pt x="2378" y="114"/>
                  </a:cubicBezTo>
                  <a:cubicBezTo>
                    <a:pt x="1796" y="461"/>
                    <a:pt x="2051" y="1393"/>
                    <a:pt x="2373" y="1887"/>
                  </a:cubicBezTo>
                  <a:lnTo>
                    <a:pt x="2373" y="1887"/>
                  </a:lnTo>
                  <a:cubicBezTo>
                    <a:pt x="2165" y="2044"/>
                    <a:pt x="1926" y="2138"/>
                    <a:pt x="1657" y="2138"/>
                  </a:cubicBezTo>
                  <a:cubicBezTo>
                    <a:pt x="1557" y="2138"/>
                    <a:pt x="1453" y="2125"/>
                    <a:pt x="1345" y="2098"/>
                  </a:cubicBezTo>
                  <a:cubicBezTo>
                    <a:pt x="691" y="1934"/>
                    <a:pt x="283" y="1369"/>
                    <a:pt x="287" y="701"/>
                  </a:cubicBezTo>
                  <a:cubicBezTo>
                    <a:pt x="287" y="629"/>
                    <a:pt x="235" y="593"/>
                    <a:pt x="180" y="593"/>
                  </a:cubicBezTo>
                  <a:cubicBezTo>
                    <a:pt x="126" y="593"/>
                    <a:pt x="69" y="630"/>
                    <a:pt x="64" y="701"/>
                  </a:cubicBezTo>
                  <a:cubicBezTo>
                    <a:pt x="0" y="1625"/>
                    <a:pt x="644" y="2362"/>
                    <a:pt x="1569" y="2446"/>
                  </a:cubicBezTo>
                  <a:cubicBezTo>
                    <a:pt x="1606" y="2449"/>
                    <a:pt x="1643" y="2451"/>
                    <a:pt x="1680" y="2451"/>
                  </a:cubicBezTo>
                  <a:cubicBezTo>
                    <a:pt x="2026" y="2451"/>
                    <a:pt x="2378" y="2309"/>
                    <a:pt x="2669" y="2084"/>
                  </a:cubicBezTo>
                  <a:lnTo>
                    <a:pt x="2669" y="2084"/>
                  </a:lnTo>
                  <a:cubicBezTo>
                    <a:pt x="2703" y="2069"/>
                    <a:pt x="2733" y="2045"/>
                    <a:pt x="2755" y="2014"/>
                  </a:cubicBezTo>
                  <a:lnTo>
                    <a:pt x="2755" y="2014"/>
                  </a:lnTo>
                  <a:cubicBezTo>
                    <a:pt x="3046" y="1762"/>
                    <a:pt x="3265" y="1427"/>
                    <a:pt x="3336" y="1075"/>
                  </a:cubicBezTo>
                  <a:cubicBezTo>
                    <a:pt x="3428" y="625"/>
                    <a:pt x="3202"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57"/>
            <p:cNvSpPr/>
            <p:nvPr/>
          </p:nvSpPr>
          <p:spPr>
            <a:xfrm>
              <a:off x="4892200" y="2500750"/>
              <a:ext cx="85725" cy="61275"/>
            </a:xfrm>
            <a:custGeom>
              <a:avLst/>
              <a:gdLst/>
              <a:ahLst/>
              <a:cxnLst/>
              <a:rect l="l" t="t" r="r" b="b"/>
              <a:pathLst>
                <a:path w="3429" h="2451" extrusionOk="0">
                  <a:moveTo>
                    <a:pt x="2755" y="400"/>
                  </a:moveTo>
                  <a:cubicBezTo>
                    <a:pt x="3002" y="400"/>
                    <a:pt x="3064" y="914"/>
                    <a:pt x="2992" y="1114"/>
                  </a:cubicBezTo>
                  <a:cubicBezTo>
                    <a:pt x="2944" y="1243"/>
                    <a:pt x="2834" y="1381"/>
                    <a:pt x="2756" y="1488"/>
                  </a:cubicBezTo>
                  <a:cubicBezTo>
                    <a:pt x="2719" y="1539"/>
                    <a:pt x="2681" y="1587"/>
                    <a:pt x="2641" y="1633"/>
                  </a:cubicBezTo>
                  <a:lnTo>
                    <a:pt x="2641" y="1633"/>
                  </a:lnTo>
                  <a:cubicBezTo>
                    <a:pt x="2417" y="1288"/>
                    <a:pt x="2236" y="708"/>
                    <a:pt x="2600" y="457"/>
                  </a:cubicBezTo>
                  <a:cubicBezTo>
                    <a:pt x="2658" y="417"/>
                    <a:pt x="2710" y="400"/>
                    <a:pt x="2755" y="400"/>
                  </a:cubicBezTo>
                  <a:close/>
                  <a:moveTo>
                    <a:pt x="2742" y="1"/>
                  </a:moveTo>
                  <a:cubicBezTo>
                    <a:pt x="2634" y="1"/>
                    <a:pt x="2513" y="35"/>
                    <a:pt x="2379" y="114"/>
                  </a:cubicBezTo>
                  <a:cubicBezTo>
                    <a:pt x="1797" y="461"/>
                    <a:pt x="2053" y="1393"/>
                    <a:pt x="2373" y="1887"/>
                  </a:cubicBezTo>
                  <a:lnTo>
                    <a:pt x="2373" y="1887"/>
                  </a:lnTo>
                  <a:cubicBezTo>
                    <a:pt x="2165" y="2044"/>
                    <a:pt x="1927" y="2138"/>
                    <a:pt x="1657" y="2138"/>
                  </a:cubicBezTo>
                  <a:cubicBezTo>
                    <a:pt x="1557" y="2138"/>
                    <a:pt x="1453" y="2125"/>
                    <a:pt x="1345" y="2098"/>
                  </a:cubicBezTo>
                  <a:cubicBezTo>
                    <a:pt x="691" y="1934"/>
                    <a:pt x="283" y="1369"/>
                    <a:pt x="287" y="701"/>
                  </a:cubicBezTo>
                  <a:cubicBezTo>
                    <a:pt x="287" y="629"/>
                    <a:pt x="235" y="593"/>
                    <a:pt x="181" y="593"/>
                  </a:cubicBezTo>
                  <a:cubicBezTo>
                    <a:pt x="126" y="593"/>
                    <a:pt x="70" y="630"/>
                    <a:pt x="65" y="701"/>
                  </a:cubicBezTo>
                  <a:cubicBezTo>
                    <a:pt x="0" y="1625"/>
                    <a:pt x="644" y="2362"/>
                    <a:pt x="1569" y="2446"/>
                  </a:cubicBezTo>
                  <a:cubicBezTo>
                    <a:pt x="1606" y="2449"/>
                    <a:pt x="1643" y="2451"/>
                    <a:pt x="1680" y="2451"/>
                  </a:cubicBezTo>
                  <a:cubicBezTo>
                    <a:pt x="2026" y="2451"/>
                    <a:pt x="2378" y="2309"/>
                    <a:pt x="2669" y="2084"/>
                  </a:cubicBezTo>
                  <a:lnTo>
                    <a:pt x="2669" y="2084"/>
                  </a:lnTo>
                  <a:cubicBezTo>
                    <a:pt x="2703" y="2069"/>
                    <a:pt x="2733" y="2045"/>
                    <a:pt x="2755" y="2014"/>
                  </a:cubicBezTo>
                  <a:lnTo>
                    <a:pt x="2755" y="2014"/>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57"/>
            <p:cNvSpPr/>
            <p:nvPr/>
          </p:nvSpPr>
          <p:spPr>
            <a:xfrm>
              <a:off x="4943375" y="2500750"/>
              <a:ext cx="85725" cy="61275"/>
            </a:xfrm>
            <a:custGeom>
              <a:avLst/>
              <a:gdLst/>
              <a:ahLst/>
              <a:cxnLst/>
              <a:rect l="l" t="t" r="r" b="b"/>
              <a:pathLst>
                <a:path w="3429" h="2451" extrusionOk="0">
                  <a:moveTo>
                    <a:pt x="2756" y="400"/>
                  </a:moveTo>
                  <a:cubicBezTo>
                    <a:pt x="3004" y="400"/>
                    <a:pt x="3066" y="914"/>
                    <a:pt x="2992" y="1114"/>
                  </a:cubicBezTo>
                  <a:cubicBezTo>
                    <a:pt x="2945" y="1243"/>
                    <a:pt x="2834" y="1381"/>
                    <a:pt x="2756" y="1488"/>
                  </a:cubicBezTo>
                  <a:cubicBezTo>
                    <a:pt x="2719" y="1538"/>
                    <a:pt x="2681" y="1587"/>
                    <a:pt x="2641" y="1633"/>
                  </a:cubicBezTo>
                  <a:lnTo>
                    <a:pt x="2641" y="1633"/>
                  </a:lnTo>
                  <a:cubicBezTo>
                    <a:pt x="2417" y="1288"/>
                    <a:pt x="2237" y="708"/>
                    <a:pt x="2600" y="457"/>
                  </a:cubicBezTo>
                  <a:cubicBezTo>
                    <a:pt x="2658" y="417"/>
                    <a:pt x="2710" y="400"/>
                    <a:pt x="2756" y="400"/>
                  </a:cubicBezTo>
                  <a:close/>
                  <a:moveTo>
                    <a:pt x="2742" y="1"/>
                  </a:moveTo>
                  <a:cubicBezTo>
                    <a:pt x="2634" y="1"/>
                    <a:pt x="2513" y="35"/>
                    <a:pt x="2379" y="114"/>
                  </a:cubicBezTo>
                  <a:cubicBezTo>
                    <a:pt x="1798" y="461"/>
                    <a:pt x="2053" y="1393"/>
                    <a:pt x="2373" y="1887"/>
                  </a:cubicBezTo>
                  <a:lnTo>
                    <a:pt x="2373" y="1887"/>
                  </a:lnTo>
                  <a:cubicBezTo>
                    <a:pt x="2166" y="2044"/>
                    <a:pt x="1927" y="2138"/>
                    <a:pt x="1658" y="2138"/>
                  </a:cubicBezTo>
                  <a:cubicBezTo>
                    <a:pt x="1558" y="2138"/>
                    <a:pt x="1454" y="2125"/>
                    <a:pt x="1346" y="2098"/>
                  </a:cubicBezTo>
                  <a:cubicBezTo>
                    <a:pt x="692" y="1934"/>
                    <a:pt x="283" y="1369"/>
                    <a:pt x="288" y="701"/>
                  </a:cubicBezTo>
                  <a:cubicBezTo>
                    <a:pt x="288" y="629"/>
                    <a:pt x="235" y="593"/>
                    <a:pt x="181" y="593"/>
                  </a:cubicBezTo>
                  <a:cubicBezTo>
                    <a:pt x="126" y="593"/>
                    <a:pt x="70" y="630"/>
                    <a:pt x="65" y="701"/>
                  </a:cubicBezTo>
                  <a:cubicBezTo>
                    <a:pt x="0" y="1625"/>
                    <a:pt x="644" y="2362"/>
                    <a:pt x="1570" y="2446"/>
                  </a:cubicBezTo>
                  <a:cubicBezTo>
                    <a:pt x="1607" y="2449"/>
                    <a:pt x="1644" y="2451"/>
                    <a:pt x="1682" y="2451"/>
                  </a:cubicBezTo>
                  <a:cubicBezTo>
                    <a:pt x="2028" y="2451"/>
                    <a:pt x="2379" y="2308"/>
                    <a:pt x="2671" y="2083"/>
                  </a:cubicBezTo>
                  <a:lnTo>
                    <a:pt x="2671" y="2083"/>
                  </a:lnTo>
                  <a:cubicBezTo>
                    <a:pt x="2703" y="2069"/>
                    <a:pt x="2733" y="2045"/>
                    <a:pt x="2754" y="2015"/>
                  </a:cubicBezTo>
                  <a:lnTo>
                    <a:pt x="2754" y="2015"/>
                  </a:lnTo>
                  <a:cubicBezTo>
                    <a:pt x="3046" y="1763"/>
                    <a:pt x="3265" y="1428"/>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57"/>
            <p:cNvSpPr/>
            <p:nvPr/>
          </p:nvSpPr>
          <p:spPr>
            <a:xfrm>
              <a:off x="4994550" y="2500750"/>
              <a:ext cx="85750" cy="61275"/>
            </a:xfrm>
            <a:custGeom>
              <a:avLst/>
              <a:gdLst/>
              <a:ahLst/>
              <a:cxnLst/>
              <a:rect l="l" t="t" r="r" b="b"/>
              <a:pathLst>
                <a:path w="3430" h="2451" extrusionOk="0">
                  <a:moveTo>
                    <a:pt x="2756" y="400"/>
                  </a:moveTo>
                  <a:cubicBezTo>
                    <a:pt x="3004" y="400"/>
                    <a:pt x="3066" y="914"/>
                    <a:pt x="2992" y="1114"/>
                  </a:cubicBezTo>
                  <a:cubicBezTo>
                    <a:pt x="2945" y="1243"/>
                    <a:pt x="2836" y="1381"/>
                    <a:pt x="2757" y="1488"/>
                  </a:cubicBezTo>
                  <a:cubicBezTo>
                    <a:pt x="2720" y="1539"/>
                    <a:pt x="2682" y="1587"/>
                    <a:pt x="2642" y="1633"/>
                  </a:cubicBezTo>
                  <a:lnTo>
                    <a:pt x="2642" y="1633"/>
                  </a:lnTo>
                  <a:cubicBezTo>
                    <a:pt x="2418" y="1288"/>
                    <a:pt x="2236" y="708"/>
                    <a:pt x="2600" y="457"/>
                  </a:cubicBezTo>
                  <a:cubicBezTo>
                    <a:pt x="2658" y="417"/>
                    <a:pt x="2710" y="400"/>
                    <a:pt x="2756" y="400"/>
                  </a:cubicBezTo>
                  <a:close/>
                  <a:moveTo>
                    <a:pt x="2742" y="1"/>
                  </a:moveTo>
                  <a:cubicBezTo>
                    <a:pt x="2634" y="1"/>
                    <a:pt x="2513" y="35"/>
                    <a:pt x="2380" y="114"/>
                  </a:cubicBezTo>
                  <a:cubicBezTo>
                    <a:pt x="1798" y="461"/>
                    <a:pt x="2053" y="1393"/>
                    <a:pt x="2374" y="1887"/>
                  </a:cubicBezTo>
                  <a:lnTo>
                    <a:pt x="2374" y="1887"/>
                  </a:lnTo>
                  <a:cubicBezTo>
                    <a:pt x="2166" y="2044"/>
                    <a:pt x="1928" y="2138"/>
                    <a:pt x="1658" y="2138"/>
                  </a:cubicBezTo>
                  <a:cubicBezTo>
                    <a:pt x="1559" y="2138"/>
                    <a:pt x="1455" y="2125"/>
                    <a:pt x="1346" y="2098"/>
                  </a:cubicBezTo>
                  <a:cubicBezTo>
                    <a:pt x="692" y="1934"/>
                    <a:pt x="284" y="1369"/>
                    <a:pt x="288" y="701"/>
                  </a:cubicBezTo>
                  <a:cubicBezTo>
                    <a:pt x="288" y="629"/>
                    <a:pt x="236" y="593"/>
                    <a:pt x="181" y="593"/>
                  </a:cubicBezTo>
                  <a:cubicBezTo>
                    <a:pt x="127" y="593"/>
                    <a:pt x="71" y="630"/>
                    <a:pt x="65" y="701"/>
                  </a:cubicBezTo>
                  <a:cubicBezTo>
                    <a:pt x="0" y="1625"/>
                    <a:pt x="644" y="2362"/>
                    <a:pt x="1570" y="2446"/>
                  </a:cubicBezTo>
                  <a:cubicBezTo>
                    <a:pt x="1607" y="2449"/>
                    <a:pt x="1645" y="2451"/>
                    <a:pt x="1682" y="2451"/>
                  </a:cubicBezTo>
                  <a:cubicBezTo>
                    <a:pt x="2028" y="2451"/>
                    <a:pt x="2379" y="2309"/>
                    <a:pt x="2671" y="2083"/>
                  </a:cubicBezTo>
                  <a:lnTo>
                    <a:pt x="2671" y="2083"/>
                  </a:lnTo>
                  <a:cubicBezTo>
                    <a:pt x="2703" y="2069"/>
                    <a:pt x="2733" y="2045"/>
                    <a:pt x="2755" y="2015"/>
                  </a:cubicBezTo>
                  <a:lnTo>
                    <a:pt x="2755" y="2015"/>
                  </a:lnTo>
                  <a:cubicBezTo>
                    <a:pt x="3046" y="1763"/>
                    <a:pt x="3265" y="1427"/>
                    <a:pt x="3337" y="1075"/>
                  </a:cubicBezTo>
                  <a:cubicBezTo>
                    <a:pt x="3429"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57"/>
            <p:cNvSpPr/>
            <p:nvPr/>
          </p:nvSpPr>
          <p:spPr>
            <a:xfrm>
              <a:off x="5045750" y="2500750"/>
              <a:ext cx="85725" cy="61275"/>
            </a:xfrm>
            <a:custGeom>
              <a:avLst/>
              <a:gdLst/>
              <a:ahLst/>
              <a:cxnLst/>
              <a:rect l="l" t="t" r="r" b="b"/>
              <a:pathLst>
                <a:path w="3429" h="2451" extrusionOk="0">
                  <a:moveTo>
                    <a:pt x="2755" y="400"/>
                  </a:moveTo>
                  <a:cubicBezTo>
                    <a:pt x="3003" y="400"/>
                    <a:pt x="3065" y="914"/>
                    <a:pt x="2991" y="1114"/>
                  </a:cubicBezTo>
                  <a:cubicBezTo>
                    <a:pt x="2944" y="1243"/>
                    <a:pt x="2835" y="1381"/>
                    <a:pt x="2756" y="1488"/>
                  </a:cubicBezTo>
                  <a:cubicBezTo>
                    <a:pt x="2719" y="1539"/>
                    <a:pt x="2681" y="1587"/>
                    <a:pt x="2641" y="1633"/>
                  </a:cubicBezTo>
                  <a:lnTo>
                    <a:pt x="2641" y="1633"/>
                  </a:lnTo>
                  <a:cubicBezTo>
                    <a:pt x="2417" y="1288"/>
                    <a:pt x="2235" y="708"/>
                    <a:pt x="2599" y="457"/>
                  </a:cubicBezTo>
                  <a:cubicBezTo>
                    <a:pt x="2657" y="417"/>
                    <a:pt x="2709" y="400"/>
                    <a:pt x="2755" y="400"/>
                  </a:cubicBezTo>
                  <a:close/>
                  <a:moveTo>
                    <a:pt x="2742" y="1"/>
                  </a:moveTo>
                  <a:cubicBezTo>
                    <a:pt x="2633" y="1"/>
                    <a:pt x="2512" y="35"/>
                    <a:pt x="2379" y="114"/>
                  </a:cubicBezTo>
                  <a:cubicBezTo>
                    <a:pt x="1797" y="461"/>
                    <a:pt x="2052" y="1393"/>
                    <a:pt x="2373" y="1887"/>
                  </a:cubicBezTo>
                  <a:lnTo>
                    <a:pt x="2373" y="1887"/>
                  </a:lnTo>
                  <a:cubicBezTo>
                    <a:pt x="2165" y="2044"/>
                    <a:pt x="1927" y="2138"/>
                    <a:pt x="1657" y="2138"/>
                  </a:cubicBezTo>
                  <a:cubicBezTo>
                    <a:pt x="1558" y="2138"/>
                    <a:pt x="1454" y="2125"/>
                    <a:pt x="1345" y="2098"/>
                  </a:cubicBezTo>
                  <a:cubicBezTo>
                    <a:pt x="691" y="1934"/>
                    <a:pt x="283" y="1369"/>
                    <a:pt x="287" y="701"/>
                  </a:cubicBezTo>
                  <a:cubicBezTo>
                    <a:pt x="288" y="629"/>
                    <a:pt x="235" y="593"/>
                    <a:pt x="181" y="593"/>
                  </a:cubicBezTo>
                  <a:cubicBezTo>
                    <a:pt x="126" y="593"/>
                    <a:pt x="70" y="630"/>
                    <a:pt x="64" y="701"/>
                  </a:cubicBezTo>
                  <a:cubicBezTo>
                    <a:pt x="1" y="1625"/>
                    <a:pt x="644" y="2362"/>
                    <a:pt x="1569" y="2446"/>
                  </a:cubicBezTo>
                  <a:cubicBezTo>
                    <a:pt x="1606" y="2449"/>
                    <a:pt x="1644" y="2451"/>
                    <a:pt x="1681" y="2451"/>
                  </a:cubicBezTo>
                  <a:cubicBezTo>
                    <a:pt x="2027" y="2451"/>
                    <a:pt x="2378" y="2309"/>
                    <a:pt x="2670" y="2084"/>
                  </a:cubicBezTo>
                  <a:lnTo>
                    <a:pt x="2670" y="2084"/>
                  </a:lnTo>
                  <a:cubicBezTo>
                    <a:pt x="2703" y="2069"/>
                    <a:pt x="2733" y="2045"/>
                    <a:pt x="2755" y="2014"/>
                  </a:cubicBezTo>
                  <a:lnTo>
                    <a:pt x="2755" y="2014"/>
                  </a:lnTo>
                  <a:cubicBezTo>
                    <a:pt x="3047" y="1763"/>
                    <a:pt x="3266" y="1427"/>
                    <a:pt x="3338" y="1075"/>
                  </a:cubicBezTo>
                  <a:cubicBezTo>
                    <a:pt x="3428" y="625"/>
                    <a:pt x="3203" y="1"/>
                    <a:pt x="2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 name="Google Shape;1078;p57"/>
          <p:cNvGrpSpPr/>
          <p:nvPr/>
        </p:nvGrpSpPr>
        <p:grpSpPr>
          <a:xfrm>
            <a:off x="6045231" y="3724251"/>
            <a:ext cx="2050474" cy="267455"/>
            <a:chOff x="5292225" y="1046975"/>
            <a:chExt cx="1021000" cy="133175"/>
          </a:xfrm>
        </p:grpSpPr>
        <p:sp>
          <p:nvSpPr>
            <p:cNvPr id="1079" name="Google Shape;1079;p57"/>
            <p:cNvSpPr/>
            <p:nvPr/>
          </p:nvSpPr>
          <p:spPr>
            <a:xfrm>
              <a:off x="5295975" y="1046975"/>
              <a:ext cx="69750" cy="61850"/>
            </a:xfrm>
            <a:custGeom>
              <a:avLst/>
              <a:gdLst/>
              <a:ahLst/>
              <a:cxnLst/>
              <a:rect l="l" t="t" r="r" b="b"/>
              <a:pathLst>
                <a:path w="2790" h="2474" extrusionOk="0">
                  <a:moveTo>
                    <a:pt x="1380" y="0"/>
                  </a:moveTo>
                  <a:cubicBezTo>
                    <a:pt x="571" y="0"/>
                    <a:pt x="1" y="772"/>
                    <a:pt x="347" y="1557"/>
                  </a:cubicBezTo>
                  <a:cubicBezTo>
                    <a:pt x="516" y="1942"/>
                    <a:pt x="868" y="2169"/>
                    <a:pt x="1256" y="2298"/>
                  </a:cubicBezTo>
                  <a:cubicBezTo>
                    <a:pt x="1500" y="2379"/>
                    <a:pt x="1870" y="2474"/>
                    <a:pt x="2199" y="2474"/>
                  </a:cubicBezTo>
                  <a:cubicBezTo>
                    <a:pt x="2391" y="2474"/>
                    <a:pt x="2570" y="2441"/>
                    <a:pt x="2701" y="2355"/>
                  </a:cubicBezTo>
                  <a:cubicBezTo>
                    <a:pt x="2781" y="2303"/>
                    <a:pt x="2790" y="2182"/>
                    <a:pt x="2701" y="2131"/>
                  </a:cubicBezTo>
                  <a:cubicBezTo>
                    <a:pt x="2489" y="2010"/>
                    <a:pt x="2267" y="2054"/>
                    <a:pt x="2026" y="2034"/>
                  </a:cubicBezTo>
                  <a:cubicBezTo>
                    <a:pt x="1708" y="2008"/>
                    <a:pt x="1353" y="1955"/>
                    <a:pt x="1071" y="1792"/>
                  </a:cubicBezTo>
                  <a:cubicBezTo>
                    <a:pt x="269" y="1326"/>
                    <a:pt x="626" y="159"/>
                    <a:pt x="1513" y="86"/>
                  </a:cubicBezTo>
                  <a:cubicBezTo>
                    <a:pt x="1565" y="82"/>
                    <a:pt x="1564" y="12"/>
                    <a:pt x="1513" y="7"/>
                  </a:cubicBezTo>
                  <a:cubicBezTo>
                    <a:pt x="1468" y="2"/>
                    <a:pt x="1424" y="0"/>
                    <a:pt x="1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57"/>
            <p:cNvSpPr/>
            <p:nvPr/>
          </p:nvSpPr>
          <p:spPr>
            <a:xfrm>
              <a:off x="5292225" y="1101875"/>
              <a:ext cx="79525" cy="78250"/>
            </a:xfrm>
            <a:custGeom>
              <a:avLst/>
              <a:gdLst/>
              <a:ahLst/>
              <a:cxnLst/>
              <a:rect l="l" t="t" r="r" b="b"/>
              <a:pathLst>
                <a:path w="3181" h="3130" extrusionOk="0">
                  <a:moveTo>
                    <a:pt x="2076" y="1"/>
                  </a:moveTo>
                  <a:cubicBezTo>
                    <a:pt x="1413" y="1"/>
                    <a:pt x="732" y="187"/>
                    <a:pt x="400" y="783"/>
                  </a:cubicBezTo>
                  <a:cubicBezTo>
                    <a:pt x="0" y="1504"/>
                    <a:pt x="224" y="2541"/>
                    <a:pt x="953" y="2959"/>
                  </a:cubicBezTo>
                  <a:cubicBezTo>
                    <a:pt x="1156" y="3076"/>
                    <a:pt x="1380" y="3130"/>
                    <a:pt x="1605" y="3130"/>
                  </a:cubicBezTo>
                  <a:cubicBezTo>
                    <a:pt x="2171" y="3130"/>
                    <a:pt x="2741" y="2790"/>
                    <a:pt x="2988" y="2270"/>
                  </a:cubicBezTo>
                  <a:cubicBezTo>
                    <a:pt x="3154" y="1918"/>
                    <a:pt x="3181" y="1436"/>
                    <a:pt x="2916" y="1123"/>
                  </a:cubicBezTo>
                  <a:cubicBezTo>
                    <a:pt x="2800" y="985"/>
                    <a:pt x="2646" y="913"/>
                    <a:pt x="2492" y="913"/>
                  </a:cubicBezTo>
                  <a:cubicBezTo>
                    <a:pt x="2361" y="913"/>
                    <a:pt x="2231" y="965"/>
                    <a:pt x="2124" y="1075"/>
                  </a:cubicBezTo>
                  <a:cubicBezTo>
                    <a:pt x="2062" y="1139"/>
                    <a:pt x="2104" y="1261"/>
                    <a:pt x="2199" y="1261"/>
                  </a:cubicBezTo>
                  <a:cubicBezTo>
                    <a:pt x="2200" y="1261"/>
                    <a:pt x="2201" y="1261"/>
                    <a:pt x="2202" y="1261"/>
                  </a:cubicBezTo>
                  <a:cubicBezTo>
                    <a:pt x="2355" y="1355"/>
                    <a:pt x="2507" y="1449"/>
                    <a:pt x="2661" y="1543"/>
                  </a:cubicBezTo>
                  <a:cubicBezTo>
                    <a:pt x="2661" y="1646"/>
                    <a:pt x="2662" y="1749"/>
                    <a:pt x="2664" y="1852"/>
                  </a:cubicBezTo>
                  <a:cubicBezTo>
                    <a:pt x="2635" y="1996"/>
                    <a:pt x="2563" y="2123"/>
                    <a:pt x="2473" y="2236"/>
                  </a:cubicBezTo>
                  <a:cubicBezTo>
                    <a:pt x="2316" y="2434"/>
                    <a:pt x="2083" y="2588"/>
                    <a:pt x="1832" y="2640"/>
                  </a:cubicBezTo>
                  <a:cubicBezTo>
                    <a:pt x="1765" y="2654"/>
                    <a:pt x="1700" y="2660"/>
                    <a:pt x="1637" y="2660"/>
                  </a:cubicBezTo>
                  <a:cubicBezTo>
                    <a:pt x="1145" y="2660"/>
                    <a:pt x="771" y="2264"/>
                    <a:pt x="691" y="1767"/>
                  </a:cubicBezTo>
                  <a:cubicBezTo>
                    <a:pt x="486" y="489"/>
                    <a:pt x="1942" y="343"/>
                    <a:pt x="2844" y="185"/>
                  </a:cubicBezTo>
                  <a:cubicBezTo>
                    <a:pt x="2898" y="175"/>
                    <a:pt x="2897" y="87"/>
                    <a:pt x="2844" y="77"/>
                  </a:cubicBezTo>
                  <a:cubicBezTo>
                    <a:pt x="2607" y="31"/>
                    <a:pt x="2343" y="1"/>
                    <a:pt x="20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57"/>
            <p:cNvSpPr/>
            <p:nvPr/>
          </p:nvSpPr>
          <p:spPr>
            <a:xfrm>
              <a:off x="5334725" y="1098075"/>
              <a:ext cx="416275" cy="9925"/>
            </a:xfrm>
            <a:custGeom>
              <a:avLst/>
              <a:gdLst/>
              <a:ahLst/>
              <a:cxnLst/>
              <a:rect l="l" t="t" r="r" b="b"/>
              <a:pathLst>
                <a:path w="16651" h="397" extrusionOk="0">
                  <a:moveTo>
                    <a:pt x="1" y="1"/>
                  </a:moveTo>
                  <a:lnTo>
                    <a:pt x="1" y="397"/>
                  </a:lnTo>
                  <a:lnTo>
                    <a:pt x="16651" y="218"/>
                  </a:lnTo>
                  <a:lnTo>
                    <a:pt x="16651" y="179"/>
                  </a:lnTo>
                  <a:lnTo>
                    <a:pt x="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57"/>
            <p:cNvSpPr/>
            <p:nvPr/>
          </p:nvSpPr>
          <p:spPr>
            <a:xfrm>
              <a:off x="6239525" y="1046975"/>
              <a:ext cx="69825" cy="61825"/>
            </a:xfrm>
            <a:custGeom>
              <a:avLst/>
              <a:gdLst/>
              <a:ahLst/>
              <a:cxnLst/>
              <a:rect l="l" t="t" r="r" b="b"/>
              <a:pathLst>
                <a:path w="2793" h="2473" extrusionOk="0">
                  <a:moveTo>
                    <a:pt x="1408" y="0"/>
                  </a:moveTo>
                  <a:cubicBezTo>
                    <a:pt x="1365" y="0"/>
                    <a:pt x="1322" y="2"/>
                    <a:pt x="1277" y="7"/>
                  </a:cubicBezTo>
                  <a:cubicBezTo>
                    <a:pt x="1227" y="12"/>
                    <a:pt x="1225" y="82"/>
                    <a:pt x="1277" y="86"/>
                  </a:cubicBezTo>
                  <a:cubicBezTo>
                    <a:pt x="2159" y="158"/>
                    <a:pt x="2527" y="1331"/>
                    <a:pt x="1719" y="1792"/>
                  </a:cubicBezTo>
                  <a:cubicBezTo>
                    <a:pt x="1455" y="1943"/>
                    <a:pt x="1133" y="1999"/>
                    <a:pt x="832" y="2028"/>
                  </a:cubicBezTo>
                  <a:cubicBezTo>
                    <a:pt x="578" y="2054"/>
                    <a:pt x="316" y="2002"/>
                    <a:pt x="89" y="2131"/>
                  </a:cubicBezTo>
                  <a:cubicBezTo>
                    <a:pt x="0" y="2182"/>
                    <a:pt x="10" y="2303"/>
                    <a:pt x="89" y="2355"/>
                  </a:cubicBezTo>
                  <a:cubicBezTo>
                    <a:pt x="219" y="2441"/>
                    <a:pt x="395" y="2472"/>
                    <a:pt x="583" y="2472"/>
                  </a:cubicBezTo>
                  <a:cubicBezTo>
                    <a:pt x="894" y="2472"/>
                    <a:pt x="1238" y="2386"/>
                    <a:pt x="1473" y="2316"/>
                  </a:cubicBezTo>
                  <a:cubicBezTo>
                    <a:pt x="1885" y="2192"/>
                    <a:pt x="2264" y="1963"/>
                    <a:pt x="2444" y="1557"/>
                  </a:cubicBezTo>
                  <a:cubicBezTo>
                    <a:pt x="2792" y="772"/>
                    <a:pt x="2218" y="0"/>
                    <a:pt x="14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57"/>
            <p:cNvSpPr/>
            <p:nvPr/>
          </p:nvSpPr>
          <p:spPr>
            <a:xfrm>
              <a:off x="6233500" y="1101875"/>
              <a:ext cx="79725" cy="78275"/>
            </a:xfrm>
            <a:custGeom>
              <a:avLst/>
              <a:gdLst/>
              <a:ahLst/>
              <a:cxnLst/>
              <a:rect l="l" t="t" r="r" b="b"/>
              <a:pathLst>
                <a:path w="3189" h="3131" extrusionOk="0">
                  <a:moveTo>
                    <a:pt x="1105" y="0"/>
                  </a:moveTo>
                  <a:cubicBezTo>
                    <a:pt x="839" y="0"/>
                    <a:pt x="576" y="31"/>
                    <a:pt x="338" y="77"/>
                  </a:cubicBezTo>
                  <a:cubicBezTo>
                    <a:pt x="284" y="87"/>
                    <a:pt x="283" y="175"/>
                    <a:pt x="338" y="185"/>
                  </a:cubicBezTo>
                  <a:cubicBezTo>
                    <a:pt x="1240" y="343"/>
                    <a:pt x="2695" y="490"/>
                    <a:pt x="2489" y="1767"/>
                  </a:cubicBezTo>
                  <a:cubicBezTo>
                    <a:pt x="2411" y="2253"/>
                    <a:pt x="2051" y="2658"/>
                    <a:pt x="1558" y="2658"/>
                  </a:cubicBezTo>
                  <a:cubicBezTo>
                    <a:pt x="1522" y="2658"/>
                    <a:pt x="1485" y="2656"/>
                    <a:pt x="1448" y="2652"/>
                  </a:cubicBezTo>
                  <a:cubicBezTo>
                    <a:pt x="1197" y="2622"/>
                    <a:pt x="948" y="2498"/>
                    <a:pt x="770" y="2314"/>
                  </a:cubicBezTo>
                  <a:cubicBezTo>
                    <a:pt x="518" y="2051"/>
                    <a:pt x="252" y="1259"/>
                    <a:pt x="947" y="1259"/>
                  </a:cubicBezTo>
                  <a:cubicBezTo>
                    <a:pt x="957" y="1259"/>
                    <a:pt x="968" y="1260"/>
                    <a:pt x="979" y="1260"/>
                  </a:cubicBezTo>
                  <a:cubicBezTo>
                    <a:pt x="980" y="1260"/>
                    <a:pt x="982" y="1260"/>
                    <a:pt x="983" y="1260"/>
                  </a:cubicBezTo>
                  <a:cubicBezTo>
                    <a:pt x="1077" y="1260"/>
                    <a:pt x="1119" y="1139"/>
                    <a:pt x="1056" y="1075"/>
                  </a:cubicBezTo>
                  <a:cubicBezTo>
                    <a:pt x="950" y="965"/>
                    <a:pt x="819" y="912"/>
                    <a:pt x="688" y="912"/>
                  </a:cubicBezTo>
                  <a:cubicBezTo>
                    <a:pt x="535" y="912"/>
                    <a:pt x="381" y="985"/>
                    <a:pt x="265" y="1123"/>
                  </a:cubicBezTo>
                  <a:cubicBezTo>
                    <a:pt x="0" y="1435"/>
                    <a:pt x="26" y="1919"/>
                    <a:pt x="193" y="2270"/>
                  </a:cubicBezTo>
                  <a:cubicBezTo>
                    <a:pt x="440" y="2789"/>
                    <a:pt x="1011" y="3130"/>
                    <a:pt x="1578" y="3130"/>
                  </a:cubicBezTo>
                  <a:cubicBezTo>
                    <a:pt x="1802" y="3130"/>
                    <a:pt x="2026" y="3077"/>
                    <a:pt x="2228" y="2959"/>
                  </a:cubicBezTo>
                  <a:cubicBezTo>
                    <a:pt x="2950" y="2541"/>
                    <a:pt x="3189" y="1501"/>
                    <a:pt x="2781" y="783"/>
                  </a:cubicBezTo>
                  <a:cubicBezTo>
                    <a:pt x="2443" y="188"/>
                    <a:pt x="1767" y="0"/>
                    <a:pt x="11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57"/>
            <p:cNvSpPr/>
            <p:nvPr/>
          </p:nvSpPr>
          <p:spPr>
            <a:xfrm>
              <a:off x="5854250" y="1098075"/>
              <a:ext cx="416275" cy="9925"/>
            </a:xfrm>
            <a:custGeom>
              <a:avLst/>
              <a:gdLst/>
              <a:ahLst/>
              <a:cxnLst/>
              <a:rect l="l" t="t" r="r" b="b"/>
              <a:pathLst>
                <a:path w="16651" h="397" extrusionOk="0">
                  <a:moveTo>
                    <a:pt x="16651" y="1"/>
                  </a:moveTo>
                  <a:lnTo>
                    <a:pt x="0" y="179"/>
                  </a:lnTo>
                  <a:lnTo>
                    <a:pt x="0" y="218"/>
                  </a:lnTo>
                  <a:lnTo>
                    <a:pt x="16651" y="397"/>
                  </a:lnTo>
                  <a:lnTo>
                    <a:pt x="1665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57"/>
            <p:cNvSpPr/>
            <p:nvPr/>
          </p:nvSpPr>
          <p:spPr>
            <a:xfrm>
              <a:off x="5780850" y="1082100"/>
              <a:ext cx="46800" cy="36300"/>
            </a:xfrm>
            <a:custGeom>
              <a:avLst/>
              <a:gdLst/>
              <a:ahLst/>
              <a:cxnLst/>
              <a:rect l="l" t="t" r="r" b="b"/>
              <a:pathLst>
                <a:path w="1872" h="1452" extrusionOk="0">
                  <a:moveTo>
                    <a:pt x="936" y="0"/>
                  </a:moveTo>
                  <a:cubicBezTo>
                    <a:pt x="2" y="0"/>
                    <a:pt x="1" y="1452"/>
                    <a:pt x="936" y="1452"/>
                  </a:cubicBezTo>
                  <a:cubicBezTo>
                    <a:pt x="1871" y="1452"/>
                    <a:pt x="1872" y="0"/>
                    <a:pt x="9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57"/>
            <p:cNvSpPr/>
            <p:nvPr/>
          </p:nvSpPr>
          <p:spPr>
            <a:xfrm>
              <a:off x="5295975" y="1046975"/>
              <a:ext cx="69750" cy="61850"/>
            </a:xfrm>
            <a:custGeom>
              <a:avLst/>
              <a:gdLst/>
              <a:ahLst/>
              <a:cxnLst/>
              <a:rect l="l" t="t" r="r" b="b"/>
              <a:pathLst>
                <a:path w="2790" h="2474" extrusionOk="0">
                  <a:moveTo>
                    <a:pt x="1380" y="0"/>
                  </a:moveTo>
                  <a:cubicBezTo>
                    <a:pt x="571" y="0"/>
                    <a:pt x="1" y="772"/>
                    <a:pt x="347" y="1557"/>
                  </a:cubicBezTo>
                  <a:cubicBezTo>
                    <a:pt x="516" y="1942"/>
                    <a:pt x="868" y="2169"/>
                    <a:pt x="1256" y="2298"/>
                  </a:cubicBezTo>
                  <a:cubicBezTo>
                    <a:pt x="1500" y="2379"/>
                    <a:pt x="1870" y="2474"/>
                    <a:pt x="2199" y="2474"/>
                  </a:cubicBezTo>
                  <a:cubicBezTo>
                    <a:pt x="2391" y="2474"/>
                    <a:pt x="2570" y="2441"/>
                    <a:pt x="2701" y="2355"/>
                  </a:cubicBezTo>
                  <a:cubicBezTo>
                    <a:pt x="2781" y="2303"/>
                    <a:pt x="2790" y="2182"/>
                    <a:pt x="2701" y="2131"/>
                  </a:cubicBezTo>
                  <a:cubicBezTo>
                    <a:pt x="2489" y="2010"/>
                    <a:pt x="2267" y="2054"/>
                    <a:pt x="2026" y="2034"/>
                  </a:cubicBezTo>
                  <a:cubicBezTo>
                    <a:pt x="1708" y="2008"/>
                    <a:pt x="1353" y="1955"/>
                    <a:pt x="1071" y="1792"/>
                  </a:cubicBezTo>
                  <a:cubicBezTo>
                    <a:pt x="269" y="1326"/>
                    <a:pt x="626" y="159"/>
                    <a:pt x="1513" y="86"/>
                  </a:cubicBezTo>
                  <a:cubicBezTo>
                    <a:pt x="1565" y="82"/>
                    <a:pt x="1564" y="12"/>
                    <a:pt x="1513" y="7"/>
                  </a:cubicBezTo>
                  <a:cubicBezTo>
                    <a:pt x="1468" y="2"/>
                    <a:pt x="1424" y="0"/>
                    <a:pt x="1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57"/>
            <p:cNvSpPr/>
            <p:nvPr/>
          </p:nvSpPr>
          <p:spPr>
            <a:xfrm>
              <a:off x="5292225" y="1101875"/>
              <a:ext cx="79525" cy="78250"/>
            </a:xfrm>
            <a:custGeom>
              <a:avLst/>
              <a:gdLst/>
              <a:ahLst/>
              <a:cxnLst/>
              <a:rect l="l" t="t" r="r" b="b"/>
              <a:pathLst>
                <a:path w="3181" h="3130" extrusionOk="0">
                  <a:moveTo>
                    <a:pt x="2076" y="1"/>
                  </a:moveTo>
                  <a:cubicBezTo>
                    <a:pt x="1413" y="1"/>
                    <a:pt x="732" y="187"/>
                    <a:pt x="400" y="783"/>
                  </a:cubicBezTo>
                  <a:cubicBezTo>
                    <a:pt x="0" y="1504"/>
                    <a:pt x="224" y="2541"/>
                    <a:pt x="953" y="2959"/>
                  </a:cubicBezTo>
                  <a:cubicBezTo>
                    <a:pt x="1156" y="3076"/>
                    <a:pt x="1380" y="3130"/>
                    <a:pt x="1605" y="3130"/>
                  </a:cubicBezTo>
                  <a:cubicBezTo>
                    <a:pt x="2171" y="3130"/>
                    <a:pt x="2741" y="2790"/>
                    <a:pt x="2988" y="2270"/>
                  </a:cubicBezTo>
                  <a:cubicBezTo>
                    <a:pt x="3154" y="1918"/>
                    <a:pt x="3181" y="1436"/>
                    <a:pt x="2916" y="1123"/>
                  </a:cubicBezTo>
                  <a:cubicBezTo>
                    <a:pt x="2800" y="985"/>
                    <a:pt x="2646" y="913"/>
                    <a:pt x="2492" y="913"/>
                  </a:cubicBezTo>
                  <a:cubicBezTo>
                    <a:pt x="2361" y="913"/>
                    <a:pt x="2231" y="965"/>
                    <a:pt x="2124" y="1075"/>
                  </a:cubicBezTo>
                  <a:cubicBezTo>
                    <a:pt x="2062" y="1139"/>
                    <a:pt x="2104" y="1261"/>
                    <a:pt x="2199" y="1261"/>
                  </a:cubicBezTo>
                  <a:cubicBezTo>
                    <a:pt x="2200" y="1261"/>
                    <a:pt x="2201" y="1261"/>
                    <a:pt x="2202" y="1261"/>
                  </a:cubicBezTo>
                  <a:cubicBezTo>
                    <a:pt x="2355" y="1355"/>
                    <a:pt x="2507" y="1449"/>
                    <a:pt x="2661" y="1543"/>
                  </a:cubicBezTo>
                  <a:cubicBezTo>
                    <a:pt x="2661" y="1646"/>
                    <a:pt x="2662" y="1749"/>
                    <a:pt x="2664" y="1852"/>
                  </a:cubicBezTo>
                  <a:cubicBezTo>
                    <a:pt x="2635" y="1996"/>
                    <a:pt x="2563" y="2123"/>
                    <a:pt x="2473" y="2236"/>
                  </a:cubicBezTo>
                  <a:cubicBezTo>
                    <a:pt x="2316" y="2434"/>
                    <a:pt x="2083" y="2588"/>
                    <a:pt x="1832" y="2640"/>
                  </a:cubicBezTo>
                  <a:cubicBezTo>
                    <a:pt x="1765" y="2654"/>
                    <a:pt x="1700" y="2660"/>
                    <a:pt x="1637" y="2660"/>
                  </a:cubicBezTo>
                  <a:cubicBezTo>
                    <a:pt x="1145" y="2660"/>
                    <a:pt x="771" y="2264"/>
                    <a:pt x="691" y="1767"/>
                  </a:cubicBezTo>
                  <a:cubicBezTo>
                    <a:pt x="486" y="489"/>
                    <a:pt x="1942" y="343"/>
                    <a:pt x="2844" y="185"/>
                  </a:cubicBezTo>
                  <a:cubicBezTo>
                    <a:pt x="2898" y="175"/>
                    <a:pt x="2897" y="87"/>
                    <a:pt x="2844" y="77"/>
                  </a:cubicBezTo>
                  <a:cubicBezTo>
                    <a:pt x="2607" y="31"/>
                    <a:pt x="2343" y="1"/>
                    <a:pt x="20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57"/>
            <p:cNvSpPr/>
            <p:nvPr/>
          </p:nvSpPr>
          <p:spPr>
            <a:xfrm>
              <a:off x="5334725" y="1098075"/>
              <a:ext cx="416275" cy="9925"/>
            </a:xfrm>
            <a:custGeom>
              <a:avLst/>
              <a:gdLst/>
              <a:ahLst/>
              <a:cxnLst/>
              <a:rect l="l" t="t" r="r" b="b"/>
              <a:pathLst>
                <a:path w="16651" h="397" extrusionOk="0">
                  <a:moveTo>
                    <a:pt x="1" y="1"/>
                  </a:moveTo>
                  <a:lnTo>
                    <a:pt x="1" y="397"/>
                  </a:lnTo>
                  <a:lnTo>
                    <a:pt x="16651" y="218"/>
                  </a:lnTo>
                  <a:lnTo>
                    <a:pt x="16651" y="179"/>
                  </a:lnTo>
                  <a:lnTo>
                    <a:pt x="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57"/>
            <p:cNvSpPr/>
            <p:nvPr/>
          </p:nvSpPr>
          <p:spPr>
            <a:xfrm>
              <a:off x="6239525" y="1046975"/>
              <a:ext cx="69825" cy="61825"/>
            </a:xfrm>
            <a:custGeom>
              <a:avLst/>
              <a:gdLst/>
              <a:ahLst/>
              <a:cxnLst/>
              <a:rect l="l" t="t" r="r" b="b"/>
              <a:pathLst>
                <a:path w="2793" h="2473" extrusionOk="0">
                  <a:moveTo>
                    <a:pt x="1408" y="0"/>
                  </a:moveTo>
                  <a:cubicBezTo>
                    <a:pt x="1365" y="0"/>
                    <a:pt x="1322" y="2"/>
                    <a:pt x="1277" y="7"/>
                  </a:cubicBezTo>
                  <a:cubicBezTo>
                    <a:pt x="1227" y="12"/>
                    <a:pt x="1225" y="82"/>
                    <a:pt x="1277" y="86"/>
                  </a:cubicBezTo>
                  <a:cubicBezTo>
                    <a:pt x="2159" y="158"/>
                    <a:pt x="2527" y="1331"/>
                    <a:pt x="1719" y="1792"/>
                  </a:cubicBezTo>
                  <a:cubicBezTo>
                    <a:pt x="1455" y="1943"/>
                    <a:pt x="1133" y="1999"/>
                    <a:pt x="832" y="2028"/>
                  </a:cubicBezTo>
                  <a:cubicBezTo>
                    <a:pt x="578" y="2054"/>
                    <a:pt x="316" y="2002"/>
                    <a:pt x="89" y="2131"/>
                  </a:cubicBezTo>
                  <a:cubicBezTo>
                    <a:pt x="0" y="2182"/>
                    <a:pt x="10" y="2303"/>
                    <a:pt x="89" y="2355"/>
                  </a:cubicBezTo>
                  <a:cubicBezTo>
                    <a:pt x="219" y="2441"/>
                    <a:pt x="395" y="2472"/>
                    <a:pt x="583" y="2472"/>
                  </a:cubicBezTo>
                  <a:cubicBezTo>
                    <a:pt x="894" y="2472"/>
                    <a:pt x="1238" y="2386"/>
                    <a:pt x="1473" y="2316"/>
                  </a:cubicBezTo>
                  <a:cubicBezTo>
                    <a:pt x="1885" y="2192"/>
                    <a:pt x="2264" y="1963"/>
                    <a:pt x="2444" y="1557"/>
                  </a:cubicBezTo>
                  <a:cubicBezTo>
                    <a:pt x="2792" y="772"/>
                    <a:pt x="2218" y="0"/>
                    <a:pt x="14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57"/>
            <p:cNvSpPr/>
            <p:nvPr/>
          </p:nvSpPr>
          <p:spPr>
            <a:xfrm>
              <a:off x="6233500" y="1101875"/>
              <a:ext cx="79725" cy="78275"/>
            </a:xfrm>
            <a:custGeom>
              <a:avLst/>
              <a:gdLst/>
              <a:ahLst/>
              <a:cxnLst/>
              <a:rect l="l" t="t" r="r" b="b"/>
              <a:pathLst>
                <a:path w="3189" h="3131" extrusionOk="0">
                  <a:moveTo>
                    <a:pt x="1105" y="0"/>
                  </a:moveTo>
                  <a:cubicBezTo>
                    <a:pt x="839" y="0"/>
                    <a:pt x="576" y="31"/>
                    <a:pt x="338" y="77"/>
                  </a:cubicBezTo>
                  <a:cubicBezTo>
                    <a:pt x="284" y="87"/>
                    <a:pt x="283" y="175"/>
                    <a:pt x="338" y="185"/>
                  </a:cubicBezTo>
                  <a:cubicBezTo>
                    <a:pt x="1240" y="343"/>
                    <a:pt x="2695" y="490"/>
                    <a:pt x="2489" y="1767"/>
                  </a:cubicBezTo>
                  <a:cubicBezTo>
                    <a:pt x="2411" y="2253"/>
                    <a:pt x="2051" y="2658"/>
                    <a:pt x="1558" y="2658"/>
                  </a:cubicBezTo>
                  <a:cubicBezTo>
                    <a:pt x="1522" y="2658"/>
                    <a:pt x="1485" y="2656"/>
                    <a:pt x="1448" y="2652"/>
                  </a:cubicBezTo>
                  <a:cubicBezTo>
                    <a:pt x="1197" y="2622"/>
                    <a:pt x="948" y="2498"/>
                    <a:pt x="770" y="2314"/>
                  </a:cubicBezTo>
                  <a:cubicBezTo>
                    <a:pt x="518" y="2051"/>
                    <a:pt x="252" y="1259"/>
                    <a:pt x="947" y="1259"/>
                  </a:cubicBezTo>
                  <a:cubicBezTo>
                    <a:pt x="957" y="1259"/>
                    <a:pt x="968" y="1260"/>
                    <a:pt x="979" y="1260"/>
                  </a:cubicBezTo>
                  <a:cubicBezTo>
                    <a:pt x="980" y="1260"/>
                    <a:pt x="982" y="1260"/>
                    <a:pt x="983" y="1260"/>
                  </a:cubicBezTo>
                  <a:cubicBezTo>
                    <a:pt x="1077" y="1260"/>
                    <a:pt x="1119" y="1139"/>
                    <a:pt x="1056" y="1075"/>
                  </a:cubicBezTo>
                  <a:cubicBezTo>
                    <a:pt x="950" y="965"/>
                    <a:pt x="819" y="912"/>
                    <a:pt x="688" y="912"/>
                  </a:cubicBezTo>
                  <a:cubicBezTo>
                    <a:pt x="535" y="912"/>
                    <a:pt x="381" y="985"/>
                    <a:pt x="265" y="1123"/>
                  </a:cubicBezTo>
                  <a:cubicBezTo>
                    <a:pt x="0" y="1435"/>
                    <a:pt x="26" y="1919"/>
                    <a:pt x="193" y="2270"/>
                  </a:cubicBezTo>
                  <a:cubicBezTo>
                    <a:pt x="440" y="2789"/>
                    <a:pt x="1011" y="3130"/>
                    <a:pt x="1578" y="3130"/>
                  </a:cubicBezTo>
                  <a:cubicBezTo>
                    <a:pt x="1802" y="3130"/>
                    <a:pt x="2026" y="3077"/>
                    <a:pt x="2228" y="2959"/>
                  </a:cubicBezTo>
                  <a:cubicBezTo>
                    <a:pt x="2950" y="2541"/>
                    <a:pt x="3189" y="1501"/>
                    <a:pt x="2781" y="783"/>
                  </a:cubicBezTo>
                  <a:cubicBezTo>
                    <a:pt x="2443" y="188"/>
                    <a:pt x="1767" y="0"/>
                    <a:pt x="11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57"/>
            <p:cNvSpPr/>
            <p:nvPr/>
          </p:nvSpPr>
          <p:spPr>
            <a:xfrm>
              <a:off x="5854250" y="1098075"/>
              <a:ext cx="416275" cy="9925"/>
            </a:xfrm>
            <a:custGeom>
              <a:avLst/>
              <a:gdLst/>
              <a:ahLst/>
              <a:cxnLst/>
              <a:rect l="l" t="t" r="r" b="b"/>
              <a:pathLst>
                <a:path w="16651" h="397" extrusionOk="0">
                  <a:moveTo>
                    <a:pt x="16651" y="1"/>
                  </a:moveTo>
                  <a:lnTo>
                    <a:pt x="0" y="179"/>
                  </a:lnTo>
                  <a:lnTo>
                    <a:pt x="0" y="218"/>
                  </a:lnTo>
                  <a:lnTo>
                    <a:pt x="16651" y="397"/>
                  </a:lnTo>
                  <a:lnTo>
                    <a:pt x="1665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57"/>
            <p:cNvSpPr/>
            <p:nvPr/>
          </p:nvSpPr>
          <p:spPr>
            <a:xfrm>
              <a:off x="5780850" y="1082100"/>
              <a:ext cx="46800" cy="36300"/>
            </a:xfrm>
            <a:custGeom>
              <a:avLst/>
              <a:gdLst/>
              <a:ahLst/>
              <a:cxnLst/>
              <a:rect l="l" t="t" r="r" b="b"/>
              <a:pathLst>
                <a:path w="1872" h="1452" extrusionOk="0">
                  <a:moveTo>
                    <a:pt x="936" y="0"/>
                  </a:moveTo>
                  <a:cubicBezTo>
                    <a:pt x="2" y="0"/>
                    <a:pt x="1" y="1452"/>
                    <a:pt x="936" y="1452"/>
                  </a:cubicBezTo>
                  <a:cubicBezTo>
                    <a:pt x="1871" y="1452"/>
                    <a:pt x="1872" y="0"/>
                    <a:pt x="9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 name="Google Shape;1093;p57"/>
          <p:cNvGrpSpPr/>
          <p:nvPr/>
        </p:nvGrpSpPr>
        <p:grpSpPr>
          <a:xfrm>
            <a:off x="6045233" y="4138121"/>
            <a:ext cx="2050471" cy="250294"/>
            <a:chOff x="4166300" y="861450"/>
            <a:chExt cx="1007850" cy="123025"/>
          </a:xfrm>
        </p:grpSpPr>
        <p:sp>
          <p:nvSpPr>
            <p:cNvPr id="1094" name="Google Shape;1094;p57"/>
            <p:cNvSpPr/>
            <p:nvPr/>
          </p:nvSpPr>
          <p:spPr>
            <a:xfrm>
              <a:off x="4187425" y="919775"/>
              <a:ext cx="410250" cy="6850"/>
            </a:xfrm>
            <a:custGeom>
              <a:avLst/>
              <a:gdLst/>
              <a:ahLst/>
              <a:cxnLst/>
              <a:rect l="l" t="t" r="r" b="b"/>
              <a:pathLst>
                <a:path w="16410" h="274" extrusionOk="0">
                  <a:moveTo>
                    <a:pt x="609" y="128"/>
                  </a:moveTo>
                  <a:cubicBezTo>
                    <a:pt x="411" y="128"/>
                    <a:pt x="220" y="139"/>
                    <a:pt x="42" y="167"/>
                  </a:cubicBezTo>
                  <a:lnTo>
                    <a:pt x="42" y="167"/>
                  </a:lnTo>
                  <a:cubicBezTo>
                    <a:pt x="31" y="165"/>
                    <a:pt x="20" y="163"/>
                    <a:pt x="9" y="162"/>
                  </a:cubicBezTo>
                  <a:cubicBezTo>
                    <a:pt x="9" y="161"/>
                    <a:pt x="8" y="161"/>
                    <a:pt x="8" y="161"/>
                  </a:cubicBezTo>
                  <a:cubicBezTo>
                    <a:pt x="0" y="161"/>
                    <a:pt x="0" y="172"/>
                    <a:pt x="8" y="172"/>
                  </a:cubicBezTo>
                  <a:cubicBezTo>
                    <a:pt x="8" y="172"/>
                    <a:pt x="9" y="172"/>
                    <a:pt x="9" y="172"/>
                  </a:cubicBezTo>
                  <a:cubicBezTo>
                    <a:pt x="20" y="170"/>
                    <a:pt x="31" y="168"/>
                    <a:pt x="42" y="167"/>
                  </a:cubicBezTo>
                  <a:lnTo>
                    <a:pt x="42" y="167"/>
                  </a:lnTo>
                  <a:cubicBezTo>
                    <a:pt x="208" y="192"/>
                    <a:pt x="386" y="202"/>
                    <a:pt x="571" y="202"/>
                  </a:cubicBezTo>
                  <a:cubicBezTo>
                    <a:pt x="812" y="202"/>
                    <a:pt x="1065" y="185"/>
                    <a:pt x="1319" y="162"/>
                  </a:cubicBezTo>
                  <a:lnTo>
                    <a:pt x="1319" y="162"/>
                  </a:lnTo>
                  <a:cubicBezTo>
                    <a:pt x="1078" y="142"/>
                    <a:pt x="839" y="128"/>
                    <a:pt x="609" y="128"/>
                  </a:cubicBezTo>
                  <a:close/>
                  <a:moveTo>
                    <a:pt x="9708" y="1"/>
                  </a:moveTo>
                  <a:cubicBezTo>
                    <a:pt x="9219" y="1"/>
                    <a:pt x="8732" y="2"/>
                    <a:pt x="8244" y="4"/>
                  </a:cubicBezTo>
                  <a:cubicBezTo>
                    <a:pt x="6395" y="13"/>
                    <a:pt x="4548" y="26"/>
                    <a:pt x="2700" y="51"/>
                  </a:cubicBezTo>
                  <a:cubicBezTo>
                    <a:pt x="2282" y="56"/>
                    <a:pt x="1798" y="119"/>
                    <a:pt x="1319" y="162"/>
                  </a:cubicBezTo>
                  <a:lnTo>
                    <a:pt x="1319" y="162"/>
                  </a:lnTo>
                  <a:cubicBezTo>
                    <a:pt x="1799" y="201"/>
                    <a:pt x="2283" y="261"/>
                    <a:pt x="2700" y="263"/>
                  </a:cubicBezTo>
                  <a:cubicBezTo>
                    <a:pt x="3809" y="270"/>
                    <a:pt x="4917" y="273"/>
                    <a:pt x="6026" y="273"/>
                  </a:cubicBezTo>
                  <a:cubicBezTo>
                    <a:pt x="6765" y="273"/>
                    <a:pt x="7505" y="272"/>
                    <a:pt x="8244" y="270"/>
                  </a:cubicBezTo>
                  <a:cubicBezTo>
                    <a:pt x="10921" y="262"/>
                    <a:pt x="13615" y="215"/>
                    <a:pt x="16284" y="205"/>
                  </a:cubicBezTo>
                  <a:cubicBezTo>
                    <a:pt x="16409" y="205"/>
                    <a:pt x="16409" y="10"/>
                    <a:pt x="16284" y="10"/>
                  </a:cubicBezTo>
                  <a:cubicBezTo>
                    <a:pt x="15890" y="12"/>
                    <a:pt x="15496" y="12"/>
                    <a:pt x="15102" y="12"/>
                  </a:cubicBezTo>
                  <a:cubicBezTo>
                    <a:pt x="13308" y="12"/>
                    <a:pt x="11506" y="1"/>
                    <a:pt x="97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57"/>
            <p:cNvSpPr/>
            <p:nvPr/>
          </p:nvSpPr>
          <p:spPr>
            <a:xfrm>
              <a:off x="4166300" y="908325"/>
              <a:ext cx="64775" cy="30225"/>
            </a:xfrm>
            <a:custGeom>
              <a:avLst/>
              <a:gdLst/>
              <a:ahLst/>
              <a:cxnLst/>
              <a:rect l="l" t="t" r="r" b="b"/>
              <a:pathLst>
                <a:path w="2591" h="1209" extrusionOk="0">
                  <a:moveTo>
                    <a:pt x="1241" y="201"/>
                  </a:moveTo>
                  <a:cubicBezTo>
                    <a:pt x="1290" y="201"/>
                    <a:pt x="1340" y="204"/>
                    <a:pt x="1390" y="210"/>
                  </a:cubicBezTo>
                  <a:cubicBezTo>
                    <a:pt x="1730" y="255"/>
                    <a:pt x="2100" y="408"/>
                    <a:pt x="2411" y="549"/>
                  </a:cubicBezTo>
                  <a:lnTo>
                    <a:pt x="2411" y="549"/>
                  </a:lnTo>
                  <a:cubicBezTo>
                    <a:pt x="2138" y="829"/>
                    <a:pt x="1744" y="975"/>
                    <a:pt x="1354" y="975"/>
                  </a:cubicBezTo>
                  <a:cubicBezTo>
                    <a:pt x="962" y="975"/>
                    <a:pt x="575" y="828"/>
                    <a:pt x="318" y="523"/>
                  </a:cubicBezTo>
                  <a:lnTo>
                    <a:pt x="318" y="523"/>
                  </a:lnTo>
                  <a:cubicBezTo>
                    <a:pt x="595" y="340"/>
                    <a:pt x="910" y="201"/>
                    <a:pt x="1241" y="201"/>
                  </a:cubicBezTo>
                  <a:close/>
                  <a:moveTo>
                    <a:pt x="1279" y="0"/>
                  </a:moveTo>
                  <a:cubicBezTo>
                    <a:pt x="868" y="0"/>
                    <a:pt x="458" y="128"/>
                    <a:pt x="83" y="389"/>
                  </a:cubicBezTo>
                  <a:cubicBezTo>
                    <a:pt x="32" y="424"/>
                    <a:pt x="1" y="497"/>
                    <a:pt x="40" y="556"/>
                  </a:cubicBezTo>
                  <a:cubicBezTo>
                    <a:pt x="324" y="982"/>
                    <a:pt x="840" y="1209"/>
                    <a:pt x="1347" y="1209"/>
                  </a:cubicBezTo>
                  <a:cubicBezTo>
                    <a:pt x="1840" y="1209"/>
                    <a:pt x="2324" y="994"/>
                    <a:pt x="2579" y="539"/>
                  </a:cubicBezTo>
                  <a:cubicBezTo>
                    <a:pt x="2590" y="520"/>
                    <a:pt x="2588" y="500"/>
                    <a:pt x="2580" y="483"/>
                  </a:cubicBezTo>
                  <a:lnTo>
                    <a:pt x="2580" y="483"/>
                  </a:lnTo>
                  <a:cubicBezTo>
                    <a:pt x="2578" y="459"/>
                    <a:pt x="2565" y="434"/>
                    <a:pt x="2538" y="415"/>
                  </a:cubicBezTo>
                  <a:cubicBezTo>
                    <a:pt x="2142" y="140"/>
                    <a:pt x="1710" y="0"/>
                    <a:pt x="1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57"/>
            <p:cNvSpPr/>
            <p:nvPr/>
          </p:nvSpPr>
          <p:spPr>
            <a:xfrm>
              <a:off x="4203625" y="861450"/>
              <a:ext cx="45925" cy="60550"/>
            </a:xfrm>
            <a:custGeom>
              <a:avLst/>
              <a:gdLst/>
              <a:ahLst/>
              <a:cxnLst/>
              <a:rect l="l" t="t" r="r" b="b"/>
              <a:pathLst>
                <a:path w="1837" h="2422" extrusionOk="0">
                  <a:moveTo>
                    <a:pt x="730" y="296"/>
                  </a:moveTo>
                  <a:cubicBezTo>
                    <a:pt x="1071" y="544"/>
                    <a:pt x="1358" y="882"/>
                    <a:pt x="1417" y="1314"/>
                  </a:cubicBezTo>
                  <a:cubicBezTo>
                    <a:pt x="1460" y="1625"/>
                    <a:pt x="1452" y="1954"/>
                    <a:pt x="1431" y="2267"/>
                  </a:cubicBezTo>
                  <a:lnTo>
                    <a:pt x="1431" y="2267"/>
                  </a:lnTo>
                  <a:cubicBezTo>
                    <a:pt x="704" y="1951"/>
                    <a:pt x="348" y="991"/>
                    <a:pt x="730" y="296"/>
                  </a:cubicBezTo>
                  <a:close/>
                  <a:moveTo>
                    <a:pt x="699" y="0"/>
                  </a:moveTo>
                  <a:cubicBezTo>
                    <a:pt x="656" y="0"/>
                    <a:pt x="614" y="27"/>
                    <a:pt x="589" y="62"/>
                  </a:cubicBezTo>
                  <a:cubicBezTo>
                    <a:pt x="1" y="872"/>
                    <a:pt x="466" y="2260"/>
                    <a:pt x="1494" y="2420"/>
                  </a:cubicBezTo>
                  <a:cubicBezTo>
                    <a:pt x="1498" y="2421"/>
                    <a:pt x="1502" y="2421"/>
                    <a:pt x="1506" y="2421"/>
                  </a:cubicBezTo>
                  <a:cubicBezTo>
                    <a:pt x="1525" y="2421"/>
                    <a:pt x="1541" y="2414"/>
                    <a:pt x="1551" y="2403"/>
                  </a:cubicBezTo>
                  <a:lnTo>
                    <a:pt x="1551" y="2403"/>
                  </a:lnTo>
                  <a:cubicBezTo>
                    <a:pt x="1574" y="2393"/>
                    <a:pt x="1593" y="2375"/>
                    <a:pt x="1600" y="2347"/>
                  </a:cubicBezTo>
                  <a:cubicBezTo>
                    <a:pt x="1837" y="1422"/>
                    <a:pt x="1539" y="554"/>
                    <a:pt x="755" y="17"/>
                  </a:cubicBezTo>
                  <a:cubicBezTo>
                    <a:pt x="737" y="5"/>
                    <a:pt x="718" y="0"/>
                    <a:pt x="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57"/>
            <p:cNvSpPr/>
            <p:nvPr/>
          </p:nvSpPr>
          <p:spPr>
            <a:xfrm>
              <a:off x="4203625" y="923900"/>
              <a:ext cx="45925" cy="60575"/>
            </a:xfrm>
            <a:custGeom>
              <a:avLst/>
              <a:gdLst/>
              <a:ahLst/>
              <a:cxnLst/>
              <a:rect l="l" t="t" r="r" b="b"/>
              <a:pathLst>
                <a:path w="1837" h="2423" extrusionOk="0">
                  <a:moveTo>
                    <a:pt x="1431" y="156"/>
                  </a:moveTo>
                  <a:cubicBezTo>
                    <a:pt x="1453" y="467"/>
                    <a:pt x="1464" y="803"/>
                    <a:pt x="1417" y="1109"/>
                  </a:cubicBezTo>
                  <a:cubicBezTo>
                    <a:pt x="1352" y="1546"/>
                    <a:pt x="1075" y="1877"/>
                    <a:pt x="731" y="2127"/>
                  </a:cubicBezTo>
                  <a:lnTo>
                    <a:pt x="731" y="2127"/>
                  </a:lnTo>
                  <a:cubicBezTo>
                    <a:pt x="347" y="1433"/>
                    <a:pt x="703" y="472"/>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7" y="1869"/>
                    <a:pt x="1837" y="1001"/>
                    <a:pt x="1598" y="75"/>
                  </a:cubicBezTo>
                  <a:cubicBezTo>
                    <a:pt x="1592" y="48"/>
                    <a:pt x="1574" y="30"/>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57"/>
            <p:cNvSpPr/>
            <p:nvPr/>
          </p:nvSpPr>
          <p:spPr>
            <a:xfrm>
              <a:off x="4223650" y="883000"/>
              <a:ext cx="15825" cy="34700"/>
            </a:xfrm>
            <a:custGeom>
              <a:avLst/>
              <a:gdLst/>
              <a:ahLst/>
              <a:cxnLst/>
              <a:rect l="l" t="t" r="r" b="b"/>
              <a:pathLst>
                <a:path w="633" h="1388" extrusionOk="0">
                  <a:moveTo>
                    <a:pt x="27" y="0"/>
                  </a:moveTo>
                  <a:cubicBezTo>
                    <a:pt x="14" y="0"/>
                    <a:pt x="1" y="16"/>
                    <a:pt x="8" y="32"/>
                  </a:cubicBezTo>
                  <a:cubicBezTo>
                    <a:pt x="198" y="470"/>
                    <a:pt x="341" y="963"/>
                    <a:pt x="581" y="1375"/>
                  </a:cubicBezTo>
                  <a:cubicBezTo>
                    <a:pt x="586" y="1383"/>
                    <a:pt x="594" y="1387"/>
                    <a:pt x="602" y="1387"/>
                  </a:cubicBezTo>
                  <a:cubicBezTo>
                    <a:pt x="617" y="1387"/>
                    <a:pt x="632" y="1373"/>
                    <a:pt x="628" y="1355"/>
                  </a:cubicBezTo>
                  <a:cubicBezTo>
                    <a:pt x="528" y="894"/>
                    <a:pt x="258" y="427"/>
                    <a:pt x="43" y="12"/>
                  </a:cubicBezTo>
                  <a:cubicBezTo>
                    <a:pt x="39" y="4"/>
                    <a:pt x="33"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57"/>
            <p:cNvSpPr/>
            <p:nvPr/>
          </p:nvSpPr>
          <p:spPr>
            <a:xfrm>
              <a:off x="4227150" y="926875"/>
              <a:ext cx="11475" cy="30450"/>
            </a:xfrm>
            <a:custGeom>
              <a:avLst/>
              <a:gdLst/>
              <a:ahLst/>
              <a:cxnLst/>
              <a:rect l="l" t="t" r="r" b="b"/>
              <a:pathLst>
                <a:path w="459" h="1218" extrusionOk="0">
                  <a:moveTo>
                    <a:pt x="430" y="1"/>
                  </a:moveTo>
                  <a:cubicBezTo>
                    <a:pt x="420" y="1"/>
                    <a:pt x="409"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57"/>
            <p:cNvSpPr/>
            <p:nvPr/>
          </p:nvSpPr>
          <p:spPr>
            <a:xfrm>
              <a:off x="4266775" y="861450"/>
              <a:ext cx="45875" cy="60550"/>
            </a:xfrm>
            <a:custGeom>
              <a:avLst/>
              <a:gdLst/>
              <a:ahLst/>
              <a:cxnLst/>
              <a:rect l="l" t="t" r="r" b="b"/>
              <a:pathLst>
                <a:path w="1835" h="2422" extrusionOk="0">
                  <a:moveTo>
                    <a:pt x="728" y="296"/>
                  </a:moveTo>
                  <a:cubicBezTo>
                    <a:pt x="1069" y="544"/>
                    <a:pt x="1357" y="882"/>
                    <a:pt x="1417" y="1314"/>
                  </a:cubicBezTo>
                  <a:cubicBezTo>
                    <a:pt x="1458" y="1625"/>
                    <a:pt x="1450" y="1954"/>
                    <a:pt x="1429" y="2267"/>
                  </a:cubicBezTo>
                  <a:lnTo>
                    <a:pt x="1429" y="2267"/>
                  </a:lnTo>
                  <a:cubicBezTo>
                    <a:pt x="702" y="1951"/>
                    <a:pt x="346" y="991"/>
                    <a:pt x="728" y="296"/>
                  </a:cubicBezTo>
                  <a:close/>
                  <a:moveTo>
                    <a:pt x="697" y="0"/>
                  </a:moveTo>
                  <a:cubicBezTo>
                    <a:pt x="655" y="0"/>
                    <a:pt x="612" y="27"/>
                    <a:pt x="587" y="62"/>
                  </a:cubicBezTo>
                  <a:cubicBezTo>
                    <a:pt x="0" y="872"/>
                    <a:pt x="464" y="2260"/>
                    <a:pt x="1492" y="2420"/>
                  </a:cubicBezTo>
                  <a:cubicBezTo>
                    <a:pt x="1496" y="2421"/>
                    <a:pt x="1500" y="2421"/>
                    <a:pt x="1504" y="2421"/>
                  </a:cubicBezTo>
                  <a:cubicBezTo>
                    <a:pt x="1523" y="2421"/>
                    <a:pt x="1539" y="2414"/>
                    <a:pt x="1549" y="2403"/>
                  </a:cubicBezTo>
                  <a:lnTo>
                    <a:pt x="1549" y="2403"/>
                  </a:lnTo>
                  <a:cubicBezTo>
                    <a:pt x="1572" y="2393"/>
                    <a:pt x="1590" y="2375"/>
                    <a:pt x="1598" y="2347"/>
                  </a:cubicBezTo>
                  <a:cubicBezTo>
                    <a:pt x="1835" y="1422"/>
                    <a:pt x="1537" y="554"/>
                    <a:pt x="753" y="17"/>
                  </a:cubicBezTo>
                  <a:cubicBezTo>
                    <a:pt x="736" y="5"/>
                    <a:pt x="717" y="0"/>
                    <a:pt x="6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57"/>
            <p:cNvSpPr/>
            <p:nvPr/>
          </p:nvSpPr>
          <p:spPr>
            <a:xfrm>
              <a:off x="4266725" y="923900"/>
              <a:ext cx="45925" cy="60575"/>
            </a:xfrm>
            <a:custGeom>
              <a:avLst/>
              <a:gdLst/>
              <a:ahLst/>
              <a:cxnLst/>
              <a:rect l="l" t="t" r="r" b="b"/>
              <a:pathLst>
                <a:path w="1837" h="2423" extrusionOk="0">
                  <a:moveTo>
                    <a:pt x="1431" y="156"/>
                  </a:moveTo>
                  <a:cubicBezTo>
                    <a:pt x="1453" y="467"/>
                    <a:pt x="1464" y="803"/>
                    <a:pt x="1417" y="1109"/>
                  </a:cubicBezTo>
                  <a:cubicBezTo>
                    <a:pt x="1352" y="1546"/>
                    <a:pt x="1075" y="1877"/>
                    <a:pt x="731" y="2127"/>
                  </a:cubicBezTo>
                  <a:lnTo>
                    <a:pt x="731" y="2127"/>
                  </a:lnTo>
                  <a:cubicBezTo>
                    <a:pt x="347" y="1433"/>
                    <a:pt x="703" y="472"/>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9" y="1869"/>
                    <a:pt x="1837" y="1001"/>
                    <a:pt x="1600" y="75"/>
                  </a:cubicBezTo>
                  <a:cubicBezTo>
                    <a:pt x="1593" y="47"/>
                    <a:pt x="1574" y="29"/>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57"/>
            <p:cNvSpPr/>
            <p:nvPr/>
          </p:nvSpPr>
          <p:spPr>
            <a:xfrm>
              <a:off x="4286750" y="883000"/>
              <a:ext cx="15825" cy="34700"/>
            </a:xfrm>
            <a:custGeom>
              <a:avLst/>
              <a:gdLst/>
              <a:ahLst/>
              <a:cxnLst/>
              <a:rect l="l" t="t" r="r" b="b"/>
              <a:pathLst>
                <a:path w="633" h="1388" extrusionOk="0">
                  <a:moveTo>
                    <a:pt x="28" y="0"/>
                  </a:moveTo>
                  <a:cubicBezTo>
                    <a:pt x="14" y="0"/>
                    <a:pt x="1" y="16"/>
                    <a:pt x="8" y="32"/>
                  </a:cubicBezTo>
                  <a:cubicBezTo>
                    <a:pt x="198" y="470"/>
                    <a:pt x="341" y="963"/>
                    <a:pt x="582" y="1375"/>
                  </a:cubicBezTo>
                  <a:cubicBezTo>
                    <a:pt x="587" y="1383"/>
                    <a:pt x="595" y="1387"/>
                    <a:pt x="603" y="1387"/>
                  </a:cubicBezTo>
                  <a:cubicBezTo>
                    <a:pt x="617" y="1387"/>
                    <a:pt x="632" y="1373"/>
                    <a:pt x="628"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57"/>
            <p:cNvSpPr/>
            <p:nvPr/>
          </p:nvSpPr>
          <p:spPr>
            <a:xfrm>
              <a:off x="4290250" y="926875"/>
              <a:ext cx="11475" cy="30450"/>
            </a:xfrm>
            <a:custGeom>
              <a:avLst/>
              <a:gdLst/>
              <a:ahLst/>
              <a:cxnLst/>
              <a:rect l="l" t="t" r="r" b="b"/>
              <a:pathLst>
                <a:path w="459" h="1218" extrusionOk="0">
                  <a:moveTo>
                    <a:pt x="430" y="1"/>
                  </a:moveTo>
                  <a:cubicBezTo>
                    <a:pt x="420" y="1"/>
                    <a:pt x="409"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57"/>
            <p:cNvSpPr/>
            <p:nvPr/>
          </p:nvSpPr>
          <p:spPr>
            <a:xfrm>
              <a:off x="4329875" y="861450"/>
              <a:ext cx="45875" cy="60550"/>
            </a:xfrm>
            <a:custGeom>
              <a:avLst/>
              <a:gdLst/>
              <a:ahLst/>
              <a:cxnLst/>
              <a:rect l="l" t="t" r="r" b="b"/>
              <a:pathLst>
                <a:path w="1835" h="2422" extrusionOk="0">
                  <a:moveTo>
                    <a:pt x="728" y="296"/>
                  </a:moveTo>
                  <a:cubicBezTo>
                    <a:pt x="1069" y="544"/>
                    <a:pt x="1357" y="882"/>
                    <a:pt x="1417" y="1314"/>
                  </a:cubicBezTo>
                  <a:cubicBezTo>
                    <a:pt x="1458" y="1625"/>
                    <a:pt x="1450" y="1954"/>
                    <a:pt x="1429" y="2267"/>
                  </a:cubicBezTo>
                  <a:lnTo>
                    <a:pt x="1429" y="2267"/>
                  </a:lnTo>
                  <a:cubicBezTo>
                    <a:pt x="702" y="1950"/>
                    <a:pt x="346" y="991"/>
                    <a:pt x="728" y="296"/>
                  </a:cubicBezTo>
                  <a:close/>
                  <a:moveTo>
                    <a:pt x="697" y="0"/>
                  </a:moveTo>
                  <a:cubicBezTo>
                    <a:pt x="655" y="0"/>
                    <a:pt x="612" y="27"/>
                    <a:pt x="587" y="62"/>
                  </a:cubicBezTo>
                  <a:cubicBezTo>
                    <a:pt x="0" y="872"/>
                    <a:pt x="464" y="2260"/>
                    <a:pt x="1492" y="2420"/>
                  </a:cubicBezTo>
                  <a:cubicBezTo>
                    <a:pt x="1496" y="2421"/>
                    <a:pt x="1500" y="2421"/>
                    <a:pt x="1504" y="2421"/>
                  </a:cubicBezTo>
                  <a:cubicBezTo>
                    <a:pt x="1523" y="2421"/>
                    <a:pt x="1539" y="2414"/>
                    <a:pt x="1549" y="2403"/>
                  </a:cubicBezTo>
                  <a:lnTo>
                    <a:pt x="1549" y="2403"/>
                  </a:lnTo>
                  <a:cubicBezTo>
                    <a:pt x="1572" y="2393"/>
                    <a:pt x="1590" y="2375"/>
                    <a:pt x="1598" y="2347"/>
                  </a:cubicBezTo>
                  <a:cubicBezTo>
                    <a:pt x="1835" y="1422"/>
                    <a:pt x="1536" y="554"/>
                    <a:pt x="753" y="17"/>
                  </a:cubicBezTo>
                  <a:cubicBezTo>
                    <a:pt x="736" y="5"/>
                    <a:pt x="717" y="0"/>
                    <a:pt x="6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57"/>
            <p:cNvSpPr/>
            <p:nvPr/>
          </p:nvSpPr>
          <p:spPr>
            <a:xfrm>
              <a:off x="4329825" y="923900"/>
              <a:ext cx="45925" cy="60575"/>
            </a:xfrm>
            <a:custGeom>
              <a:avLst/>
              <a:gdLst/>
              <a:ahLst/>
              <a:cxnLst/>
              <a:rect l="l" t="t" r="r" b="b"/>
              <a:pathLst>
                <a:path w="1837" h="2423" extrusionOk="0">
                  <a:moveTo>
                    <a:pt x="1431" y="156"/>
                  </a:moveTo>
                  <a:cubicBezTo>
                    <a:pt x="1453" y="467"/>
                    <a:pt x="1465" y="803"/>
                    <a:pt x="1419" y="1109"/>
                  </a:cubicBezTo>
                  <a:cubicBezTo>
                    <a:pt x="1352" y="1546"/>
                    <a:pt x="1075" y="1877"/>
                    <a:pt x="731" y="2127"/>
                  </a:cubicBezTo>
                  <a:lnTo>
                    <a:pt x="731" y="2127"/>
                  </a:lnTo>
                  <a:cubicBezTo>
                    <a:pt x="348" y="1433"/>
                    <a:pt x="702" y="473"/>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8" y="1869"/>
                    <a:pt x="1837" y="1001"/>
                    <a:pt x="1600" y="75"/>
                  </a:cubicBezTo>
                  <a:cubicBezTo>
                    <a:pt x="1593" y="47"/>
                    <a:pt x="1574" y="29"/>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57"/>
            <p:cNvSpPr/>
            <p:nvPr/>
          </p:nvSpPr>
          <p:spPr>
            <a:xfrm>
              <a:off x="4349850" y="883000"/>
              <a:ext cx="15825" cy="34700"/>
            </a:xfrm>
            <a:custGeom>
              <a:avLst/>
              <a:gdLst/>
              <a:ahLst/>
              <a:cxnLst/>
              <a:rect l="l" t="t" r="r" b="b"/>
              <a:pathLst>
                <a:path w="633" h="1388" extrusionOk="0">
                  <a:moveTo>
                    <a:pt x="28" y="0"/>
                  </a:moveTo>
                  <a:cubicBezTo>
                    <a:pt x="14" y="0"/>
                    <a:pt x="1" y="16"/>
                    <a:pt x="8" y="32"/>
                  </a:cubicBezTo>
                  <a:cubicBezTo>
                    <a:pt x="198" y="470"/>
                    <a:pt x="343" y="963"/>
                    <a:pt x="582" y="1375"/>
                  </a:cubicBezTo>
                  <a:cubicBezTo>
                    <a:pt x="587" y="1383"/>
                    <a:pt x="595" y="1387"/>
                    <a:pt x="603" y="1387"/>
                  </a:cubicBezTo>
                  <a:cubicBezTo>
                    <a:pt x="617" y="1387"/>
                    <a:pt x="633" y="1373"/>
                    <a:pt x="629"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57"/>
            <p:cNvSpPr/>
            <p:nvPr/>
          </p:nvSpPr>
          <p:spPr>
            <a:xfrm>
              <a:off x="4353350" y="926875"/>
              <a:ext cx="11475" cy="30450"/>
            </a:xfrm>
            <a:custGeom>
              <a:avLst/>
              <a:gdLst/>
              <a:ahLst/>
              <a:cxnLst/>
              <a:rect l="l" t="t" r="r" b="b"/>
              <a:pathLst>
                <a:path w="459" h="1218" extrusionOk="0">
                  <a:moveTo>
                    <a:pt x="431" y="1"/>
                  </a:moveTo>
                  <a:cubicBezTo>
                    <a:pt x="420" y="1"/>
                    <a:pt x="410" y="6"/>
                    <a:pt x="405" y="18"/>
                  </a:cubicBezTo>
                  <a:cubicBezTo>
                    <a:pt x="255" y="401"/>
                    <a:pt x="114" y="807"/>
                    <a:pt x="3" y="1203"/>
                  </a:cubicBezTo>
                  <a:cubicBezTo>
                    <a:pt x="1" y="1211"/>
                    <a:pt x="8" y="1218"/>
                    <a:pt x="15" y="1218"/>
                  </a:cubicBezTo>
                  <a:cubicBezTo>
                    <a:pt x="19" y="1218"/>
                    <a:pt x="22" y="1216"/>
                    <a:pt x="24" y="1212"/>
                  </a:cubicBezTo>
                  <a:cubicBezTo>
                    <a:pt x="218" y="852"/>
                    <a:pt x="368" y="431"/>
                    <a:pt x="454" y="31"/>
                  </a:cubicBezTo>
                  <a:cubicBezTo>
                    <a:pt x="459" y="12"/>
                    <a:pt x="445" y="1"/>
                    <a:pt x="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57"/>
            <p:cNvSpPr/>
            <p:nvPr/>
          </p:nvSpPr>
          <p:spPr>
            <a:xfrm>
              <a:off x="4392975" y="861450"/>
              <a:ext cx="45875" cy="60550"/>
            </a:xfrm>
            <a:custGeom>
              <a:avLst/>
              <a:gdLst/>
              <a:ahLst/>
              <a:cxnLst/>
              <a:rect l="l" t="t" r="r" b="b"/>
              <a:pathLst>
                <a:path w="1835" h="2422" extrusionOk="0">
                  <a:moveTo>
                    <a:pt x="728" y="296"/>
                  </a:moveTo>
                  <a:cubicBezTo>
                    <a:pt x="1070" y="544"/>
                    <a:pt x="1357" y="882"/>
                    <a:pt x="1417" y="1314"/>
                  </a:cubicBezTo>
                  <a:cubicBezTo>
                    <a:pt x="1460" y="1625"/>
                    <a:pt x="1450" y="1954"/>
                    <a:pt x="1429" y="2267"/>
                  </a:cubicBezTo>
                  <a:lnTo>
                    <a:pt x="1429" y="2267"/>
                  </a:lnTo>
                  <a:cubicBezTo>
                    <a:pt x="702" y="1950"/>
                    <a:pt x="347" y="991"/>
                    <a:pt x="728"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8" y="2414"/>
                    <a:pt x="1549" y="2403"/>
                  </a:cubicBezTo>
                  <a:lnTo>
                    <a:pt x="1549" y="2403"/>
                  </a:lnTo>
                  <a:cubicBezTo>
                    <a:pt x="1572" y="2394"/>
                    <a:pt x="1591" y="2376"/>
                    <a:pt x="1598" y="2347"/>
                  </a:cubicBezTo>
                  <a:cubicBezTo>
                    <a:pt x="1835" y="1422"/>
                    <a:pt x="1536" y="554"/>
                    <a:pt x="755" y="17"/>
                  </a:cubicBezTo>
                  <a:cubicBezTo>
                    <a:pt x="737"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57"/>
            <p:cNvSpPr/>
            <p:nvPr/>
          </p:nvSpPr>
          <p:spPr>
            <a:xfrm>
              <a:off x="4392975" y="923900"/>
              <a:ext cx="45875" cy="60575"/>
            </a:xfrm>
            <a:custGeom>
              <a:avLst/>
              <a:gdLst/>
              <a:ahLst/>
              <a:cxnLst/>
              <a:rect l="l" t="t" r="r" b="b"/>
              <a:pathLst>
                <a:path w="1835" h="2423" extrusionOk="0">
                  <a:moveTo>
                    <a:pt x="1429" y="156"/>
                  </a:moveTo>
                  <a:cubicBezTo>
                    <a:pt x="1451" y="467"/>
                    <a:pt x="1463" y="803"/>
                    <a:pt x="1417" y="1109"/>
                  </a:cubicBezTo>
                  <a:cubicBezTo>
                    <a:pt x="1350" y="1546"/>
                    <a:pt x="1073" y="1877"/>
                    <a:pt x="729" y="2127"/>
                  </a:cubicBezTo>
                  <a:lnTo>
                    <a:pt x="729" y="2127"/>
                  </a:lnTo>
                  <a:cubicBezTo>
                    <a:pt x="346" y="1433"/>
                    <a:pt x="700" y="473"/>
                    <a:pt x="1429" y="156"/>
                  </a:cubicBezTo>
                  <a:close/>
                  <a:moveTo>
                    <a:pt x="1504" y="1"/>
                  </a:moveTo>
                  <a:cubicBezTo>
                    <a:pt x="1500" y="1"/>
                    <a:pt x="1496" y="1"/>
                    <a:pt x="1492" y="2"/>
                  </a:cubicBezTo>
                  <a:cubicBezTo>
                    <a:pt x="465" y="163"/>
                    <a:pt x="0" y="1551"/>
                    <a:pt x="588" y="2362"/>
                  </a:cubicBezTo>
                  <a:cubicBezTo>
                    <a:pt x="613" y="2396"/>
                    <a:pt x="655" y="2422"/>
                    <a:pt x="698" y="2422"/>
                  </a:cubicBezTo>
                  <a:cubicBezTo>
                    <a:pt x="717" y="2422"/>
                    <a:pt x="736" y="2417"/>
                    <a:pt x="755" y="2405"/>
                  </a:cubicBezTo>
                  <a:cubicBezTo>
                    <a:pt x="1536" y="1869"/>
                    <a:pt x="1835" y="1001"/>
                    <a:pt x="1598" y="75"/>
                  </a:cubicBezTo>
                  <a:cubicBezTo>
                    <a:pt x="1591" y="47"/>
                    <a:pt x="1572" y="29"/>
                    <a:pt x="1549" y="20"/>
                  </a:cubicBezTo>
                  <a:lnTo>
                    <a:pt x="1549" y="20"/>
                  </a:lnTo>
                  <a:cubicBezTo>
                    <a:pt x="1539" y="8"/>
                    <a:pt x="1523" y="1"/>
                    <a:pt x="15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57"/>
            <p:cNvSpPr/>
            <p:nvPr/>
          </p:nvSpPr>
          <p:spPr>
            <a:xfrm>
              <a:off x="4412975" y="883000"/>
              <a:ext cx="15825" cy="34700"/>
            </a:xfrm>
            <a:custGeom>
              <a:avLst/>
              <a:gdLst/>
              <a:ahLst/>
              <a:cxnLst/>
              <a:rect l="l" t="t" r="r" b="b"/>
              <a:pathLst>
                <a:path w="633" h="1388" extrusionOk="0">
                  <a:moveTo>
                    <a:pt x="27" y="0"/>
                  </a:moveTo>
                  <a:cubicBezTo>
                    <a:pt x="14" y="0"/>
                    <a:pt x="0" y="16"/>
                    <a:pt x="8" y="32"/>
                  </a:cubicBezTo>
                  <a:cubicBezTo>
                    <a:pt x="198" y="470"/>
                    <a:pt x="342" y="963"/>
                    <a:pt x="581" y="1375"/>
                  </a:cubicBezTo>
                  <a:cubicBezTo>
                    <a:pt x="587" y="1383"/>
                    <a:pt x="595" y="1387"/>
                    <a:pt x="602" y="1387"/>
                  </a:cubicBezTo>
                  <a:cubicBezTo>
                    <a:pt x="618" y="1387"/>
                    <a:pt x="633" y="1373"/>
                    <a:pt x="628" y="1355"/>
                  </a:cubicBezTo>
                  <a:cubicBezTo>
                    <a:pt x="527" y="894"/>
                    <a:pt x="258" y="427"/>
                    <a:pt x="43" y="12"/>
                  </a:cubicBezTo>
                  <a:cubicBezTo>
                    <a:pt x="40" y="4"/>
                    <a:pt x="33"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57"/>
            <p:cNvSpPr/>
            <p:nvPr/>
          </p:nvSpPr>
          <p:spPr>
            <a:xfrm>
              <a:off x="4416475" y="926875"/>
              <a:ext cx="11450" cy="30450"/>
            </a:xfrm>
            <a:custGeom>
              <a:avLst/>
              <a:gdLst/>
              <a:ahLst/>
              <a:cxnLst/>
              <a:rect l="l" t="t" r="r" b="b"/>
              <a:pathLst>
                <a:path w="458" h="1218" extrusionOk="0">
                  <a:moveTo>
                    <a:pt x="430" y="1"/>
                  </a:moveTo>
                  <a:cubicBezTo>
                    <a:pt x="420" y="1"/>
                    <a:pt x="410" y="6"/>
                    <a:pt x="405" y="18"/>
                  </a:cubicBezTo>
                  <a:cubicBezTo>
                    <a:pt x="254" y="401"/>
                    <a:pt x="113" y="807"/>
                    <a:pt x="2" y="1203"/>
                  </a:cubicBezTo>
                  <a:cubicBezTo>
                    <a:pt x="1" y="1211"/>
                    <a:pt x="8" y="1218"/>
                    <a:pt x="15" y="1218"/>
                  </a:cubicBezTo>
                  <a:cubicBezTo>
                    <a:pt x="19" y="1218"/>
                    <a:pt x="22" y="1216"/>
                    <a:pt x="24" y="1212"/>
                  </a:cubicBezTo>
                  <a:cubicBezTo>
                    <a:pt x="217" y="852"/>
                    <a:pt x="367" y="431"/>
                    <a:pt x="453"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7"/>
            <p:cNvSpPr/>
            <p:nvPr/>
          </p:nvSpPr>
          <p:spPr>
            <a:xfrm>
              <a:off x="4456075" y="861450"/>
              <a:ext cx="45875" cy="60550"/>
            </a:xfrm>
            <a:custGeom>
              <a:avLst/>
              <a:gdLst/>
              <a:ahLst/>
              <a:cxnLst/>
              <a:rect l="l" t="t" r="r" b="b"/>
              <a:pathLst>
                <a:path w="1835" h="2422" extrusionOk="0">
                  <a:moveTo>
                    <a:pt x="729" y="296"/>
                  </a:moveTo>
                  <a:cubicBezTo>
                    <a:pt x="1070" y="544"/>
                    <a:pt x="1357" y="882"/>
                    <a:pt x="1417" y="1314"/>
                  </a:cubicBezTo>
                  <a:cubicBezTo>
                    <a:pt x="1460" y="1625"/>
                    <a:pt x="1452" y="1954"/>
                    <a:pt x="1430" y="2267"/>
                  </a:cubicBezTo>
                  <a:lnTo>
                    <a:pt x="1430" y="2267"/>
                  </a:lnTo>
                  <a:cubicBezTo>
                    <a:pt x="703" y="1951"/>
                    <a:pt x="347" y="991"/>
                    <a:pt x="729"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8" y="2414"/>
                    <a:pt x="1549" y="2403"/>
                  </a:cubicBezTo>
                  <a:lnTo>
                    <a:pt x="1549" y="2403"/>
                  </a:lnTo>
                  <a:cubicBezTo>
                    <a:pt x="1572" y="2394"/>
                    <a:pt x="1591" y="2376"/>
                    <a:pt x="1598" y="2347"/>
                  </a:cubicBezTo>
                  <a:cubicBezTo>
                    <a:pt x="1835" y="1422"/>
                    <a:pt x="1536" y="554"/>
                    <a:pt x="755" y="17"/>
                  </a:cubicBezTo>
                  <a:cubicBezTo>
                    <a:pt x="737"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57"/>
            <p:cNvSpPr/>
            <p:nvPr/>
          </p:nvSpPr>
          <p:spPr>
            <a:xfrm>
              <a:off x="4456075" y="923900"/>
              <a:ext cx="45925" cy="60575"/>
            </a:xfrm>
            <a:custGeom>
              <a:avLst/>
              <a:gdLst/>
              <a:ahLst/>
              <a:cxnLst/>
              <a:rect l="l" t="t" r="r" b="b"/>
              <a:pathLst>
                <a:path w="1837" h="2423" extrusionOk="0">
                  <a:moveTo>
                    <a:pt x="1429" y="156"/>
                  </a:moveTo>
                  <a:cubicBezTo>
                    <a:pt x="1451" y="467"/>
                    <a:pt x="1463" y="803"/>
                    <a:pt x="1417" y="1109"/>
                  </a:cubicBezTo>
                  <a:cubicBezTo>
                    <a:pt x="1351" y="1546"/>
                    <a:pt x="1074" y="1877"/>
                    <a:pt x="729" y="2127"/>
                  </a:cubicBezTo>
                  <a:lnTo>
                    <a:pt x="729" y="2127"/>
                  </a:lnTo>
                  <a:cubicBezTo>
                    <a:pt x="347" y="1433"/>
                    <a:pt x="701" y="473"/>
                    <a:pt x="1429" y="156"/>
                  </a:cubicBezTo>
                  <a:close/>
                  <a:moveTo>
                    <a:pt x="1504" y="1"/>
                  </a:moveTo>
                  <a:cubicBezTo>
                    <a:pt x="1500" y="1"/>
                    <a:pt x="1496" y="1"/>
                    <a:pt x="1492" y="2"/>
                  </a:cubicBezTo>
                  <a:cubicBezTo>
                    <a:pt x="465" y="163"/>
                    <a:pt x="0" y="1551"/>
                    <a:pt x="588" y="2362"/>
                  </a:cubicBezTo>
                  <a:cubicBezTo>
                    <a:pt x="613" y="2396"/>
                    <a:pt x="655" y="2422"/>
                    <a:pt x="698" y="2422"/>
                  </a:cubicBezTo>
                  <a:cubicBezTo>
                    <a:pt x="717" y="2422"/>
                    <a:pt x="736" y="2417"/>
                    <a:pt x="755" y="2405"/>
                  </a:cubicBezTo>
                  <a:cubicBezTo>
                    <a:pt x="1536" y="1869"/>
                    <a:pt x="1836" y="1001"/>
                    <a:pt x="1598" y="75"/>
                  </a:cubicBezTo>
                  <a:cubicBezTo>
                    <a:pt x="1591" y="47"/>
                    <a:pt x="1572" y="29"/>
                    <a:pt x="1550" y="20"/>
                  </a:cubicBezTo>
                  <a:lnTo>
                    <a:pt x="1550" y="20"/>
                  </a:lnTo>
                  <a:cubicBezTo>
                    <a:pt x="1539" y="9"/>
                    <a:pt x="1524" y="1"/>
                    <a:pt x="15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57"/>
            <p:cNvSpPr/>
            <p:nvPr/>
          </p:nvSpPr>
          <p:spPr>
            <a:xfrm>
              <a:off x="4476075" y="883000"/>
              <a:ext cx="15825" cy="34700"/>
            </a:xfrm>
            <a:custGeom>
              <a:avLst/>
              <a:gdLst/>
              <a:ahLst/>
              <a:cxnLst/>
              <a:rect l="l" t="t" r="r" b="b"/>
              <a:pathLst>
                <a:path w="633" h="1388" extrusionOk="0">
                  <a:moveTo>
                    <a:pt x="27" y="0"/>
                  </a:moveTo>
                  <a:cubicBezTo>
                    <a:pt x="14" y="0"/>
                    <a:pt x="1" y="16"/>
                    <a:pt x="8" y="32"/>
                  </a:cubicBezTo>
                  <a:cubicBezTo>
                    <a:pt x="198" y="470"/>
                    <a:pt x="342" y="963"/>
                    <a:pt x="581" y="1375"/>
                  </a:cubicBezTo>
                  <a:cubicBezTo>
                    <a:pt x="587" y="1383"/>
                    <a:pt x="595" y="1387"/>
                    <a:pt x="602" y="1387"/>
                  </a:cubicBezTo>
                  <a:cubicBezTo>
                    <a:pt x="618" y="1387"/>
                    <a:pt x="633" y="1373"/>
                    <a:pt x="628" y="1355"/>
                  </a:cubicBezTo>
                  <a:cubicBezTo>
                    <a:pt x="528" y="894"/>
                    <a:pt x="258" y="427"/>
                    <a:pt x="43" y="12"/>
                  </a:cubicBezTo>
                  <a:cubicBezTo>
                    <a:pt x="39" y="4"/>
                    <a:pt x="34"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57"/>
            <p:cNvSpPr/>
            <p:nvPr/>
          </p:nvSpPr>
          <p:spPr>
            <a:xfrm>
              <a:off x="4479575" y="926875"/>
              <a:ext cx="11475" cy="30450"/>
            </a:xfrm>
            <a:custGeom>
              <a:avLst/>
              <a:gdLst/>
              <a:ahLst/>
              <a:cxnLst/>
              <a:rect l="l" t="t" r="r" b="b"/>
              <a:pathLst>
                <a:path w="459" h="1218" extrusionOk="0">
                  <a:moveTo>
                    <a:pt x="430" y="1"/>
                  </a:moveTo>
                  <a:cubicBezTo>
                    <a:pt x="420" y="1"/>
                    <a:pt x="410" y="6"/>
                    <a:pt x="405" y="18"/>
                  </a:cubicBezTo>
                  <a:cubicBezTo>
                    <a:pt x="255" y="401"/>
                    <a:pt x="113" y="807"/>
                    <a:pt x="4" y="1203"/>
                  </a:cubicBezTo>
                  <a:cubicBezTo>
                    <a:pt x="1" y="1211"/>
                    <a:pt x="8" y="1218"/>
                    <a:pt x="15" y="1218"/>
                  </a:cubicBezTo>
                  <a:cubicBezTo>
                    <a:pt x="19" y="1218"/>
                    <a:pt x="22" y="1216"/>
                    <a:pt x="24" y="1212"/>
                  </a:cubicBezTo>
                  <a:cubicBezTo>
                    <a:pt x="217"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57"/>
            <p:cNvSpPr/>
            <p:nvPr/>
          </p:nvSpPr>
          <p:spPr>
            <a:xfrm>
              <a:off x="4519175" y="861450"/>
              <a:ext cx="45925" cy="60550"/>
            </a:xfrm>
            <a:custGeom>
              <a:avLst/>
              <a:gdLst/>
              <a:ahLst/>
              <a:cxnLst/>
              <a:rect l="l" t="t" r="r" b="b"/>
              <a:pathLst>
                <a:path w="1837" h="2422" extrusionOk="0">
                  <a:moveTo>
                    <a:pt x="729" y="296"/>
                  </a:moveTo>
                  <a:lnTo>
                    <a:pt x="729" y="296"/>
                  </a:lnTo>
                  <a:cubicBezTo>
                    <a:pt x="1070" y="544"/>
                    <a:pt x="1357" y="882"/>
                    <a:pt x="1416" y="1314"/>
                  </a:cubicBezTo>
                  <a:cubicBezTo>
                    <a:pt x="1460" y="1625"/>
                    <a:pt x="1452" y="1954"/>
                    <a:pt x="1430" y="2267"/>
                  </a:cubicBezTo>
                  <a:lnTo>
                    <a:pt x="1430" y="2267"/>
                  </a:lnTo>
                  <a:cubicBezTo>
                    <a:pt x="703" y="1951"/>
                    <a:pt x="347" y="991"/>
                    <a:pt x="729"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9" y="2414"/>
                    <a:pt x="1550" y="2403"/>
                  </a:cubicBezTo>
                  <a:lnTo>
                    <a:pt x="1550" y="2403"/>
                  </a:lnTo>
                  <a:cubicBezTo>
                    <a:pt x="1572" y="2393"/>
                    <a:pt x="1591" y="2375"/>
                    <a:pt x="1598" y="2347"/>
                  </a:cubicBezTo>
                  <a:cubicBezTo>
                    <a:pt x="1836" y="1422"/>
                    <a:pt x="1536" y="554"/>
                    <a:pt x="755" y="17"/>
                  </a:cubicBezTo>
                  <a:cubicBezTo>
                    <a:pt x="736"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57"/>
            <p:cNvSpPr/>
            <p:nvPr/>
          </p:nvSpPr>
          <p:spPr>
            <a:xfrm>
              <a:off x="4519175" y="923900"/>
              <a:ext cx="45925" cy="60575"/>
            </a:xfrm>
            <a:custGeom>
              <a:avLst/>
              <a:gdLst/>
              <a:ahLst/>
              <a:cxnLst/>
              <a:rect l="l" t="t" r="r" b="b"/>
              <a:pathLst>
                <a:path w="1837" h="2423" extrusionOk="0">
                  <a:moveTo>
                    <a:pt x="1430" y="156"/>
                  </a:moveTo>
                  <a:cubicBezTo>
                    <a:pt x="1452" y="467"/>
                    <a:pt x="1463" y="803"/>
                    <a:pt x="1416" y="1109"/>
                  </a:cubicBezTo>
                  <a:cubicBezTo>
                    <a:pt x="1351" y="1546"/>
                    <a:pt x="1074" y="1877"/>
                    <a:pt x="730" y="2127"/>
                  </a:cubicBezTo>
                  <a:lnTo>
                    <a:pt x="730" y="2127"/>
                  </a:lnTo>
                  <a:cubicBezTo>
                    <a:pt x="347" y="1433"/>
                    <a:pt x="702" y="472"/>
                    <a:pt x="1430" y="156"/>
                  </a:cubicBezTo>
                  <a:close/>
                  <a:moveTo>
                    <a:pt x="1505" y="1"/>
                  </a:moveTo>
                  <a:cubicBezTo>
                    <a:pt x="1501" y="1"/>
                    <a:pt x="1497" y="1"/>
                    <a:pt x="1493" y="2"/>
                  </a:cubicBezTo>
                  <a:cubicBezTo>
                    <a:pt x="465" y="163"/>
                    <a:pt x="0" y="1551"/>
                    <a:pt x="588" y="2362"/>
                  </a:cubicBezTo>
                  <a:cubicBezTo>
                    <a:pt x="613" y="2396"/>
                    <a:pt x="655" y="2422"/>
                    <a:pt x="698" y="2422"/>
                  </a:cubicBezTo>
                  <a:cubicBezTo>
                    <a:pt x="717" y="2422"/>
                    <a:pt x="736" y="2417"/>
                    <a:pt x="755" y="2405"/>
                  </a:cubicBezTo>
                  <a:cubicBezTo>
                    <a:pt x="1538" y="1869"/>
                    <a:pt x="1836" y="1001"/>
                    <a:pt x="1599" y="75"/>
                  </a:cubicBezTo>
                  <a:cubicBezTo>
                    <a:pt x="1592" y="47"/>
                    <a:pt x="1573" y="29"/>
                    <a:pt x="1551" y="20"/>
                  </a:cubicBezTo>
                  <a:lnTo>
                    <a:pt x="1551" y="20"/>
                  </a:lnTo>
                  <a:cubicBezTo>
                    <a:pt x="1540" y="9"/>
                    <a:pt x="1524" y="1"/>
                    <a:pt x="1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57"/>
            <p:cNvSpPr/>
            <p:nvPr/>
          </p:nvSpPr>
          <p:spPr>
            <a:xfrm>
              <a:off x="4539175" y="883000"/>
              <a:ext cx="15825" cy="34700"/>
            </a:xfrm>
            <a:custGeom>
              <a:avLst/>
              <a:gdLst/>
              <a:ahLst/>
              <a:cxnLst/>
              <a:rect l="l" t="t" r="r" b="b"/>
              <a:pathLst>
                <a:path w="633" h="1388" extrusionOk="0">
                  <a:moveTo>
                    <a:pt x="28" y="0"/>
                  </a:moveTo>
                  <a:cubicBezTo>
                    <a:pt x="14" y="0"/>
                    <a:pt x="1" y="16"/>
                    <a:pt x="8" y="32"/>
                  </a:cubicBezTo>
                  <a:cubicBezTo>
                    <a:pt x="198" y="470"/>
                    <a:pt x="342" y="963"/>
                    <a:pt x="583" y="1375"/>
                  </a:cubicBezTo>
                  <a:cubicBezTo>
                    <a:pt x="587" y="1383"/>
                    <a:pt x="595" y="1387"/>
                    <a:pt x="603" y="1387"/>
                  </a:cubicBezTo>
                  <a:cubicBezTo>
                    <a:pt x="618" y="1387"/>
                    <a:pt x="633" y="1373"/>
                    <a:pt x="628"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57"/>
            <p:cNvSpPr/>
            <p:nvPr/>
          </p:nvSpPr>
          <p:spPr>
            <a:xfrm>
              <a:off x="4542675" y="926875"/>
              <a:ext cx="11475" cy="30450"/>
            </a:xfrm>
            <a:custGeom>
              <a:avLst/>
              <a:gdLst/>
              <a:ahLst/>
              <a:cxnLst/>
              <a:rect l="l" t="t" r="r" b="b"/>
              <a:pathLst>
                <a:path w="459" h="1218" extrusionOk="0">
                  <a:moveTo>
                    <a:pt x="430" y="1"/>
                  </a:moveTo>
                  <a:cubicBezTo>
                    <a:pt x="420" y="1"/>
                    <a:pt x="410"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57"/>
            <p:cNvSpPr/>
            <p:nvPr/>
          </p:nvSpPr>
          <p:spPr>
            <a:xfrm>
              <a:off x="4742800" y="919775"/>
              <a:ext cx="410250" cy="6850"/>
            </a:xfrm>
            <a:custGeom>
              <a:avLst/>
              <a:gdLst/>
              <a:ahLst/>
              <a:cxnLst/>
              <a:rect l="l" t="t" r="r" b="b"/>
              <a:pathLst>
                <a:path w="16410" h="274" extrusionOk="0">
                  <a:moveTo>
                    <a:pt x="6703" y="1"/>
                  </a:moveTo>
                  <a:cubicBezTo>
                    <a:pt x="4905" y="1"/>
                    <a:pt x="3102" y="12"/>
                    <a:pt x="1309" y="12"/>
                  </a:cubicBezTo>
                  <a:cubicBezTo>
                    <a:pt x="915" y="12"/>
                    <a:pt x="520" y="12"/>
                    <a:pt x="127" y="10"/>
                  </a:cubicBezTo>
                  <a:cubicBezTo>
                    <a:pt x="2" y="10"/>
                    <a:pt x="0" y="205"/>
                    <a:pt x="127" y="205"/>
                  </a:cubicBezTo>
                  <a:cubicBezTo>
                    <a:pt x="2794" y="215"/>
                    <a:pt x="5490" y="262"/>
                    <a:pt x="8166" y="270"/>
                  </a:cubicBezTo>
                  <a:cubicBezTo>
                    <a:pt x="8906" y="272"/>
                    <a:pt x="9645" y="273"/>
                    <a:pt x="10384" y="273"/>
                  </a:cubicBezTo>
                  <a:cubicBezTo>
                    <a:pt x="11493" y="273"/>
                    <a:pt x="12601" y="270"/>
                    <a:pt x="13711" y="263"/>
                  </a:cubicBezTo>
                  <a:cubicBezTo>
                    <a:pt x="14128" y="261"/>
                    <a:pt x="14611" y="201"/>
                    <a:pt x="15091" y="162"/>
                  </a:cubicBezTo>
                  <a:lnTo>
                    <a:pt x="15091" y="162"/>
                  </a:lnTo>
                  <a:cubicBezTo>
                    <a:pt x="15345" y="185"/>
                    <a:pt x="15598" y="202"/>
                    <a:pt x="15839" y="202"/>
                  </a:cubicBezTo>
                  <a:cubicBezTo>
                    <a:pt x="16024" y="202"/>
                    <a:pt x="16202" y="192"/>
                    <a:pt x="16369" y="167"/>
                  </a:cubicBezTo>
                  <a:lnTo>
                    <a:pt x="16369" y="167"/>
                  </a:lnTo>
                  <a:cubicBezTo>
                    <a:pt x="16380" y="168"/>
                    <a:pt x="16391" y="170"/>
                    <a:pt x="16402" y="172"/>
                  </a:cubicBezTo>
                  <a:cubicBezTo>
                    <a:pt x="16402" y="172"/>
                    <a:pt x="16402" y="172"/>
                    <a:pt x="16403" y="172"/>
                  </a:cubicBezTo>
                  <a:cubicBezTo>
                    <a:pt x="16409" y="172"/>
                    <a:pt x="16409" y="161"/>
                    <a:pt x="16403" y="161"/>
                  </a:cubicBezTo>
                  <a:cubicBezTo>
                    <a:pt x="16402" y="161"/>
                    <a:pt x="16402" y="161"/>
                    <a:pt x="16402" y="162"/>
                  </a:cubicBezTo>
                  <a:cubicBezTo>
                    <a:pt x="16391" y="163"/>
                    <a:pt x="16380" y="165"/>
                    <a:pt x="16369" y="167"/>
                  </a:cubicBezTo>
                  <a:lnTo>
                    <a:pt x="16369" y="167"/>
                  </a:lnTo>
                  <a:cubicBezTo>
                    <a:pt x="16191" y="139"/>
                    <a:pt x="16000" y="128"/>
                    <a:pt x="15801" y="128"/>
                  </a:cubicBezTo>
                  <a:cubicBezTo>
                    <a:pt x="15571" y="128"/>
                    <a:pt x="15332" y="142"/>
                    <a:pt x="15091" y="162"/>
                  </a:cubicBezTo>
                  <a:lnTo>
                    <a:pt x="15091" y="162"/>
                  </a:lnTo>
                  <a:cubicBezTo>
                    <a:pt x="14611" y="119"/>
                    <a:pt x="14128" y="56"/>
                    <a:pt x="13711" y="51"/>
                  </a:cubicBezTo>
                  <a:cubicBezTo>
                    <a:pt x="11862" y="26"/>
                    <a:pt x="10014" y="13"/>
                    <a:pt x="8166" y="4"/>
                  </a:cubicBezTo>
                  <a:cubicBezTo>
                    <a:pt x="7679" y="2"/>
                    <a:pt x="7191" y="1"/>
                    <a:pt x="6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57"/>
            <p:cNvSpPr/>
            <p:nvPr/>
          </p:nvSpPr>
          <p:spPr>
            <a:xfrm>
              <a:off x="5109400" y="908325"/>
              <a:ext cx="64750" cy="30250"/>
            </a:xfrm>
            <a:custGeom>
              <a:avLst/>
              <a:gdLst/>
              <a:ahLst/>
              <a:cxnLst/>
              <a:rect l="l" t="t" r="r" b="b"/>
              <a:pathLst>
                <a:path w="2590" h="1210" extrusionOk="0">
                  <a:moveTo>
                    <a:pt x="1349" y="202"/>
                  </a:moveTo>
                  <a:cubicBezTo>
                    <a:pt x="1680" y="202"/>
                    <a:pt x="1996" y="341"/>
                    <a:pt x="2272" y="523"/>
                  </a:cubicBezTo>
                  <a:lnTo>
                    <a:pt x="2272" y="523"/>
                  </a:lnTo>
                  <a:cubicBezTo>
                    <a:pt x="2015" y="828"/>
                    <a:pt x="1628" y="975"/>
                    <a:pt x="1237" y="975"/>
                  </a:cubicBezTo>
                  <a:cubicBezTo>
                    <a:pt x="848" y="975"/>
                    <a:pt x="454" y="829"/>
                    <a:pt x="180" y="550"/>
                  </a:cubicBezTo>
                  <a:lnTo>
                    <a:pt x="180" y="550"/>
                  </a:lnTo>
                  <a:cubicBezTo>
                    <a:pt x="495" y="406"/>
                    <a:pt x="859" y="256"/>
                    <a:pt x="1201" y="212"/>
                  </a:cubicBezTo>
                  <a:cubicBezTo>
                    <a:pt x="1251" y="205"/>
                    <a:pt x="1300" y="202"/>
                    <a:pt x="1349" y="202"/>
                  </a:cubicBezTo>
                  <a:close/>
                  <a:moveTo>
                    <a:pt x="1311" y="0"/>
                  </a:moveTo>
                  <a:cubicBezTo>
                    <a:pt x="881" y="0"/>
                    <a:pt x="449" y="140"/>
                    <a:pt x="53" y="415"/>
                  </a:cubicBezTo>
                  <a:cubicBezTo>
                    <a:pt x="26" y="434"/>
                    <a:pt x="13" y="458"/>
                    <a:pt x="11" y="482"/>
                  </a:cubicBezTo>
                  <a:lnTo>
                    <a:pt x="11" y="482"/>
                  </a:lnTo>
                  <a:cubicBezTo>
                    <a:pt x="2" y="499"/>
                    <a:pt x="0" y="519"/>
                    <a:pt x="11" y="539"/>
                  </a:cubicBezTo>
                  <a:cubicBezTo>
                    <a:pt x="266" y="995"/>
                    <a:pt x="750" y="1209"/>
                    <a:pt x="1243" y="1209"/>
                  </a:cubicBezTo>
                  <a:cubicBezTo>
                    <a:pt x="1751" y="1209"/>
                    <a:pt x="2267" y="982"/>
                    <a:pt x="2552" y="556"/>
                  </a:cubicBezTo>
                  <a:cubicBezTo>
                    <a:pt x="2590" y="498"/>
                    <a:pt x="2559" y="425"/>
                    <a:pt x="2508" y="389"/>
                  </a:cubicBezTo>
                  <a:cubicBezTo>
                    <a:pt x="2132" y="128"/>
                    <a:pt x="1722" y="0"/>
                    <a:pt x="1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57"/>
            <p:cNvSpPr/>
            <p:nvPr/>
          </p:nvSpPr>
          <p:spPr>
            <a:xfrm>
              <a:off x="5090925" y="861450"/>
              <a:ext cx="45900" cy="60550"/>
            </a:xfrm>
            <a:custGeom>
              <a:avLst/>
              <a:gdLst/>
              <a:ahLst/>
              <a:cxnLst/>
              <a:rect l="l" t="t" r="r" b="b"/>
              <a:pathLst>
                <a:path w="1836" h="2422" extrusionOk="0">
                  <a:moveTo>
                    <a:pt x="1108" y="296"/>
                  </a:moveTo>
                  <a:cubicBezTo>
                    <a:pt x="1490" y="991"/>
                    <a:pt x="1135" y="1950"/>
                    <a:pt x="407" y="2267"/>
                  </a:cubicBezTo>
                  <a:lnTo>
                    <a:pt x="407" y="2267"/>
                  </a:lnTo>
                  <a:cubicBezTo>
                    <a:pt x="385" y="1957"/>
                    <a:pt x="372" y="1621"/>
                    <a:pt x="419" y="1314"/>
                  </a:cubicBezTo>
                  <a:cubicBezTo>
                    <a:pt x="486" y="878"/>
                    <a:pt x="763" y="546"/>
                    <a:pt x="1108" y="296"/>
                  </a:cubicBezTo>
                  <a:close/>
                  <a:moveTo>
                    <a:pt x="1138" y="0"/>
                  </a:moveTo>
                  <a:cubicBezTo>
                    <a:pt x="1118" y="0"/>
                    <a:pt x="1099" y="5"/>
                    <a:pt x="1081" y="17"/>
                  </a:cubicBezTo>
                  <a:cubicBezTo>
                    <a:pt x="299" y="554"/>
                    <a:pt x="1" y="1422"/>
                    <a:pt x="238" y="2347"/>
                  </a:cubicBezTo>
                  <a:cubicBezTo>
                    <a:pt x="245" y="2376"/>
                    <a:pt x="264" y="2394"/>
                    <a:pt x="287" y="2403"/>
                  </a:cubicBezTo>
                  <a:lnTo>
                    <a:pt x="287" y="2403"/>
                  </a:lnTo>
                  <a:cubicBezTo>
                    <a:pt x="298" y="2414"/>
                    <a:pt x="313" y="2421"/>
                    <a:pt x="332" y="2421"/>
                  </a:cubicBezTo>
                  <a:cubicBezTo>
                    <a:pt x="336" y="2421"/>
                    <a:pt x="339" y="2421"/>
                    <a:pt x="344" y="2420"/>
                  </a:cubicBezTo>
                  <a:cubicBezTo>
                    <a:pt x="1372" y="2260"/>
                    <a:pt x="1836" y="872"/>
                    <a:pt x="1248" y="62"/>
                  </a:cubicBezTo>
                  <a:cubicBezTo>
                    <a:pt x="1223" y="27"/>
                    <a:pt x="1181" y="0"/>
                    <a:pt x="1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57"/>
            <p:cNvSpPr/>
            <p:nvPr/>
          </p:nvSpPr>
          <p:spPr>
            <a:xfrm>
              <a:off x="5090925" y="923900"/>
              <a:ext cx="45900" cy="60575"/>
            </a:xfrm>
            <a:custGeom>
              <a:avLst/>
              <a:gdLst/>
              <a:ahLst/>
              <a:cxnLst/>
              <a:rect l="l" t="t" r="r" b="b"/>
              <a:pathLst>
                <a:path w="1836" h="2423" extrusionOk="0">
                  <a:moveTo>
                    <a:pt x="407" y="155"/>
                  </a:moveTo>
                  <a:cubicBezTo>
                    <a:pt x="1134" y="472"/>
                    <a:pt x="1489" y="1433"/>
                    <a:pt x="1107" y="2127"/>
                  </a:cubicBezTo>
                  <a:lnTo>
                    <a:pt x="1107" y="2127"/>
                  </a:lnTo>
                  <a:cubicBezTo>
                    <a:pt x="767" y="1879"/>
                    <a:pt x="479" y="1542"/>
                    <a:pt x="419" y="1109"/>
                  </a:cubicBezTo>
                  <a:cubicBezTo>
                    <a:pt x="376" y="799"/>
                    <a:pt x="385" y="469"/>
                    <a:pt x="407" y="155"/>
                  </a:cubicBezTo>
                  <a:close/>
                  <a:moveTo>
                    <a:pt x="332" y="1"/>
                  </a:moveTo>
                  <a:cubicBezTo>
                    <a:pt x="313" y="1"/>
                    <a:pt x="298" y="8"/>
                    <a:pt x="287" y="19"/>
                  </a:cubicBezTo>
                  <a:lnTo>
                    <a:pt x="287" y="19"/>
                  </a:lnTo>
                  <a:cubicBezTo>
                    <a:pt x="264" y="28"/>
                    <a:pt x="245" y="47"/>
                    <a:pt x="238" y="75"/>
                  </a:cubicBezTo>
                  <a:cubicBezTo>
                    <a:pt x="1" y="1001"/>
                    <a:pt x="299" y="1869"/>
                    <a:pt x="1081" y="2405"/>
                  </a:cubicBezTo>
                  <a:cubicBezTo>
                    <a:pt x="1099" y="2417"/>
                    <a:pt x="1119" y="2422"/>
                    <a:pt x="1138" y="2422"/>
                  </a:cubicBezTo>
                  <a:cubicBezTo>
                    <a:pt x="1181" y="2422"/>
                    <a:pt x="1224" y="2396"/>
                    <a:pt x="1248" y="2362"/>
                  </a:cubicBezTo>
                  <a:cubicBezTo>
                    <a:pt x="1836" y="1551"/>
                    <a:pt x="1370" y="163"/>
                    <a:pt x="344" y="2"/>
                  </a:cubicBezTo>
                  <a:cubicBezTo>
                    <a:pt x="340" y="1"/>
                    <a:pt x="336"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57"/>
            <p:cNvSpPr/>
            <p:nvPr/>
          </p:nvSpPr>
          <p:spPr>
            <a:xfrm>
              <a:off x="5101000" y="883000"/>
              <a:ext cx="15850" cy="34700"/>
            </a:xfrm>
            <a:custGeom>
              <a:avLst/>
              <a:gdLst/>
              <a:ahLst/>
              <a:cxnLst/>
              <a:rect l="l" t="t" r="r" b="b"/>
              <a:pathLst>
                <a:path w="634" h="1388" extrusionOk="0">
                  <a:moveTo>
                    <a:pt x="606" y="0"/>
                  </a:moveTo>
                  <a:cubicBezTo>
                    <a:pt x="600" y="0"/>
                    <a:pt x="594" y="4"/>
                    <a:pt x="589" y="12"/>
                  </a:cubicBezTo>
                  <a:cubicBezTo>
                    <a:pt x="376" y="427"/>
                    <a:pt x="106" y="894"/>
                    <a:pt x="4" y="1355"/>
                  </a:cubicBezTo>
                  <a:cubicBezTo>
                    <a:pt x="1" y="1373"/>
                    <a:pt x="16" y="1387"/>
                    <a:pt x="31" y="1387"/>
                  </a:cubicBezTo>
                  <a:cubicBezTo>
                    <a:pt x="38" y="1387"/>
                    <a:pt x="46" y="1383"/>
                    <a:pt x="51" y="1375"/>
                  </a:cubicBezTo>
                  <a:cubicBezTo>
                    <a:pt x="291" y="963"/>
                    <a:pt x="434" y="470"/>
                    <a:pt x="626" y="32"/>
                  </a:cubicBezTo>
                  <a:cubicBezTo>
                    <a:pt x="633" y="16"/>
                    <a:pt x="620"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7"/>
            <p:cNvSpPr/>
            <p:nvPr/>
          </p:nvSpPr>
          <p:spPr>
            <a:xfrm>
              <a:off x="5101850" y="926875"/>
              <a:ext cx="11475" cy="30450"/>
            </a:xfrm>
            <a:custGeom>
              <a:avLst/>
              <a:gdLst/>
              <a:ahLst/>
              <a:cxnLst/>
              <a:rect l="l" t="t" r="r" b="b"/>
              <a:pathLst>
                <a:path w="459" h="1218" extrusionOk="0">
                  <a:moveTo>
                    <a:pt x="29" y="1"/>
                  </a:moveTo>
                  <a:cubicBezTo>
                    <a:pt x="15" y="1"/>
                    <a:pt x="1" y="12"/>
                    <a:pt x="6" y="31"/>
                  </a:cubicBezTo>
                  <a:cubicBezTo>
                    <a:pt x="92" y="430"/>
                    <a:pt x="241" y="851"/>
                    <a:pt x="434" y="1212"/>
                  </a:cubicBezTo>
                  <a:cubicBezTo>
                    <a:pt x="437" y="1216"/>
                    <a:pt x="440" y="1218"/>
                    <a:pt x="444" y="1218"/>
                  </a:cubicBezTo>
                  <a:cubicBezTo>
                    <a:pt x="451" y="1218"/>
                    <a:pt x="458" y="1211"/>
                    <a:pt x="456" y="1203"/>
                  </a:cubicBezTo>
                  <a:cubicBezTo>
                    <a:pt x="346" y="807"/>
                    <a:pt x="205"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7"/>
            <p:cNvSpPr/>
            <p:nvPr/>
          </p:nvSpPr>
          <p:spPr>
            <a:xfrm>
              <a:off x="5027800" y="861450"/>
              <a:ext cx="45925" cy="60550"/>
            </a:xfrm>
            <a:custGeom>
              <a:avLst/>
              <a:gdLst/>
              <a:ahLst/>
              <a:cxnLst/>
              <a:rect l="l" t="t" r="r" b="b"/>
              <a:pathLst>
                <a:path w="1837" h="2422" extrusionOk="0">
                  <a:moveTo>
                    <a:pt x="1108" y="296"/>
                  </a:moveTo>
                  <a:cubicBezTo>
                    <a:pt x="1490" y="991"/>
                    <a:pt x="1135" y="1950"/>
                    <a:pt x="408" y="2267"/>
                  </a:cubicBezTo>
                  <a:lnTo>
                    <a:pt x="408" y="2267"/>
                  </a:lnTo>
                  <a:cubicBezTo>
                    <a:pt x="386" y="1957"/>
                    <a:pt x="374" y="1621"/>
                    <a:pt x="420" y="1314"/>
                  </a:cubicBezTo>
                  <a:cubicBezTo>
                    <a:pt x="486" y="878"/>
                    <a:pt x="763" y="546"/>
                    <a:pt x="1108" y="296"/>
                  </a:cubicBezTo>
                  <a:close/>
                  <a:moveTo>
                    <a:pt x="1139" y="0"/>
                  </a:moveTo>
                  <a:cubicBezTo>
                    <a:pt x="1119" y="0"/>
                    <a:pt x="1100" y="5"/>
                    <a:pt x="1082" y="17"/>
                  </a:cubicBezTo>
                  <a:cubicBezTo>
                    <a:pt x="300" y="554"/>
                    <a:pt x="1" y="1422"/>
                    <a:pt x="239" y="2347"/>
                  </a:cubicBezTo>
                  <a:cubicBezTo>
                    <a:pt x="246" y="2375"/>
                    <a:pt x="265" y="2394"/>
                    <a:pt x="287" y="2403"/>
                  </a:cubicBezTo>
                  <a:lnTo>
                    <a:pt x="287" y="2403"/>
                  </a:lnTo>
                  <a:cubicBezTo>
                    <a:pt x="298" y="2414"/>
                    <a:pt x="313" y="2421"/>
                    <a:pt x="333" y="2421"/>
                  </a:cubicBezTo>
                  <a:cubicBezTo>
                    <a:pt x="336" y="2421"/>
                    <a:pt x="340" y="2421"/>
                    <a:pt x="345"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7"/>
            <p:cNvSpPr/>
            <p:nvPr/>
          </p:nvSpPr>
          <p:spPr>
            <a:xfrm>
              <a:off x="5027825" y="923900"/>
              <a:ext cx="45900" cy="60575"/>
            </a:xfrm>
            <a:custGeom>
              <a:avLst/>
              <a:gdLst/>
              <a:ahLst/>
              <a:cxnLst/>
              <a:rect l="l" t="t" r="r" b="b"/>
              <a:pathLst>
                <a:path w="1836" h="2423" extrusionOk="0">
                  <a:moveTo>
                    <a:pt x="407" y="155"/>
                  </a:moveTo>
                  <a:cubicBezTo>
                    <a:pt x="1133" y="472"/>
                    <a:pt x="1489" y="1433"/>
                    <a:pt x="1107" y="2128"/>
                  </a:cubicBezTo>
                  <a:lnTo>
                    <a:pt x="1107" y="2128"/>
                  </a:lnTo>
                  <a:cubicBezTo>
                    <a:pt x="766" y="1880"/>
                    <a:pt x="479" y="1542"/>
                    <a:pt x="419" y="1109"/>
                  </a:cubicBezTo>
                  <a:cubicBezTo>
                    <a:pt x="376" y="799"/>
                    <a:pt x="384" y="469"/>
                    <a:pt x="407" y="155"/>
                  </a:cubicBezTo>
                  <a:close/>
                  <a:moveTo>
                    <a:pt x="332" y="1"/>
                  </a:moveTo>
                  <a:cubicBezTo>
                    <a:pt x="313" y="1"/>
                    <a:pt x="298" y="8"/>
                    <a:pt x="287" y="19"/>
                  </a:cubicBezTo>
                  <a:lnTo>
                    <a:pt x="287" y="19"/>
                  </a:lnTo>
                  <a:cubicBezTo>
                    <a:pt x="264" y="28"/>
                    <a:pt x="245" y="46"/>
                    <a:pt x="238" y="75"/>
                  </a:cubicBezTo>
                  <a:cubicBezTo>
                    <a:pt x="1" y="1001"/>
                    <a:pt x="299" y="1869"/>
                    <a:pt x="1081" y="2405"/>
                  </a:cubicBezTo>
                  <a:cubicBezTo>
                    <a:pt x="1099" y="2417"/>
                    <a:pt x="1119" y="2422"/>
                    <a:pt x="1138" y="2422"/>
                  </a:cubicBezTo>
                  <a:cubicBezTo>
                    <a:pt x="1181" y="2422"/>
                    <a:pt x="1223" y="2396"/>
                    <a:pt x="1248" y="2362"/>
                  </a:cubicBezTo>
                  <a:cubicBezTo>
                    <a:pt x="1836" y="1551"/>
                    <a:pt x="1370" y="163"/>
                    <a:pt x="344" y="2"/>
                  </a:cubicBezTo>
                  <a:cubicBezTo>
                    <a:pt x="340" y="1"/>
                    <a:pt x="336"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57"/>
            <p:cNvSpPr/>
            <p:nvPr/>
          </p:nvSpPr>
          <p:spPr>
            <a:xfrm>
              <a:off x="5037900" y="883000"/>
              <a:ext cx="15800" cy="34700"/>
            </a:xfrm>
            <a:custGeom>
              <a:avLst/>
              <a:gdLst/>
              <a:ahLst/>
              <a:cxnLst/>
              <a:rect l="l" t="t" r="r" b="b"/>
              <a:pathLst>
                <a:path w="632" h="1388" extrusionOk="0">
                  <a:moveTo>
                    <a:pt x="605" y="0"/>
                  </a:moveTo>
                  <a:cubicBezTo>
                    <a:pt x="599" y="0"/>
                    <a:pt x="593" y="4"/>
                    <a:pt x="590" y="12"/>
                  </a:cubicBezTo>
                  <a:cubicBezTo>
                    <a:pt x="375" y="427"/>
                    <a:pt x="106" y="894"/>
                    <a:pt x="4" y="1355"/>
                  </a:cubicBezTo>
                  <a:cubicBezTo>
                    <a:pt x="0" y="1373"/>
                    <a:pt x="15" y="1387"/>
                    <a:pt x="30" y="1387"/>
                  </a:cubicBezTo>
                  <a:cubicBezTo>
                    <a:pt x="38" y="1387"/>
                    <a:pt x="46" y="1383"/>
                    <a:pt x="51" y="1375"/>
                  </a:cubicBezTo>
                  <a:cubicBezTo>
                    <a:pt x="291" y="963"/>
                    <a:pt x="434" y="470"/>
                    <a:pt x="625" y="32"/>
                  </a:cubicBezTo>
                  <a:cubicBezTo>
                    <a:pt x="632" y="16"/>
                    <a:pt x="618" y="0"/>
                    <a:pt x="6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57"/>
            <p:cNvSpPr/>
            <p:nvPr/>
          </p:nvSpPr>
          <p:spPr>
            <a:xfrm>
              <a:off x="5038750" y="926875"/>
              <a:ext cx="11450" cy="30450"/>
            </a:xfrm>
            <a:custGeom>
              <a:avLst/>
              <a:gdLst/>
              <a:ahLst/>
              <a:cxnLst/>
              <a:rect l="l" t="t" r="r" b="b"/>
              <a:pathLst>
                <a:path w="458" h="1218" extrusionOk="0">
                  <a:moveTo>
                    <a:pt x="29" y="1"/>
                  </a:moveTo>
                  <a:cubicBezTo>
                    <a:pt x="14" y="1"/>
                    <a:pt x="0" y="12"/>
                    <a:pt x="4" y="31"/>
                  </a:cubicBezTo>
                  <a:cubicBezTo>
                    <a:pt x="92" y="430"/>
                    <a:pt x="241" y="851"/>
                    <a:pt x="434" y="1212"/>
                  </a:cubicBezTo>
                  <a:cubicBezTo>
                    <a:pt x="437" y="1216"/>
                    <a:pt x="440" y="1218"/>
                    <a:pt x="444" y="1218"/>
                  </a:cubicBezTo>
                  <a:cubicBezTo>
                    <a:pt x="451"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7"/>
            <p:cNvSpPr/>
            <p:nvPr/>
          </p:nvSpPr>
          <p:spPr>
            <a:xfrm>
              <a:off x="4964700" y="861450"/>
              <a:ext cx="45925" cy="60550"/>
            </a:xfrm>
            <a:custGeom>
              <a:avLst/>
              <a:gdLst/>
              <a:ahLst/>
              <a:cxnLst/>
              <a:rect l="l" t="t" r="r" b="b"/>
              <a:pathLst>
                <a:path w="1837" h="2422" extrusionOk="0">
                  <a:moveTo>
                    <a:pt x="1107" y="296"/>
                  </a:moveTo>
                  <a:cubicBezTo>
                    <a:pt x="1490" y="991"/>
                    <a:pt x="1135" y="1951"/>
                    <a:pt x="407" y="2267"/>
                  </a:cubicBezTo>
                  <a:lnTo>
                    <a:pt x="407" y="2267"/>
                  </a:lnTo>
                  <a:cubicBezTo>
                    <a:pt x="385" y="1957"/>
                    <a:pt x="374" y="1621"/>
                    <a:pt x="420" y="1314"/>
                  </a:cubicBezTo>
                  <a:cubicBezTo>
                    <a:pt x="486" y="878"/>
                    <a:pt x="763" y="546"/>
                    <a:pt x="1107" y="296"/>
                  </a:cubicBezTo>
                  <a:close/>
                  <a:moveTo>
                    <a:pt x="1139" y="0"/>
                  </a:moveTo>
                  <a:cubicBezTo>
                    <a:pt x="1120" y="0"/>
                    <a:pt x="1100" y="5"/>
                    <a:pt x="1082" y="17"/>
                  </a:cubicBezTo>
                  <a:cubicBezTo>
                    <a:pt x="300" y="554"/>
                    <a:pt x="1" y="1422"/>
                    <a:pt x="239" y="2347"/>
                  </a:cubicBezTo>
                  <a:cubicBezTo>
                    <a:pt x="246" y="2375"/>
                    <a:pt x="264" y="2394"/>
                    <a:pt x="287" y="2403"/>
                  </a:cubicBezTo>
                  <a:lnTo>
                    <a:pt x="287" y="2403"/>
                  </a:lnTo>
                  <a:cubicBezTo>
                    <a:pt x="297" y="2414"/>
                    <a:pt x="313" y="2421"/>
                    <a:pt x="331"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57"/>
            <p:cNvSpPr/>
            <p:nvPr/>
          </p:nvSpPr>
          <p:spPr>
            <a:xfrm>
              <a:off x="4964700" y="923900"/>
              <a:ext cx="45925" cy="60575"/>
            </a:xfrm>
            <a:custGeom>
              <a:avLst/>
              <a:gdLst/>
              <a:ahLst/>
              <a:cxnLst/>
              <a:rect l="l" t="t" r="r" b="b"/>
              <a:pathLst>
                <a:path w="1837" h="2423" extrusionOk="0">
                  <a:moveTo>
                    <a:pt x="407" y="155"/>
                  </a:moveTo>
                  <a:lnTo>
                    <a:pt x="407" y="155"/>
                  </a:lnTo>
                  <a:cubicBezTo>
                    <a:pt x="1134" y="471"/>
                    <a:pt x="1490" y="1432"/>
                    <a:pt x="1107" y="2127"/>
                  </a:cubicBezTo>
                  <a:lnTo>
                    <a:pt x="1107" y="2127"/>
                  </a:lnTo>
                  <a:cubicBezTo>
                    <a:pt x="766" y="1879"/>
                    <a:pt x="479" y="1542"/>
                    <a:pt x="420" y="1109"/>
                  </a:cubicBezTo>
                  <a:cubicBezTo>
                    <a:pt x="377" y="798"/>
                    <a:pt x="385" y="469"/>
                    <a:pt x="407" y="155"/>
                  </a:cubicBezTo>
                  <a:close/>
                  <a:moveTo>
                    <a:pt x="332" y="1"/>
                  </a:moveTo>
                  <a:cubicBezTo>
                    <a:pt x="313" y="1"/>
                    <a:pt x="297" y="8"/>
                    <a:pt x="287" y="19"/>
                  </a:cubicBezTo>
                  <a:lnTo>
                    <a:pt x="287" y="19"/>
                  </a:lnTo>
                  <a:cubicBezTo>
                    <a:pt x="264" y="28"/>
                    <a:pt x="245" y="47"/>
                    <a:pt x="238" y="75"/>
                  </a:cubicBezTo>
                  <a:cubicBezTo>
                    <a:pt x="1" y="1001"/>
                    <a:pt x="299" y="1869"/>
                    <a:pt x="1082" y="2405"/>
                  </a:cubicBezTo>
                  <a:cubicBezTo>
                    <a:pt x="1100" y="2417"/>
                    <a:pt x="1119" y="2422"/>
                    <a:pt x="1138" y="2422"/>
                  </a:cubicBezTo>
                  <a:cubicBezTo>
                    <a:pt x="1181" y="2422"/>
                    <a:pt x="1224" y="2396"/>
                    <a:pt x="1249" y="2362"/>
                  </a:cubicBezTo>
                  <a:cubicBezTo>
                    <a:pt x="1837" y="1551"/>
                    <a:pt x="1371"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57"/>
            <p:cNvSpPr/>
            <p:nvPr/>
          </p:nvSpPr>
          <p:spPr>
            <a:xfrm>
              <a:off x="4974800" y="883000"/>
              <a:ext cx="15800" cy="34700"/>
            </a:xfrm>
            <a:custGeom>
              <a:avLst/>
              <a:gdLst/>
              <a:ahLst/>
              <a:cxnLst/>
              <a:rect l="l" t="t" r="r" b="b"/>
              <a:pathLst>
                <a:path w="632" h="1388" extrusionOk="0">
                  <a:moveTo>
                    <a:pt x="605" y="0"/>
                  </a:moveTo>
                  <a:cubicBezTo>
                    <a:pt x="599" y="0"/>
                    <a:pt x="592" y="4"/>
                    <a:pt x="588" y="12"/>
                  </a:cubicBezTo>
                  <a:cubicBezTo>
                    <a:pt x="375" y="427"/>
                    <a:pt x="105" y="894"/>
                    <a:pt x="4" y="1355"/>
                  </a:cubicBezTo>
                  <a:cubicBezTo>
                    <a:pt x="0" y="1373"/>
                    <a:pt x="15" y="1387"/>
                    <a:pt x="30" y="1387"/>
                  </a:cubicBezTo>
                  <a:cubicBezTo>
                    <a:pt x="38" y="1387"/>
                    <a:pt x="45" y="1383"/>
                    <a:pt x="50" y="1375"/>
                  </a:cubicBezTo>
                  <a:cubicBezTo>
                    <a:pt x="291" y="963"/>
                    <a:pt x="434" y="470"/>
                    <a:pt x="625" y="32"/>
                  </a:cubicBezTo>
                  <a:cubicBezTo>
                    <a:pt x="632" y="16"/>
                    <a:pt x="618" y="0"/>
                    <a:pt x="6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57"/>
            <p:cNvSpPr/>
            <p:nvPr/>
          </p:nvSpPr>
          <p:spPr>
            <a:xfrm>
              <a:off x="4975650" y="926875"/>
              <a:ext cx="11450" cy="30450"/>
            </a:xfrm>
            <a:custGeom>
              <a:avLst/>
              <a:gdLst/>
              <a:ahLst/>
              <a:cxnLst/>
              <a:rect l="l" t="t" r="r" b="b"/>
              <a:pathLst>
                <a:path w="458" h="1218" extrusionOk="0">
                  <a:moveTo>
                    <a:pt x="29" y="1"/>
                  </a:moveTo>
                  <a:cubicBezTo>
                    <a:pt x="14" y="1"/>
                    <a:pt x="1" y="12"/>
                    <a:pt x="4" y="31"/>
                  </a:cubicBezTo>
                  <a:cubicBezTo>
                    <a:pt x="92" y="430"/>
                    <a:pt x="240" y="851"/>
                    <a:pt x="434" y="1212"/>
                  </a:cubicBezTo>
                  <a:cubicBezTo>
                    <a:pt x="437" y="1216"/>
                    <a:pt x="440" y="1218"/>
                    <a:pt x="444" y="1218"/>
                  </a:cubicBezTo>
                  <a:cubicBezTo>
                    <a:pt x="451"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57"/>
            <p:cNvSpPr/>
            <p:nvPr/>
          </p:nvSpPr>
          <p:spPr>
            <a:xfrm>
              <a:off x="4901600" y="861450"/>
              <a:ext cx="45925" cy="60550"/>
            </a:xfrm>
            <a:custGeom>
              <a:avLst/>
              <a:gdLst/>
              <a:ahLst/>
              <a:cxnLst/>
              <a:rect l="l" t="t" r="r" b="b"/>
              <a:pathLst>
                <a:path w="1837" h="2422" extrusionOk="0">
                  <a:moveTo>
                    <a:pt x="1107" y="296"/>
                  </a:moveTo>
                  <a:cubicBezTo>
                    <a:pt x="1490" y="991"/>
                    <a:pt x="1135" y="1951"/>
                    <a:pt x="407" y="2268"/>
                  </a:cubicBezTo>
                  <a:lnTo>
                    <a:pt x="407" y="2268"/>
                  </a:lnTo>
                  <a:cubicBezTo>
                    <a:pt x="385" y="1957"/>
                    <a:pt x="372" y="1621"/>
                    <a:pt x="419" y="1314"/>
                  </a:cubicBezTo>
                  <a:cubicBezTo>
                    <a:pt x="486" y="878"/>
                    <a:pt x="763" y="546"/>
                    <a:pt x="1107" y="296"/>
                  </a:cubicBezTo>
                  <a:close/>
                  <a:moveTo>
                    <a:pt x="1139" y="0"/>
                  </a:moveTo>
                  <a:cubicBezTo>
                    <a:pt x="1120" y="0"/>
                    <a:pt x="1100" y="5"/>
                    <a:pt x="1082" y="17"/>
                  </a:cubicBezTo>
                  <a:cubicBezTo>
                    <a:pt x="299" y="554"/>
                    <a:pt x="1" y="1422"/>
                    <a:pt x="238" y="2347"/>
                  </a:cubicBezTo>
                  <a:cubicBezTo>
                    <a:pt x="245" y="2375"/>
                    <a:pt x="264" y="2394"/>
                    <a:pt x="287" y="2403"/>
                  </a:cubicBezTo>
                  <a:lnTo>
                    <a:pt x="287" y="2403"/>
                  </a:lnTo>
                  <a:cubicBezTo>
                    <a:pt x="297" y="2414"/>
                    <a:pt x="313" y="2421"/>
                    <a:pt x="331"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7"/>
            <p:cNvSpPr/>
            <p:nvPr/>
          </p:nvSpPr>
          <p:spPr>
            <a:xfrm>
              <a:off x="4901600" y="923900"/>
              <a:ext cx="45900" cy="60575"/>
            </a:xfrm>
            <a:custGeom>
              <a:avLst/>
              <a:gdLst/>
              <a:ahLst/>
              <a:cxnLst/>
              <a:rect l="l" t="t" r="r" b="b"/>
              <a:pathLst>
                <a:path w="1836" h="2423" extrusionOk="0">
                  <a:moveTo>
                    <a:pt x="407" y="155"/>
                  </a:moveTo>
                  <a:cubicBezTo>
                    <a:pt x="1134" y="471"/>
                    <a:pt x="1490" y="1432"/>
                    <a:pt x="1107" y="2127"/>
                  </a:cubicBezTo>
                  <a:lnTo>
                    <a:pt x="1107" y="2127"/>
                  </a:lnTo>
                  <a:cubicBezTo>
                    <a:pt x="766" y="1879"/>
                    <a:pt x="478" y="1542"/>
                    <a:pt x="419" y="1109"/>
                  </a:cubicBezTo>
                  <a:cubicBezTo>
                    <a:pt x="377" y="798"/>
                    <a:pt x="385" y="469"/>
                    <a:pt x="407" y="155"/>
                  </a:cubicBezTo>
                  <a:close/>
                  <a:moveTo>
                    <a:pt x="332" y="1"/>
                  </a:moveTo>
                  <a:cubicBezTo>
                    <a:pt x="313" y="1"/>
                    <a:pt x="297" y="8"/>
                    <a:pt x="287" y="19"/>
                  </a:cubicBezTo>
                  <a:lnTo>
                    <a:pt x="287" y="19"/>
                  </a:lnTo>
                  <a:cubicBezTo>
                    <a:pt x="264" y="28"/>
                    <a:pt x="245" y="47"/>
                    <a:pt x="238" y="75"/>
                  </a:cubicBezTo>
                  <a:cubicBezTo>
                    <a:pt x="1" y="1001"/>
                    <a:pt x="299" y="1869"/>
                    <a:pt x="1082" y="2405"/>
                  </a:cubicBezTo>
                  <a:cubicBezTo>
                    <a:pt x="1100" y="2417"/>
                    <a:pt x="1119" y="2422"/>
                    <a:pt x="1138" y="2422"/>
                  </a:cubicBezTo>
                  <a:cubicBezTo>
                    <a:pt x="1181" y="2422"/>
                    <a:pt x="1224" y="2396"/>
                    <a:pt x="1249" y="2362"/>
                  </a:cubicBezTo>
                  <a:cubicBezTo>
                    <a:pt x="1835" y="1551"/>
                    <a:pt x="1371"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7"/>
            <p:cNvSpPr/>
            <p:nvPr/>
          </p:nvSpPr>
          <p:spPr>
            <a:xfrm>
              <a:off x="4911700" y="883000"/>
              <a:ext cx="15800" cy="34700"/>
            </a:xfrm>
            <a:custGeom>
              <a:avLst/>
              <a:gdLst/>
              <a:ahLst/>
              <a:cxnLst/>
              <a:rect l="l" t="t" r="r" b="b"/>
              <a:pathLst>
                <a:path w="632" h="1388" extrusionOk="0">
                  <a:moveTo>
                    <a:pt x="605" y="0"/>
                  </a:moveTo>
                  <a:cubicBezTo>
                    <a:pt x="599" y="0"/>
                    <a:pt x="592" y="4"/>
                    <a:pt x="588" y="12"/>
                  </a:cubicBezTo>
                  <a:cubicBezTo>
                    <a:pt x="375" y="427"/>
                    <a:pt x="105" y="894"/>
                    <a:pt x="5" y="1355"/>
                  </a:cubicBezTo>
                  <a:cubicBezTo>
                    <a:pt x="0" y="1373"/>
                    <a:pt x="15" y="1387"/>
                    <a:pt x="30" y="1387"/>
                  </a:cubicBezTo>
                  <a:cubicBezTo>
                    <a:pt x="38" y="1387"/>
                    <a:pt x="45" y="1383"/>
                    <a:pt x="50" y="1375"/>
                  </a:cubicBezTo>
                  <a:cubicBezTo>
                    <a:pt x="291" y="963"/>
                    <a:pt x="435" y="470"/>
                    <a:pt x="625" y="32"/>
                  </a:cubicBezTo>
                  <a:cubicBezTo>
                    <a:pt x="632" y="16"/>
                    <a:pt x="618" y="0"/>
                    <a:pt x="6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7"/>
            <p:cNvSpPr/>
            <p:nvPr/>
          </p:nvSpPr>
          <p:spPr>
            <a:xfrm>
              <a:off x="4912550" y="926875"/>
              <a:ext cx="11450" cy="30450"/>
            </a:xfrm>
            <a:custGeom>
              <a:avLst/>
              <a:gdLst/>
              <a:ahLst/>
              <a:cxnLst/>
              <a:rect l="l" t="t" r="r" b="b"/>
              <a:pathLst>
                <a:path w="458" h="1218" extrusionOk="0">
                  <a:moveTo>
                    <a:pt x="29" y="1"/>
                  </a:moveTo>
                  <a:cubicBezTo>
                    <a:pt x="14" y="1"/>
                    <a:pt x="1" y="12"/>
                    <a:pt x="4" y="31"/>
                  </a:cubicBezTo>
                  <a:cubicBezTo>
                    <a:pt x="90" y="430"/>
                    <a:pt x="240" y="851"/>
                    <a:pt x="434" y="1212"/>
                  </a:cubicBezTo>
                  <a:cubicBezTo>
                    <a:pt x="436" y="1216"/>
                    <a:pt x="440" y="1218"/>
                    <a:pt x="443" y="1218"/>
                  </a:cubicBezTo>
                  <a:cubicBezTo>
                    <a:pt x="450"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7"/>
            <p:cNvSpPr/>
            <p:nvPr/>
          </p:nvSpPr>
          <p:spPr>
            <a:xfrm>
              <a:off x="4838500" y="861450"/>
              <a:ext cx="45925" cy="60550"/>
            </a:xfrm>
            <a:custGeom>
              <a:avLst/>
              <a:gdLst/>
              <a:ahLst/>
              <a:cxnLst/>
              <a:rect l="l" t="t" r="r" b="b"/>
              <a:pathLst>
                <a:path w="1837" h="2422" extrusionOk="0">
                  <a:moveTo>
                    <a:pt x="1107" y="296"/>
                  </a:moveTo>
                  <a:cubicBezTo>
                    <a:pt x="1490" y="991"/>
                    <a:pt x="1135" y="1950"/>
                    <a:pt x="407" y="2267"/>
                  </a:cubicBezTo>
                  <a:lnTo>
                    <a:pt x="407" y="2267"/>
                  </a:lnTo>
                  <a:cubicBezTo>
                    <a:pt x="385" y="1957"/>
                    <a:pt x="372" y="1621"/>
                    <a:pt x="419" y="1314"/>
                  </a:cubicBezTo>
                  <a:cubicBezTo>
                    <a:pt x="486" y="878"/>
                    <a:pt x="763" y="546"/>
                    <a:pt x="1107" y="296"/>
                  </a:cubicBezTo>
                  <a:close/>
                  <a:moveTo>
                    <a:pt x="1139" y="0"/>
                  </a:moveTo>
                  <a:cubicBezTo>
                    <a:pt x="1120" y="0"/>
                    <a:pt x="1100" y="5"/>
                    <a:pt x="1082" y="17"/>
                  </a:cubicBezTo>
                  <a:cubicBezTo>
                    <a:pt x="299" y="554"/>
                    <a:pt x="1" y="1422"/>
                    <a:pt x="238" y="2347"/>
                  </a:cubicBezTo>
                  <a:cubicBezTo>
                    <a:pt x="245" y="2375"/>
                    <a:pt x="264" y="2394"/>
                    <a:pt x="286" y="2403"/>
                  </a:cubicBezTo>
                  <a:lnTo>
                    <a:pt x="286" y="2403"/>
                  </a:lnTo>
                  <a:cubicBezTo>
                    <a:pt x="297" y="2414"/>
                    <a:pt x="313" y="2421"/>
                    <a:pt x="332"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7"/>
            <p:cNvSpPr/>
            <p:nvPr/>
          </p:nvSpPr>
          <p:spPr>
            <a:xfrm>
              <a:off x="4838500" y="923900"/>
              <a:ext cx="45900" cy="60575"/>
            </a:xfrm>
            <a:custGeom>
              <a:avLst/>
              <a:gdLst/>
              <a:ahLst/>
              <a:cxnLst/>
              <a:rect l="l" t="t" r="r" b="b"/>
              <a:pathLst>
                <a:path w="1836" h="2423" extrusionOk="0">
                  <a:moveTo>
                    <a:pt x="407" y="155"/>
                  </a:moveTo>
                  <a:cubicBezTo>
                    <a:pt x="1134" y="472"/>
                    <a:pt x="1490" y="1433"/>
                    <a:pt x="1107" y="2127"/>
                  </a:cubicBezTo>
                  <a:lnTo>
                    <a:pt x="1107" y="2127"/>
                  </a:lnTo>
                  <a:cubicBezTo>
                    <a:pt x="767" y="1879"/>
                    <a:pt x="479" y="1542"/>
                    <a:pt x="419" y="1109"/>
                  </a:cubicBezTo>
                  <a:cubicBezTo>
                    <a:pt x="377" y="799"/>
                    <a:pt x="385" y="469"/>
                    <a:pt x="407" y="155"/>
                  </a:cubicBezTo>
                  <a:close/>
                  <a:moveTo>
                    <a:pt x="332" y="1"/>
                  </a:moveTo>
                  <a:cubicBezTo>
                    <a:pt x="313" y="1"/>
                    <a:pt x="297" y="8"/>
                    <a:pt x="287" y="19"/>
                  </a:cubicBezTo>
                  <a:lnTo>
                    <a:pt x="287" y="19"/>
                  </a:lnTo>
                  <a:cubicBezTo>
                    <a:pt x="264" y="28"/>
                    <a:pt x="245" y="47"/>
                    <a:pt x="238" y="75"/>
                  </a:cubicBezTo>
                  <a:cubicBezTo>
                    <a:pt x="1" y="1001"/>
                    <a:pt x="299" y="1869"/>
                    <a:pt x="1081" y="2405"/>
                  </a:cubicBezTo>
                  <a:cubicBezTo>
                    <a:pt x="1099" y="2417"/>
                    <a:pt x="1119" y="2422"/>
                    <a:pt x="1138" y="2422"/>
                  </a:cubicBezTo>
                  <a:cubicBezTo>
                    <a:pt x="1181" y="2422"/>
                    <a:pt x="1223" y="2396"/>
                    <a:pt x="1248" y="2362"/>
                  </a:cubicBezTo>
                  <a:cubicBezTo>
                    <a:pt x="1835" y="1551"/>
                    <a:pt x="1370"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57"/>
            <p:cNvSpPr/>
            <p:nvPr/>
          </p:nvSpPr>
          <p:spPr>
            <a:xfrm>
              <a:off x="4848575" y="883000"/>
              <a:ext cx="15825" cy="34700"/>
            </a:xfrm>
            <a:custGeom>
              <a:avLst/>
              <a:gdLst/>
              <a:ahLst/>
              <a:cxnLst/>
              <a:rect l="l" t="t" r="r" b="b"/>
              <a:pathLst>
                <a:path w="633" h="1388" extrusionOk="0">
                  <a:moveTo>
                    <a:pt x="606" y="0"/>
                  </a:moveTo>
                  <a:cubicBezTo>
                    <a:pt x="600" y="0"/>
                    <a:pt x="593" y="4"/>
                    <a:pt x="589" y="12"/>
                  </a:cubicBezTo>
                  <a:cubicBezTo>
                    <a:pt x="376" y="427"/>
                    <a:pt x="106" y="894"/>
                    <a:pt x="4" y="1355"/>
                  </a:cubicBezTo>
                  <a:cubicBezTo>
                    <a:pt x="1" y="1373"/>
                    <a:pt x="16" y="1387"/>
                    <a:pt x="31" y="1387"/>
                  </a:cubicBezTo>
                  <a:cubicBezTo>
                    <a:pt x="39" y="1387"/>
                    <a:pt x="46" y="1383"/>
                    <a:pt x="51" y="1375"/>
                  </a:cubicBezTo>
                  <a:cubicBezTo>
                    <a:pt x="292" y="963"/>
                    <a:pt x="436" y="470"/>
                    <a:pt x="626" y="32"/>
                  </a:cubicBezTo>
                  <a:cubicBezTo>
                    <a:pt x="633" y="16"/>
                    <a:pt x="61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57"/>
            <p:cNvSpPr/>
            <p:nvPr/>
          </p:nvSpPr>
          <p:spPr>
            <a:xfrm>
              <a:off x="4849425" y="926875"/>
              <a:ext cx="11450" cy="30450"/>
            </a:xfrm>
            <a:custGeom>
              <a:avLst/>
              <a:gdLst/>
              <a:ahLst/>
              <a:cxnLst/>
              <a:rect l="l" t="t" r="r" b="b"/>
              <a:pathLst>
                <a:path w="458" h="1218" extrusionOk="0">
                  <a:moveTo>
                    <a:pt x="29" y="1"/>
                  </a:moveTo>
                  <a:cubicBezTo>
                    <a:pt x="14" y="1"/>
                    <a:pt x="1" y="12"/>
                    <a:pt x="5" y="31"/>
                  </a:cubicBezTo>
                  <a:cubicBezTo>
                    <a:pt x="91" y="430"/>
                    <a:pt x="241" y="851"/>
                    <a:pt x="434" y="1212"/>
                  </a:cubicBezTo>
                  <a:cubicBezTo>
                    <a:pt x="436" y="1216"/>
                    <a:pt x="440" y="1218"/>
                    <a:pt x="444" y="1218"/>
                  </a:cubicBezTo>
                  <a:cubicBezTo>
                    <a:pt x="451" y="1218"/>
                    <a:pt x="458" y="1211"/>
                    <a:pt x="456" y="1203"/>
                  </a:cubicBezTo>
                  <a:cubicBezTo>
                    <a:pt x="346" y="807"/>
                    <a:pt x="205" y="401"/>
                    <a:pt x="55" y="18"/>
                  </a:cubicBezTo>
                  <a:cubicBezTo>
                    <a:pt x="50"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7"/>
            <p:cNvSpPr/>
            <p:nvPr/>
          </p:nvSpPr>
          <p:spPr>
            <a:xfrm>
              <a:off x="4775400" y="861450"/>
              <a:ext cx="45900" cy="60550"/>
            </a:xfrm>
            <a:custGeom>
              <a:avLst/>
              <a:gdLst/>
              <a:ahLst/>
              <a:cxnLst/>
              <a:rect l="l" t="t" r="r" b="b"/>
              <a:pathLst>
                <a:path w="1836" h="2422" extrusionOk="0">
                  <a:moveTo>
                    <a:pt x="1107" y="296"/>
                  </a:moveTo>
                  <a:lnTo>
                    <a:pt x="1107" y="296"/>
                  </a:lnTo>
                  <a:cubicBezTo>
                    <a:pt x="1490" y="991"/>
                    <a:pt x="1134" y="1950"/>
                    <a:pt x="407" y="2267"/>
                  </a:cubicBezTo>
                  <a:lnTo>
                    <a:pt x="407" y="2267"/>
                  </a:lnTo>
                  <a:cubicBezTo>
                    <a:pt x="385" y="1957"/>
                    <a:pt x="372" y="1621"/>
                    <a:pt x="419" y="1314"/>
                  </a:cubicBezTo>
                  <a:cubicBezTo>
                    <a:pt x="486" y="878"/>
                    <a:pt x="763" y="546"/>
                    <a:pt x="1107" y="296"/>
                  </a:cubicBezTo>
                  <a:close/>
                  <a:moveTo>
                    <a:pt x="1137" y="0"/>
                  </a:moveTo>
                  <a:cubicBezTo>
                    <a:pt x="1118" y="0"/>
                    <a:pt x="1099" y="5"/>
                    <a:pt x="1081" y="17"/>
                  </a:cubicBezTo>
                  <a:cubicBezTo>
                    <a:pt x="299" y="554"/>
                    <a:pt x="1" y="1422"/>
                    <a:pt x="238" y="2347"/>
                  </a:cubicBezTo>
                  <a:cubicBezTo>
                    <a:pt x="245" y="2376"/>
                    <a:pt x="264" y="2394"/>
                    <a:pt x="287" y="2403"/>
                  </a:cubicBezTo>
                  <a:lnTo>
                    <a:pt x="287" y="2403"/>
                  </a:lnTo>
                  <a:cubicBezTo>
                    <a:pt x="298" y="2414"/>
                    <a:pt x="313" y="2421"/>
                    <a:pt x="332" y="2421"/>
                  </a:cubicBezTo>
                  <a:cubicBezTo>
                    <a:pt x="335" y="2421"/>
                    <a:pt x="339" y="2421"/>
                    <a:pt x="343" y="2420"/>
                  </a:cubicBezTo>
                  <a:cubicBezTo>
                    <a:pt x="1370" y="2260"/>
                    <a:pt x="1835" y="872"/>
                    <a:pt x="1248" y="62"/>
                  </a:cubicBezTo>
                  <a:cubicBezTo>
                    <a:pt x="1222" y="27"/>
                    <a:pt x="1180" y="0"/>
                    <a:pt x="11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57"/>
            <p:cNvSpPr/>
            <p:nvPr/>
          </p:nvSpPr>
          <p:spPr>
            <a:xfrm>
              <a:off x="4775400" y="923900"/>
              <a:ext cx="45900" cy="60575"/>
            </a:xfrm>
            <a:custGeom>
              <a:avLst/>
              <a:gdLst/>
              <a:ahLst/>
              <a:cxnLst/>
              <a:rect l="l" t="t" r="r" b="b"/>
              <a:pathLst>
                <a:path w="1836" h="2423" extrusionOk="0">
                  <a:moveTo>
                    <a:pt x="407" y="155"/>
                  </a:moveTo>
                  <a:cubicBezTo>
                    <a:pt x="1134" y="472"/>
                    <a:pt x="1489" y="1433"/>
                    <a:pt x="1107" y="2127"/>
                  </a:cubicBezTo>
                  <a:lnTo>
                    <a:pt x="1107" y="2127"/>
                  </a:lnTo>
                  <a:cubicBezTo>
                    <a:pt x="765" y="1879"/>
                    <a:pt x="479" y="1542"/>
                    <a:pt x="419" y="1109"/>
                  </a:cubicBezTo>
                  <a:cubicBezTo>
                    <a:pt x="376" y="799"/>
                    <a:pt x="385" y="469"/>
                    <a:pt x="407" y="155"/>
                  </a:cubicBezTo>
                  <a:close/>
                  <a:moveTo>
                    <a:pt x="332" y="1"/>
                  </a:moveTo>
                  <a:cubicBezTo>
                    <a:pt x="313" y="1"/>
                    <a:pt x="298" y="8"/>
                    <a:pt x="287" y="19"/>
                  </a:cubicBezTo>
                  <a:lnTo>
                    <a:pt x="287" y="19"/>
                  </a:lnTo>
                  <a:cubicBezTo>
                    <a:pt x="264" y="28"/>
                    <a:pt x="245" y="46"/>
                    <a:pt x="238" y="75"/>
                  </a:cubicBezTo>
                  <a:cubicBezTo>
                    <a:pt x="1" y="1001"/>
                    <a:pt x="299" y="1869"/>
                    <a:pt x="1081" y="2405"/>
                  </a:cubicBezTo>
                  <a:cubicBezTo>
                    <a:pt x="1099" y="2417"/>
                    <a:pt x="1119" y="2422"/>
                    <a:pt x="1138" y="2422"/>
                  </a:cubicBezTo>
                  <a:cubicBezTo>
                    <a:pt x="1181" y="2422"/>
                    <a:pt x="1223" y="2396"/>
                    <a:pt x="1248" y="2362"/>
                  </a:cubicBezTo>
                  <a:cubicBezTo>
                    <a:pt x="1835" y="1551"/>
                    <a:pt x="1370"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7"/>
            <p:cNvSpPr/>
            <p:nvPr/>
          </p:nvSpPr>
          <p:spPr>
            <a:xfrm>
              <a:off x="4785450" y="883000"/>
              <a:ext cx="15825" cy="34700"/>
            </a:xfrm>
            <a:custGeom>
              <a:avLst/>
              <a:gdLst/>
              <a:ahLst/>
              <a:cxnLst/>
              <a:rect l="l" t="t" r="r" b="b"/>
              <a:pathLst>
                <a:path w="633" h="1388" extrusionOk="0">
                  <a:moveTo>
                    <a:pt x="606" y="0"/>
                  </a:moveTo>
                  <a:cubicBezTo>
                    <a:pt x="600" y="0"/>
                    <a:pt x="594" y="4"/>
                    <a:pt x="590" y="12"/>
                  </a:cubicBezTo>
                  <a:cubicBezTo>
                    <a:pt x="375" y="427"/>
                    <a:pt x="107" y="894"/>
                    <a:pt x="5" y="1355"/>
                  </a:cubicBezTo>
                  <a:cubicBezTo>
                    <a:pt x="1" y="1373"/>
                    <a:pt x="16" y="1387"/>
                    <a:pt x="31" y="1387"/>
                  </a:cubicBezTo>
                  <a:cubicBezTo>
                    <a:pt x="39" y="1387"/>
                    <a:pt x="47" y="1383"/>
                    <a:pt x="52" y="1375"/>
                  </a:cubicBezTo>
                  <a:cubicBezTo>
                    <a:pt x="292" y="963"/>
                    <a:pt x="435" y="470"/>
                    <a:pt x="626" y="32"/>
                  </a:cubicBezTo>
                  <a:cubicBezTo>
                    <a:pt x="633" y="16"/>
                    <a:pt x="61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7"/>
            <p:cNvSpPr/>
            <p:nvPr/>
          </p:nvSpPr>
          <p:spPr>
            <a:xfrm>
              <a:off x="4786325" y="926875"/>
              <a:ext cx="11475" cy="30450"/>
            </a:xfrm>
            <a:custGeom>
              <a:avLst/>
              <a:gdLst/>
              <a:ahLst/>
              <a:cxnLst/>
              <a:rect l="l" t="t" r="r" b="b"/>
              <a:pathLst>
                <a:path w="459" h="1218" extrusionOk="0">
                  <a:moveTo>
                    <a:pt x="29" y="1"/>
                  </a:moveTo>
                  <a:cubicBezTo>
                    <a:pt x="14" y="1"/>
                    <a:pt x="1" y="12"/>
                    <a:pt x="5" y="31"/>
                  </a:cubicBezTo>
                  <a:cubicBezTo>
                    <a:pt x="91" y="430"/>
                    <a:pt x="241" y="851"/>
                    <a:pt x="434" y="1212"/>
                  </a:cubicBezTo>
                  <a:cubicBezTo>
                    <a:pt x="436" y="1216"/>
                    <a:pt x="440" y="1218"/>
                    <a:pt x="444" y="1218"/>
                  </a:cubicBezTo>
                  <a:cubicBezTo>
                    <a:pt x="451" y="1218"/>
                    <a:pt x="458" y="1211"/>
                    <a:pt x="456" y="1203"/>
                  </a:cubicBezTo>
                  <a:cubicBezTo>
                    <a:pt x="346" y="807"/>
                    <a:pt x="205"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7"/>
            <p:cNvSpPr/>
            <p:nvPr/>
          </p:nvSpPr>
          <p:spPr>
            <a:xfrm>
              <a:off x="4664750" y="921225"/>
              <a:ext cx="25" cy="25"/>
            </a:xfrm>
            <a:custGeom>
              <a:avLst/>
              <a:gdLst/>
              <a:ahLst/>
              <a:cxnLst/>
              <a:rect l="l" t="t" r="r" b="b"/>
              <a:pathLst>
                <a:path w="1" h="1" extrusionOk="0">
                  <a:moveTo>
                    <a:pt x="0" y="1"/>
                  </a:move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7"/>
            <p:cNvSpPr/>
            <p:nvPr/>
          </p:nvSpPr>
          <p:spPr>
            <a:xfrm>
              <a:off x="4637750" y="900275"/>
              <a:ext cx="54025" cy="41925"/>
            </a:xfrm>
            <a:custGeom>
              <a:avLst/>
              <a:gdLst/>
              <a:ahLst/>
              <a:cxnLst/>
              <a:rect l="l" t="t" r="r" b="b"/>
              <a:pathLst>
                <a:path w="2161" h="1677" extrusionOk="0">
                  <a:moveTo>
                    <a:pt x="1080" y="1"/>
                  </a:moveTo>
                  <a:cubicBezTo>
                    <a:pt x="1" y="1"/>
                    <a:pt x="0" y="1676"/>
                    <a:pt x="1080" y="1676"/>
                  </a:cubicBezTo>
                  <a:cubicBezTo>
                    <a:pt x="2158" y="1676"/>
                    <a:pt x="2161" y="1"/>
                    <a:pt x="10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7"/>
            <p:cNvSpPr/>
            <p:nvPr/>
          </p:nvSpPr>
          <p:spPr>
            <a:xfrm>
              <a:off x="4187425" y="919775"/>
              <a:ext cx="410250" cy="6850"/>
            </a:xfrm>
            <a:custGeom>
              <a:avLst/>
              <a:gdLst/>
              <a:ahLst/>
              <a:cxnLst/>
              <a:rect l="l" t="t" r="r" b="b"/>
              <a:pathLst>
                <a:path w="16410" h="274" extrusionOk="0">
                  <a:moveTo>
                    <a:pt x="609" y="128"/>
                  </a:moveTo>
                  <a:cubicBezTo>
                    <a:pt x="411" y="128"/>
                    <a:pt x="220" y="139"/>
                    <a:pt x="42" y="167"/>
                  </a:cubicBezTo>
                  <a:lnTo>
                    <a:pt x="42" y="167"/>
                  </a:lnTo>
                  <a:cubicBezTo>
                    <a:pt x="31" y="165"/>
                    <a:pt x="20" y="163"/>
                    <a:pt x="9" y="162"/>
                  </a:cubicBezTo>
                  <a:cubicBezTo>
                    <a:pt x="9" y="161"/>
                    <a:pt x="8" y="161"/>
                    <a:pt x="8" y="161"/>
                  </a:cubicBezTo>
                  <a:cubicBezTo>
                    <a:pt x="0" y="161"/>
                    <a:pt x="0" y="172"/>
                    <a:pt x="8" y="172"/>
                  </a:cubicBezTo>
                  <a:cubicBezTo>
                    <a:pt x="8" y="172"/>
                    <a:pt x="9" y="172"/>
                    <a:pt x="9" y="172"/>
                  </a:cubicBezTo>
                  <a:cubicBezTo>
                    <a:pt x="20" y="170"/>
                    <a:pt x="31" y="168"/>
                    <a:pt x="42" y="167"/>
                  </a:cubicBezTo>
                  <a:lnTo>
                    <a:pt x="42" y="167"/>
                  </a:lnTo>
                  <a:cubicBezTo>
                    <a:pt x="208" y="192"/>
                    <a:pt x="386" y="202"/>
                    <a:pt x="571" y="202"/>
                  </a:cubicBezTo>
                  <a:cubicBezTo>
                    <a:pt x="812" y="202"/>
                    <a:pt x="1065" y="185"/>
                    <a:pt x="1319" y="162"/>
                  </a:cubicBezTo>
                  <a:lnTo>
                    <a:pt x="1319" y="162"/>
                  </a:lnTo>
                  <a:cubicBezTo>
                    <a:pt x="1078" y="142"/>
                    <a:pt x="839" y="128"/>
                    <a:pt x="609" y="128"/>
                  </a:cubicBezTo>
                  <a:close/>
                  <a:moveTo>
                    <a:pt x="9708" y="1"/>
                  </a:moveTo>
                  <a:cubicBezTo>
                    <a:pt x="9219" y="1"/>
                    <a:pt x="8732" y="2"/>
                    <a:pt x="8244" y="4"/>
                  </a:cubicBezTo>
                  <a:cubicBezTo>
                    <a:pt x="6395" y="13"/>
                    <a:pt x="4548" y="26"/>
                    <a:pt x="2700" y="51"/>
                  </a:cubicBezTo>
                  <a:cubicBezTo>
                    <a:pt x="2282" y="56"/>
                    <a:pt x="1798" y="119"/>
                    <a:pt x="1319" y="162"/>
                  </a:cubicBezTo>
                  <a:lnTo>
                    <a:pt x="1319" y="162"/>
                  </a:lnTo>
                  <a:cubicBezTo>
                    <a:pt x="1799" y="201"/>
                    <a:pt x="2283" y="261"/>
                    <a:pt x="2700" y="263"/>
                  </a:cubicBezTo>
                  <a:cubicBezTo>
                    <a:pt x="3809" y="270"/>
                    <a:pt x="4917" y="273"/>
                    <a:pt x="6026" y="273"/>
                  </a:cubicBezTo>
                  <a:cubicBezTo>
                    <a:pt x="6765" y="273"/>
                    <a:pt x="7505" y="272"/>
                    <a:pt x="8244" y="270"/>
                  </a:cubicBezTo>
                  <a:cubicBezTo>
                    <a:pt x="10921" y="262"/>
                    <a:pt x="13615" y="215"/>
                    <a:pt x="16284" y="205"/>
                  </a:cubicBezTo>
                  <a:cubicBezTo>
                    <a:pt x="16409" y="205"/>
                    <a:pt x="16409" y="10"/>
                    <a:pt x="16284" y="10"/>
                  </a:cubicBezTo>
                  <a:cubicBezTo>
                    <a:pt x="15890" y="12"/>
                    <a:pt x="15496" y="12"/>
                    <a:pt x="15102" y="12"/>
                  </a:cubicBezTo>
                  <a:cubicBezTo>
                    <a:pt x="13308" y="12"/>
                    <a:pt x="11506" y="1"/>
                    <a:pt x="97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7"/>
            <p:cNvSpPr/>
            <p:nvPr/>
          </p:nvSpPr>
          <p:spPr>
            <a:xfrm>
              <a:off x="4166300" y="908325"/>
              <a:ext cx="64775" cy="30225"/>
            </a:xfrm>
            <a:custGeom>
              <a:avLst/>
              <a:gdLst/>
              <a:ahLst/>
              <a:cxnLst/>
              <a:rect l="l" t="t" r="r" b="b"/>
              <a:pathLst>
                <a:path w="2591" h="1209" extrusionOk="0">
                  <a:moveTo>
                    <a:pt x="1241" y="201"/>
                  </a:moveTo>
                  <a:cubicBezTo>
                    <a:pt x="1290" y="201"/>
                    <a:pt x="1340" y="204"/>
                    <a:pt x="1390" y="210"/>
                  </a:cubicBezTo>
                  <a:cubicBezTo>
                    <a:pt x="1730" y="255"/>
                    <a:pt x="2099" y="407"/>
                    <a:pt x="2411" y="550"/>
                  </a:cubicBezTo>
                  <a:lnTo>
                    <a:pt x="2411" y="550"/>
                  </a:lnTo>
                  <a:cubicBezTo>
                    <a:pt x="2137" y="829"/>
                    <a:pt x="1743" y="975"/>
                    <a:pt x="1354" y="975"/>
                  </a:cubicBezTo>
                  <a:cubicBezTo>
                    <a:pt x="962" y="975"/>
                    <a:pt x="575" y="828"/>
                    <a:pt x="318" y="523"/>
                  </a:cubicBezTo>
                  <a:lnTo>
                    <a:pt x="318" y="523"/>
                  </a:lnTo>
                  <a:cubicBezTo>
                    <a:pt x="595" y="340"/>
                    <a:pt x="910" y="201"/>
                    <a:pt x="1241" y="201"/>
                  </a:cubicBezTo>
                  <a:close/>
                  <a:moveTo>
                    <a:pt x="1280" y="0"/>
                  </a:moveTo>
                  <a:cubicBezTo>
                    <a:pt x="868" y="0"/>
                    <a:pt x="458" y="128"/>
                    <a:pt x="83" y="389"/>
                  </a:cubicBezTo>
                  <a:cubicBezTo>
                    <a:pt x="32" y="424"/>
                    <a:pt x="1" y="497"/>
                    <a:pt x="40" y="556"/>
                  </a:cubicBezTo>
                  <a:cubicBezTo>
                    <a:pt x="324" y="982"/>
                    <a:pt x="840" y="1209"/>
                    <a:pt x="1347" y="1209"/>
                  </a:cubicBezTo>
                  <a:cubicBezTo>
                    <a:pt x="1840" y="1209"/>
                    <a:pt x="2324" y="994"/>
                    <a:pt x="2579" y="539"/>
                  </a:cubicBezTo>
                  <a:cubicBezTo>
                    <a:pt x="2590" y="520"/>
                    <a:pt x="2588" y="500"/>
                    <a:pt x="2580" y="483"/>
                  </a:cubicBezTo>
                  <a:lnTo>
                    <a:pt x="2580" y="483"/>
                  </a:lnTo>
                  <a:cubicBezTo>
                    <a:pt x="2578" y="459"/>
                    <a:pt x="2565" y="434"/>
                    <a:pt x="2538" y="415"/>
                  </a:cubicBezTo>
                  <a:cubicBezTo>
                    <a:pt x="2142" y="140"/>
                    <a:pt x="1710" y="0"/>
                    <a:pt x="12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7"/>
            <p:cNvSpPr/>
            <p:nvPr/>
          </p:nvSpPr>
          <p:spPr>
            <a:xfrm>
              <a:off x="4203625" y="861450"/>
              <a:ext cx="45925" cy="60550"/>
            </a:xfrm>
            <a:custGeom>
              <a:avLst/>
              <a:gdLst/>
              <a:ahLst/>
              <a:cxnLst/>
              <a:rect l="l" t="t" r="r" b="b"/>
              <a:pathLst>
                <a:path w="1837" h="2422" extrusionOk="0">
                  <a:moveTo>
                    <a:pt x="730" y="296"/>
                  </a:moveTo>
                  <a:cubicBezTo>
                    <a:pt x="1071" y="544"/>
                    <a:pt x="1358" y="882"/>
                    <a:pt x="1417" y="1314"/>
                  </a:cubicBezTo>
                  <a:cubicBezTo>
                    <a:pt x="1460" y="1625"/>
                    <a:pt x="1452" y="1954"/>
                    <a:pt x="1431" y="2267"/>
                  </a:cubicBezTo>
                  <a:lnTo>
                    <a:pt x="1431" y="2267"/>
                  </a:lnTo>
                  <a:cubicBezTo>
                    <a:pt x="704" y="1951"/>
                    <a:pt x="348" y="991"/>
                    <a:pt x="730" y="296"/>
                  </a:cubicBezTo>
                  <a:close/>
                  <a:moveTo>
                    <a:pt x="699" y="0"/>
                  </a:moveTo>
                  <a:cubicBezTo>
                    <a:pt x="656" y="0"/>
                    <a:pt x="614" y="27"/>
                    <a:pt x="589" y="62"/>
                  </a:cubicBezTo>
                  <a:cubicBezTo>
                    <a:pt x="1" y="872"/>
                    <a:pt x="466" y="2260"/>
                    <a:pt x="1494" y="2420"/>
                  </a:cubicBezTo>
                  <a:cubicBezTo>
                    <a:pt x="1498" y="2421"/>
                    <a:pt x="1502" y="2421"/>
                    <a:pt x="1506" y="2421"/>
                  </a:cubicBezTo>
                  <a:cubicBezTo>
                    <a:pt x="1525" y="2421"/>
                    <a:pt x="1541" y="2414"/>
                    <a:pt x="1551" y="2403"/>
                  </a:cubicBezTo>
                  <a:lnTo>
                    <a:pt x="1551" y="2403"/>
                  </a:lnTo>
                  <a:cubicBezTo>
                    <a:pt x="1574" y="2393"/>
                    <a:pt x="1593" y="2375"/>
                    <a:pt x="1600" y="2347"/>
                  </a:cubicBezTo>
                  <a:cubicBezTo>
                    <a:pt x="1837" y="1422"/>
                    <a:pt x="1539" y="554"/>
                    <a:pt x="755" y="17"/>
                  </a:cubicBezTo>
                  <a:cubicBezTo>
                    <a:pt x="737" y="5"/>
                    <a:pt x="718" y="0"/>
                    <a:pt x="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7"/>
            <p:cNvSpPr/>
            <p:nvPr/>
          </p:nvSpPr>
          <p:spPr>
            <a:xfrm>
              <a:off x="4203625" y="923900"/>
              <a:ext cx="45925" cy="60575"/>
            </a:xfrm>
            <a:custGeom>
              <a:avLst/>
              <a:gdLst/>
              <a:ahLst/>
              <a:cxnLst/>
              <a:rect l="l" t="t" r="r" b="b"/>
              <a:pathLst>
                <a:path w="1837" h="2423" extrusionOk="0">
                  <a:moveTo>
                    <a:pt x="1431" y="156"/>
                  </a:moveTo>
                  <a:cubicBezTo>
                    <a:pt x="1453" y="467"/>
                    <a:pt x="1464" y="803"/>
                    <a:pt x="1417" y="1109"/>
                  </a:cubicBezTo>
                  <a:cubicBezTo>
                    <a:pt x="1352" y="1546"/>
                    <a:pt x="1075" y="1877"/>
                    <a:pt x="731" y="2127"/>
                  </a:cubicBezTo>
                  <a:lnTo>
                    <a:pt x="731" y="2127"/>
                  </a:lnTo>
                  <a:cubicBezTo>
                    <a:pt x="347" y="1433"/>
                    <a:pt x="703" y="472"/>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7" y="1869"/>
                    <a:pt x="1837" y="1001"/>
                    <a:pt x="1598" y="75"/>
                  </a:cubicBezTo>
                  <a:cubicBezTo>
                    <a:pt x="1592" y="48"/>
                    <a:pt x="1574" y="30"/>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7"/>
            <p:cNvSpPr/>
            <p:nvPr/>
          </p:nvSpPr>
          <p:spPr>
            <a:xfrm>
              <a:off x="4223650" y="883000"/>
              <a:ext cx="15825" cy="34700"/>
            </a:xfrm>
            <a:custGeom>
              <a:avLst/>
              <a:gdLst/>
              <a:ahLst/>
              <a:cxnLst/>
              <a:rect l="l" t="t" r="r" b="b"/>
              <a:pathLst>
                <a:path w="633" h="1388" extrusionOk="0">
                  <a:moveTo>
                    <a:pt x="27" y="0"/>
                  </a:moveTo>
                  <a:cubicBezTo>
                    <a:pt x="14" y="0"/>
                    <a:pt x="1" y="16"/>
                    <a:pt x="8" y="32"/>
                  </a:cubicBezTo>
                  <a:cubicBezTo>
                    <a:pt x="198" y="470"/>
                    <a:pt x="341" y="963"/>
                    <a:pt x="581" y="1375"/>
                  </a:cubicBezTo>
                  <a:cubicBezTo>
                    <a:pt x="586" y="1383"/>
                    <a:pt x="594" y="1387"/>
                    <a:pt x="602" y="1387"/>
                  </a:cubicBezTo>
                  <a:cubicBezTo>
                    <a:pt x="617" y="1387"/>
                    <a:pt x="632" y="1373"/>
                    <a:pt x="628" y="1355"/>
                  </a:cubicBezTo>
                  <a:cubicBezTo>
                    <a:pt x="528" y="894"/>
                    <a:pt x="258" y="427"/>
                    <a:pt x="43" y="12"/>
                  </a:cubicBezTo>
                  <a:cubicBezTo>
                    <a:pt x="39" y="4"/>
                    <a:pt x="33"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7"/>
            <p:cNvSpPr/>
            <p:nvPr/>
          </p:nvSpPr>
          <p:spPr>
            <a:xfrm>
              <a:off x="4227150" y="926875"/>
              <a:ext cx="11475" cy="30450"/>
            </a:xfrm>
            <a:custGeom>
              <a:avLst/>
              <a:gdLst/>
              <a:ahLst/>
              <a:cxnLst/>
              <a:rect l="l" t="t" r="r" b="b"/>
              <a:pathLst>
                <a:path w="459" h="1218" extrusionOk="0">
                  <a:moveTo>
                    <a:pt x="430" y="1"/>
                  </a:moveTo>
                  <a:cubicBezTo>
                    <a:pt x="420" y="1"/>
                    <a:pt x="409"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57"/>
            <p:cNvSpPr/>
            <p:nvPr/>
          </p:nvSpPr>
          <p:spPr>
            <a:xfrm>
              <a:off x="4266775" y="861450"/>
              <a:ext cx="45875" cy="60550"/>
            </a:xfrm>
            <a:custGeom>
              <a:avLst/>
              <a:gdLst/>
              <a:ahLst/>
              <a:cxnLst/>
              <a:rect l="l" t="t" r="r" b="b"/>
              <a:pathLst>
                <a:path w="1835" h="2422" extrusionOk="0">
                  <a:moveTo>
                    <a:pt x="728" y="296"/>
                  </a:moveTo>
                  <a:cubicBezTo>
                    <a:pt x="1069" y="544"/>
                    <a:pt x="1357" y="882"/>
                    <a:pt x="1417" y="1314"/>
                  </a:cubicBezTo>
                  <a:cubicBezTo>
                    <a:pt x="1458" y="1625"/>
                    <a:pt x="1450" y="1954"/>
                    <a:pt x="1429" y="2267"/>
                  </a:cubicBezTo>
                  <a:lnTo>
                    <a:pt x="1429" y="2267"/>
                  </a:lnTo>
                  <a:cubicBezTo>
                    <a:pt x="702" y="1951"/>
                    <a:pt x="346" y="991"/>
                    <a:pt x="728" y="296"/>
                  </a:cubicBezTo>
                  <a:close/>
                  <a:moveTo>
                    <a:pt x="697" y="0"/>
                  </a:moveTo>
                  <a:cubicBezTo>
                    <a:pt x="655" y="0"/>
                    <a:pt x="612" y="27"/>
                    <a:pt x="587" y="62"/>
                  </a:cubicBezTo>
                  <a:cubicBezTo>
                    <a:pt x="0" y="872"/>
                    <a:pt x="464" y="2260"/>
                    <a:pt x="1492" y="2420"/>
                  </a:cubicBezTo>
                  <a:cubicBezTo>
                    <a:pt x="1496" y="2421"/>
                    <a:pt x="1500" y="2421"/>
                    <a:pt x="1504" y="2421"/>
                  </a:cubicBezTo>
                  <a:cubicBezTo>
                    <a:pt x="1523" y="2421"/>
                    <a:pt x="1539" y="2414"/>
                    <a:pt x="1549" y="2403"/>
                  </a:cubicBezTo>
                  <a:lnTo>
                    <a:pt x="1549" y="2403"/>
                  </a:lnTo>
                  <a:cubicBezTo>
                    <a:pt x="1572" y="2393"/>
                    <a:pt x="1590" y="2375"/>
                    <a:pt x="1598" y="2347"/>
                  </a:cubicBezTo>
                  <a:cubicBezTo>
                    <a:pt x="1835" y="1422"/>
                    <a:pt x="1537" y="554"/>
                    <a:pt x="753" y="17"/>
                  </a:cubicBezTo>
                  <a:cubicBezTo>
                    <a:pt x="736" y="5"/>
                    <a:pt x="717" y="0"/>
                    <a:pt x="6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57"/>
            <p:cNvSpPr/>
            <p:nvPr/>
          </p:nvSpPr>
          <p:spPr>
            <a:xfrm>
              <a:off x="4266725" y="923900"/>
              <a:ext cx="45925" cy="60575"/>
            </a:xfrm>
            <a:custGeom>
              <a:avLst/>
              <a:gdLst/>
              <a:ahLst/>
              <a:cxnLst/>
              <a:rect l="l" t="t" r="r" b="b"/>
              <a:pathLst>
                <a:path w="1837" h="2423" extrusionOk="0">
                  <a:moveTo>
                    <a:pt x="1431" y="156"/>
                  </a:moveTo>
                  <a:cubicBezTo>
                    <a:pt x="1453" y="467"/>
                    <a:pt x="1464" y="803"/>
                    <a:pt x="1417" y="1109"/>
                  </a:cubicBezTo>
                  <a:cubicBezTo>
                    <a:pt x="1352" y="1546"/>
                    <a:pt x="1075" y="1877"/>
                    <a:pt x="731" y="2127"/>
                  </a:cubicBezTo>
                  <a:lnTo>
                    <a:pt x="731" y="2127"/>
                  </a:lnTo>
                  <a:cubicBezTo>
                    <a:pt x="347" y="1433"/>
                    <a:pt x="703" y="472"/>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9" y="1869"/>
                    <a:pt x="1837" y="1001"/>
                    <a:pt x="1600" y="75"/>
                  </a:cubicBezTo>
                  <a:cubicBezTo>
                    <a:pt x="1593" y="47"/>
                    <a:pt x="1574" y="29"/>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7"/>
            <p:cNvSpPr/>
            <p:nvPr/>
          </p:nvSpPr>
          <p:spPr>
            <a:xfrm>
              <a:off x="4286750" y="883000"/>
              <a:ext cx="15825" cy="34700"/>
            </a:xfrm>
            <a:custGeom>
              <a:avLst/>
              <a:gdLst/>
              <a:ahLst/>
              <a:cxnLst/>
              <a:rect l="l" t="t" r="r" b="b"/>
              <a:pathLst>
                <a:path w="633" h="1388" extrusionOk="0">
                  <a:moveTo>
                    <a:pt x="28" y="0"/>
                  </a:moveTo>
                  <a:cubicBezTo>
                    <a:pt x="14" y="0"/>
                    <a:pt x="1" y="16"/>
                    <a:pt x="8" y="32"/>
                  </a:cubicBezTo>
                  <a:cubicBezTo>
                    <a:pt x="198" y="470"/>
                    <a:pt x="341" y="963"/>
                    <a:pt x="582" y="1375"/>
                  </a:cubicBezTo>
                  <a:cubicBezTo>
                    <a:pt x="587" y="1383"/>
                    <a:pt x="595" y="1387"/>
                    <a:pt x="603" y="1387"/>
                  </a:cubicBezTo>
                  <a:cubicBezTo>
                    <a:pt x="617" y="1387"/>
                    <a:pt x="632" y="1373"/>
                    <a:pt x="628"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7"/>
            <p:cNvSpPr/>
            <p:nvPr/>
          </p:nvSpPr>
          <p:spPr>
            <a:xfrm>
              <a:off x="4290250" y="926875"/>
              <a:ext cx="11475" cy="30450"/>
            </a:xfrm>
            <a:custGeom>
              <a:avLst/>
              <a:gdLst/>
              <a:ahLst/>
              <a:cxnLst/>
              <a:rect l="l" t="t" r="r" b="b"/>
              <a:pathLst>
                <a:path w="459" h="1218" extrusionOk="0">
                  <a:moveTo>
                    <a:pt x="430" y="1"/>
                  </a:moveTo>
                  <a:cubicBezTo>
                    <a:pt x="420" y="1"/>
                    <a:pt x="409"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7"/>
            <p:cNvSpPr/>
            <p:nvPr/>
          </p:nvSpPr>
          <p:spPr>
            <a:xfrm>
              <a:off x="4329875" y="861450"/>
              <a:ext cx="45875" cy="60550"/>
            </a:xfrm>
            <a:custGeom>
              <a:avLst/>
              <a:gdLst/>
              <a:ahLst/>
              <a:cxnLst/>
              <a:rect l="l" t="t" r="r" b="b"/>
              <a:pathLst>
                <a:path w="1835" h="2422" extrusionOk="0">
                  <a:moveTo>
                    <a:pt x="728" y="296"/>
                  </a:moveTo>
                  <a:lnTo>
                    <a:pt x="728" y="296"/>
                  </a:lnTo>
                  <a:cubicBezTo>
                    <a:pt x="1069" y="544"/>
                    <a:pt x="1357" y="882"/>
                    <a:pt x="1417" y="1314"/>
                  </a:cubicBezTo>
                  <a:cubicBezTo>
                    <a:pt x="1458" y="1625"/>
                    <a:pt x="1450" y="1954"/>
                    <a:pt x="1429" y="2267"/>
                  </a:cubicBezTo>
                  <a:lnTo>
                    <a:pt x="1429" y="2267"/>
                  </a:lnTo>
                  <a:cubicBezTo>
                    <a:pt x="702" y="1950"/>
                    <a:pt x="346" y="991"/>
                    <a:pt x="728" y="296"/>
                  </a:cubicBezTo>
                  <a:close/>
                  <a:moveTo>
                    <a:pt x="698" y="0"/>
                  </a:moveTo>
                  <a:cubicBezTo>
                    <a:pt x="655" y="0"/>
                    <a:pt x="612" y="27"/>
                    <a:pt x="588" y="62"/>
                  </a:cubicBezTo>
                  <a:cubicBezTo>
                    <a:pt x="0" y="872"/>
                    <a:pt x="465" y="2260"/>
                    <a:pt x="1492" y="2420"/>
                  </a:cubicBezTo>
                  <a:cubicBezTo>
                    <a:pt x="1496" y="2421"/>
                    <a:pt x="1500" y="2421"/>
                    <a:pt x="1504" y="2421"/>
                  </a:cubicBezTo>
                  <a:cubicBezTo>
                    <a:pt x="1523" y="2421"/>
                    <a:pt x="1539" y="2414"/>
                    <a:pt x="1549" y="2403"/>
                  </a:cubicBezTo>
                  <a:lnTo>
                    <a:pt x="1549" y="2403"/>
                  </a:lnTo>
                  <a:cubicBezTo>
                    <a:pt x="1572" y="2393"/>
                    <a:pt x="1590" y="2375"/>
                    <a:pt x="1598" y="2347"/>
                  </a:cubicBezTo>
                  <a:cubicBezTo>
                    <a:pt x="1835" y="1422"/>
                    <a:pt x="1536" y="554"/>
                    <a:pt x="755" y="17"/>
                  </a:cubicBezTo>
                  <a:cubicBezTo>
                    <a:pt x="737"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57"/>
            <p:cNvSpPr/>
            <p:nvPr/>
          </p:nvSpPr>
          <p:spPr>
            <a:xfrm>
              <a:off x="4329825" y="923900"/>
              <a:ext cx="45925" cy="60575"/>
            </a:xfrm>
            <a:custGeom>
              <a:avLst/>
              <a:gdLst/>
              <a:ahLst/>
              <a:cxnLst/>
              <a:rect l="l" t="t" r="r" b="b"/>
              <a:pathLst>
                <a:path w="1837" h="2423" extrusionOk="0">
                  <a:moveTo>
                    <a:pt x="1431" y="156"/>
                  </a:moveTo>
                  <a:cubicBezTo>
                    <a:pt x="1453" y="467"/>
                    <a:pt x="1464" y="803"/>
                    <a:pt x="1417" y="1109"/>
                  </a:cubicBezTo>
                  <a:cubicBezTo>
                    <a:pt x="1352" y="1546"/>
                    <a:pt x="1075" y="1877"/>
                    <a:pt x="731" y="2127"/>
                  </a:cubicBezTo>
                  <a:lnTo>
                    <a:pt x="731" y="2127"/>
                  </a:lnTo>
                  <a:cubicBezTo>
                    <a:pt x="347" y="1433"/>
                    <a:pt x="703" y="472"/>
                    <a:pt x="1431" y="156"/>
                  </a:cubicBezTo>
                  <a:close/>
                  <a:moveTo>
                    <a:pt x="1506" y="1"/>
                  </a:moveTo>
                  <a:cubicBezTo>
                    <a:pt x="1502" y="1"/>
                    <a:pt x="1498" y="1"/>
                    <a:pt x="1494" y="2"/>
                  </a:cubicBezTo>
                  <a:cubicBezTo>
                    <a:pt x="466" y="163"/>
                    <a:pt x="1" y="1551"/>
                    <a:pt x="589" y="2362"/>
                  </a:cubicBezTo>
                  <a:cubicBezTo>
                    <a:pt x="614" y="2396"/>
                    <a:pt x="656" y="2422"/>
                    <a:pt x="699" y="2422"/>
                  </a:cubicBezTo>
                  <a:cubicBezTo>
                    <a:pt x="718" y="2422"/>
                    <a:pt x="737" y="2417"/>
                    <a:pt x="755" y="2405"/>
                  </a:cubicBezTo>
                  <a:cubicBezTo>
                    <a:pt x="1538" y="1869"/>
                    <a:pt x="1837" y="1001"/>
                    <a:pt x="1600" y="75"/>
                  </a:cubicBezTo>
                  <a:cubicBezTo>
                    <a:pt x="1592" y="47"/>
                    <a:pt x="1574" y="29"/>
                    <a:pt x="1552" y="20"/>
                  </a:cubicBezTo>
                  <a:lnTo>
                    <a:pt x="1552" y="20"/>
                  </a:lnTo>
                  <a:cubicBezTo>
                    <a:pt x="1541" y="9"/>
                    <a:pt x="1525" y="1"/>
                    <a:pt x="15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57"/>
            <p:cNvSpPr/>
            <p:nvPr/>
          </p:nvSpPr>
          <p:spPr>
            <a:xfrm>
              <a:off x="4349850" y="883000"/>
              <a:ext cx="15825" cy="34700"/>
            </a:xfrm>
            <a:custGeom>
              <a:avLst/>
              <a:gdLst/>
              <a:ahLst/>
              <a:cxnLst/>
              <a:rect l="l" t="t" r="r" b="b"/>
              <a:pathLst>
                <a:path w="633" h="1388" extrusionOk="0">
                  <a:moveTo>
                    <a:pt x="28" y="0"/>
                  </a:moveTo>
                  <a:cubicBezTo>
                    <a:pt x="14" y="0"/>
                    <a:pt x="1" y="16"/>
                    <a:pt x="8" y="32"/>
                  </a:cubicBezTo>
                  <a:cubicBezTo>
                    <a:pt x="198" y="470"/>
                    <a:pt x="343" y="963"/>
                    <a:pt x="582" y="1375"/>
                  </a:cubicBezTo>
                  <a:cubicBezTo>
                    <a:pt x="587" y="1383"/>
                    <a:pt x="595" y="1387"/>
                    <a:pt x="603" y="1387"/>
                  </a:cubicBezTo>
                  <a:cubicBezTo>
                    <a:pt x="617" y="1387"/>
                    <a:pt x="633" y="1373"/>
                    <a:pt x="629"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57"/>
            <p:cNvSpPr/>
            <p:nvPr/>
          </p:nvSpPr>
          <p:spPr>
            <a:xfrm>
              <a:off x="4353375" y="926875"/>
              <a:ext cx="11450" cy="30450"/>
            </a:xfrm>
            <a:custGeom>
              <a:avLst/>
              <a:gdLst/>
              <a:ahLst/>
              <a:cxnLst/>
              <a:rect l="l" t="t" r="r" b="b"/>
              <a:pathLst>
                <a:path w="458" h="1218" extrusionOk="0">
                  <a:moveTo>
                    <a:pt x="430" y="1"/>
                  </a:moveTo>
                  <a:cubicBezTo>
                    <a:pt x="419" y="1"/>
                    <a:pt x="409" y="6"/>
                    <a:pt x="404" y="18"/>
                  </a:cubicBezTo>
                  <a:cubicBezTo>
                    <a:pt x="254" y="401"/>
                    <a:pt x="113" y="807"/>
                    <a:pt x="2" y="1203"/>
                  </a:cubicBezTo>
                  <a:cubicBezTo>
                    <a:pt x="1" y="1211"/>
                    <a:pt x="8" y="1218"/>
                    <a:pt x="15" y="1218"/>
                  </a:cubicBezTo>
                  <a:cubicBezTo>
                    <a:pt x="18" y="1218"/>
                    <a:pt x="21" y="1216"/>
                    <a:pt x="23" y="1212"/>
                  </a:cubicBezTo>
                  <a:cubicBezTo>
                    <a:pt x="217" y="852"/>
                    <a:pt x="367" y="431"/>
                    <a:pt x="453"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7"/>
            <p:cNvSpPr/>
            <p:nvPr/>
          </p:nvSpPr>
          <p:spPr>
            <a:xfrm>
              <a:off x="4392975" y="861450"/>
              <a:ext cx="45875" cy="60550"/>
            </a:xfrm>
            <a:custGeom>
              <a:avLst/>
              <a:gdLst/>
              <a:ahLst/>
              <a:cxnLst/>
              <a:rect l="l" t="t" r="r" b="b"/>
              <a:pathLst>
                <a:path w="1835" h="2422" extrusionOk="0">
                  <a:moveTo>
                    <a:pt x="728" y="296"/>
                  </a:moveTo>
                  <a:cubicBezTo>
                    <a:pt x="1070" y="544"/>
                    <a:pt x="1357" y="882"/>
                    <a:pt x="1417" y="1314"/>
                  </a:cubicBezTo>
                  <a:cubicBezTo>
                    <a:pt x="1460" y="1625"/>
                    <a:pt x="1450" y="1954"/>
                    <a:pt x="1429" y="2267"/>
                  </a:cubicBezTo>
                  <a:lnTo>
                    <a:pt x="1429" y="2267"/>
                  </a:lnTo>
                  <a:cubicBezTo>
                    <a:pt x="702" y="1950"/>
                    <a:pt x="347" y="991"/>
                    <a:pt x="728"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8" y="2414"/>
                    <a:pt x="1549" y="2403"/>
                  </a:cubicBezTo>
                  <a:lnTo>
                    <a:pt x="1549" y="2403"/>
                  </a:lnTo>
                  <a:cubicBezTo>
                    <a:pt x="1572" y="2394"/>
                    <a:pt x="1591" y="2376"/>
                    <a:pt x="1598" y="2347"/>
                  </a:cubicBezTo>
                  <a:cubicBezTo>
                    <a:pt x="1835" y="1422"/>
                    <a:pt x="1536" y="554"/>
                    <a:pt x="755" y="17"/>
                  </a:cubicBezTo>
                  <a:cubicBezTo>
                    <a:pt x="737"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7"/>
            <p:cNvSpPr/>
            <p:nvPr/>
          </p:nvSpPr>
          <p:spPr>
            <a:xfrm>
              <a:off x="4392975" y="923900"/>
              <a:ext cx="45875" cy="60575"/>
            </a:xfrm>
            <a:custGeom>
              <a:avLst/>
              <a:gdLst/>
              <a:ahLst/>
              <a:cxnLst/>
              <a:rect l="l" t="t" r="r" b="b"/>
              <a:pathLst>
                <a:path w="1835" h="2423" extrusionOk="0">
                  <a:moveTo>
                    <a:pt x="1429" y="156"/>
                  </a:moveTo>
                  <a:cubicBezTo>
                    <a:pt x="1451" y="467"/>
                    <a:pt x="1463" y="803"/>
                    <a:pt x="1417" y="1109"/>
                  </a:cubicBezTo>
                  <a:cubicBezTo>
                    <a:pt x="1350" y="1546"/>
                    <a:pt x="1073" y="1877"/>
                    <a:pt x="729" y="2127"/>
                  </a:cubicBezTo>
                  <a:lnTo>
                    <a:pt x="729" y="2127"/>
                  </a:lnTo>
                  <a:cubicBezTo>
                    <a:pt x="346" y="1433"/>
                    <a:pt x="700" y="473"/>
                    <a:pt x="1429" y="156"/>
                  </a:cubicBezTo>
                  <a:close/>
                  <a:moveTo>
                    <a:pt x="1504" y="1"/>
                  </a:moveTo>
                  <a:cubicBezTo>
                    <a:pt x="1500" y="1"/>
                    <a:pt x="1496" y="1"/>
                    <a:pt x="1492" y="2"/>
                  </a:cubicBezTo>
                  <a:cubicBezTo>
                    <a:pt x="465" y="163"/>
                    <a:pt x="0" y="1551"/>
                    <a:pt x="588" y="2362"/>
                  </a:cubicBezTo>
                  <a:cubicBezTo>
                    <a:pt x="613" y="2396"/>
                    <a:pt x="655" y="2422"/>
                    <a:pt x="698" y="2422"/>
                  </a:cubicBezTo>
                  <a:cubicBezTo>
                    <a:pt x="717" y="2422"/>
                    <a:pt x="736" y="2417"/>
                    <a:pt x="755" y="2405"/>
                  </a:cubicBezTo>
                  <a:cubicBezTo>
                    <a:pt x="1536" y="1869"/>
                    <a:pt x="1835" y="1001"/>
                    <a:pt x="1598" y="75"/>
                  </a:cubicBezTo>
                  <a:cubicBezTo>
                    <a:pt x="1591" y="47"/>
                    <a:pt x="1572" y="29"/>
                    <a:pt x="1549" y="20"/>
                  </a:cubicBezTo>
                  <a:lnTo>
                    <a:pt x="1549" y="20"/>
                  </a:lnTo>
                  <a:cubicBezTo>
                    <a:pt x="1539" y="8"/>
                    <a:pt x="1523" y="1"/>
                    <a:pt x="15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7"/>
            <p:cNvSpPr/>
            <p:nvPr/>
          </p:nvSpPr>
          <p:spPr>
            <a:xfrm>
              <a:off x="4412975" y="883000"/>
              <a:ext cx="15825" cy="34700"/>
            </a:xfrm>
            <a:custGeom>
              <a:avLst/>
              <a:gdLst/>
              <a:ahLst/>
              <a:cxnLst/>
              <a:rect l="l" t="t" r="r" b="b"/>
              <a:pathLst>
                <a:path w="633" h="1388" extrusionOk="0">
                  <a:moveTo>
                    <a:pt x="27" y="0"/>
                  </a:moveTo>
                  <a:cubicBezTo>
                    <a:pt x="14" y="0"/>
                    <a:pt x="0" y="16"/>
                    <a:pt x="8" y="32"/>
                  </a:cubicBezTo>
                  <a:cubicBezTo>
                    <a:pt x="198" y="470"/>
                    <a:pt x="342" y="963"/>
                    <a:pt x="581" y="1375"/>
                  </a:cubicBezTo>
                  <a:cubicBezTo>
                    <a:pt x="587" y="1383"/>
                    <a:pt x="595" y="1387"/>
                    <a:pt x="602" y="1387"/>
                  </a:cubicBezTo>
                  <a:cubicBezTo>
                    <a:pt x="618" y="1387"/>
                    <a:pt x="633" y="1373"/>
                    <a:pt x="628" y="1355"/>
                  </a:cubicBezTo>
                  <a:cubicBezTo>
                    <a:pt x="527" y="894"/>
                    <a:pt x="258" y="427"/>
                    <a:pt x="43" y="12"/>
                  </a:cubicBezTo>
                  <a:cubicBezTo>
                    <a:pt x="40" y="4"/>
                    <a:pt x="33"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57"/>
            <p:cNvSpPr/>
            <p:nvPr/>
          </p:nvSpPr>
          <p:spPr>
            <a:xfrm>
              <a:off x="4416475" y="926875"/>
              <a:ext cx="11450" cy="30450"/>
            </a:xfrm>
            <a:custGeom>
              <a:avLst/>
              <a:gdLst/>
              <a:ahLst/>
              <a:cxnLst/>
              <a:rect l="l" t="t" r="r" b="b"/>
              <a:pathLst>
                <a:path w="458" h="1218" extrusionOk="0">
                  <a:moveTo>
                    <a:pt x="430" y="1"/>
                  </a:moveTo>
                  <a:cubicBezTo>
                    <a:pt x="420" y="1"/>
                    <a:pt x="410" y="6"/>
                    <a:pt x="405" y="18"/>
                  </a:cubicBezTo>
                  <a:cubicBezTo>
                    <a:pt x="254" y="401"/>
                    <a:pt x="113" y="807"/>
                    <a:pt x="2" y="1203"/>
                  </a:cubicBezTo>
                  <a:cubicBezTo>
                    <a:pt x="1" y="1211"/>
                    <a:pt x="8" y="1218"/>
                    <a:pt x="15" y="1218"/>
                  </a:cubicBezTo>
                  <a:cubicBezTo>
                    <a:pt x="19" y="1218"/>
                    <a:pt x="22" y="1216"/>
                    <a:pt x="24" y="1212"/>
                  </a:cubicBezTo>
                  <a:cubicBezTo>
                    <a:pt x="217" y="852"/>
                    <a:pt x="367" y="431"/>
                    <a:pt x="453"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57"/>
            <p:cNvSpPr/>
            <p:nvPr/>
          </p:nvSpPr>
          <p:spPr>
            <a:xfrm>
              <a:off x="4456075" y="861450"/>
              <a:ext cx="45875" cy="60550"/>
            </a:xfrm>
            <a:custGeom>
              <a:avLst/>
              <a:gdLst/>
              <a:ahLst/>
              <a:cxnLst/>
              <a:rect l="l" t="t" r="r" b="b"/>
              <a:pathLst>
                <a:path w="1835" h="2422" extrusionOk="0">
                  <a:moveTo>
                    <a:pt x="729" y="296"/>
                  </a:moveTo>
                  <a:cubicBezTo>
                    <a:pt x="1070" y="544"/>
                    <a:pt x="1357" y="882"/>
                    <a:pt x="1417" y="1314"/>
                  </a:cubicBezTo>
                  <a:cubicBezTo>
                    <a:pt x="1460" y="1625"/>
                    <a:pt x="1452" y="1954"/>
                    <a:pt x="1430" y="2267"/>
                  </a:cubicBezTo>
                  <a:lnTo>
                    <a:pt x="1430" y="2267"/>
                  </a:lnTo>
                  <a:cubicBezTo>
                    <a:pt x="703" y="1951"/>
                    <a:pt x="347" y="991"/>
                    <a:pt x="729"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8" y="2414"/>
                    <a:pt x="1549" y="2403"/>
                  </a:cubicBezTo>
                  <a:lnTo>
                    <a:pt x="1549" y="2403"/>
                  </a:lnTo>
                  <a:cubicBezTo>
                    <a:pt x="1572" y="2394"/>
                    <a:pt x="1591" y="2376"/>
                    <a:pt x="1598" y="2347"/>
                  </a:cubicBezTo>
                  <a:cubicBezTo>
                    <a:pt x="1835" y="1422"/>
                    <a:pt x="1536" y="554"/>
                    <a:pt x="755" y="17"/>
                  </a:cubicBezTo>
                  <a:cubicBezTo>
                    <a:pt x="737"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7"/>
            <p:cNvSpPr/>
            <p:nvPr/>
          </p:nvSpPr>
          <p:spPr>
            <a:xfrm>
              <a:off x="4456075" y="923900"/>
              <a:ext cx="45925" cy="60575"/>
            </a:xfrm>
            <a:custGeom>
              <a:avLst/>
              <a:gdLst/>
              <a:ahLst/>
              <a:cxnLst/>
              <a:rect l="l" t="t" r="r" b="b"/>
              <a:pathLst>
                <a:path w="1837" h="2423" extrusionOk="0">
                  <a:moveTo>
                    <a:pt x="1429" y="156"/>
                  </a:moveTo>
                  <a:cubicBezTo>
                    <a:pt x="1451" y="467"/>
                    <a:pt x="1463" y="803"/>
                    <a:pt x="1417" y="1109"/>
                  </a:cubicBezTo>
                  <a:cubicBezTo>
                    <a:pt x="1351" y="1546"/>
                    <a:pt x="1074" y="1877"/>
                    <a:pt x="729" y="2127"/>
                  </a:cubicBezTo>
                  <a:lnTo>
                    <a:pt x="729" y="2127"/>
                  </a:lnTo>
                  <a:cubicBezTo>
                    <a:pt x="347" y="1433"/>
                    <a:pt x="701" y="473"/>
                    <a:pt x="1429" y="156"/>
                  </a:cubicBezTo>
                  <a:close/>
                  <a:moveTo>
                    <a:pt x="1504" y="1"/>
                  </a:moveTo>
                  <a:cubicBezTo>
                    <a:pt x="1500" y="1"/>
                    <a:pt x="1496" y="1"/>
                    <a:pt x="1492" y="2"/>
                  </a:cubicBezTo>
                  <a:cubicBezTo>
                    <a:pt x="465" y="163"/>
                    <a:pt x="0" y="1551"/>
                    <a:pt x="588" y="2362"/>
                  </a:cubicBezTo>
                  <a:cubicBezTo>
                    <a:pt x="613" y="2396"/>
                    <a:pt x="655" y="2422"/>
                    <a:pt x="698" y="2422"/>
                  </a:cubicBezTo>
                  <a:cubicBezTo>
                    <a:pt x="717" y="2422"/>
                    <a:pt x="736" y="2417"/>
                    <a:pt x="755" y="2405"/>
                  </a:cubicBezTo>
                  <a:cubicBezTo>
                    <a:pt x="1536" y="1869"/>
                    <a:pt x="1836" y="1001"/>
                    <a:pt x="1598" y="75"/>
                  </a:cubicBezTo>
                  <a:cubicBezTo>
                    <a:pt x="1591" y="47"/>
                    <a:pt x="1572" y="29"/>
                    <a:pt x="1550" y="20"/>
                  </a:cubicBezTo>
                  <a:lnTo>
                    <a:pt x="1550" y="20"/>
                  </a:lnTo>
                  <a:cubicBezTo>
                    <a:pt x="1539" y="9"/>
                    <a:pt x="1524" y="1"/>
                    <a:pt x="15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7"/>
            <p:cNvSpPr/>
            <p:nvPr/>
          </p:nvSpPr>
          <p:spPr>
            <a:xfrm>
              <a:off x="4476075" y="883000"/>
              <a:ext cx="15825" cy="34700"/>
            </a:xfrm>
            <a:custGeom>
              <a:avLst/>
              <a:gdLst/>
              <a:ahLst/>
              <a:cxnLst/>
              <a:rect l="l" t="t" r="r" b="b"/>
              <a:pathLst>
                <a:path w="633" h="1388" extrusionOk="0">
                  <a:moveTo>
                    <a:pt x="27" y="0"/>
                  </a:moveTo>
                  <a:cubicBezTo>
                    <a:pt x="14" y="0"/>
                    <a:pt x="1" y="16"/>
                    <a:pt x="8" y="32"/>
                  </a:cubicBezTo>
                  <a:cubicBezTo>
                    <a:pt x="198" y="470"/>
                    <a:pt x="342" y="963"/>
                    <a:pt x="581" y="1375"/>
                  </a:cubicBezTo>
                  <a:cubicBezTo>
                    <a:pt x="587" y="1383"/>
                    <a:pt x="595" y="1387"/>
                    <a:pt x="602" y="1387"/>
                  </a:cubicBezTo>
                  <a:cubicBezTo>
                    <a:pt x="618" y="1387"/>
                    <a:pt x="633" y="1373"/>
                    <a:pt x="628" y="1355"/>
                  </a:cubicBezTo>
                  <a:cubicBezTo>
                    <a:pt x="528" y="894"/>
                    <a:pt x="258" y="427"/>
                    <a:pt x="43" y="12"/>
                  </a:cubicBezTo>
                  <a:cubicBezTo>
                    <a:pt x="39" y="4"/>
                    <a:pt x="34" y="0"/>
                    <a:pt x="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7"/>
            <p:cNvSpPr/>
            <p:nvPr/>
          </p:nvSpPr>
          <p:spPr>
            <a:xfrm>
              <a:off x="4479575" y="926875"/>
              <a:ext cx="11475" cy="30450"/>
            </a:xfrm>
            <a:custGeom>
              <a:avLst/>
              <a:gdLst/>
              <a:ahLst/>
              <a:cxnLst/>
              <a:rect l="l" t="t" r="r" b="b"/>
              <a:pathLst>
                <a:path w="459" h="1218" extrusionOk="0">
                  <a:moveTo>
                    <a:pt x="430" y="1"/>
                  </a:moveTo>
                  <a:cubicBezTo>
                    <a:pt x="420" y="1"/>
                    <a:pt x="410" y="6"/>
                    <a:pt x="405" y="18"/>
                  </a:cubicBezTo>
                  <a:cubicBezTo>
                    <a:pt x="255" y="401"/>
                    <a:pt x="113" y="807"/>
                    <a:pt x="4" y="1203"/>
                  </a:cubicBezTo>
                  <a:cubicBezTo>
                    <a:pt x="1" y="1211"/>
                    <a:pt x="8" y="1218"/>
                    <a:pt x="15" y="1218"/>
                  </a:cubicBezTo>
                  <a:cubicBezTo>
                    <a:pt x="19" y="1218"/>
                    <a:pt x="22" y="1216"/>
                    <a:pt x="24" y="1212"/>
                  </a:cubicBezTo>
                  <a:cubicBezTo>
                    <a:pt x="217"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57"/>
            <p:cNvSpPr/>
            <p:nvPr/>
          </p:nvSpPr>
          <p:spPr>
            <a:xfrm>
              <a:off x="4519175" y="861450"/>
              <a:ext cx="45925" cy="60550"/>
            </a:xfrm>
            <a:custGeom>
              <a:avLst/>
              <a:gdLst/>
              <a:ahLst/>
              <a:cxnLst/>
              <a:rect l="l" t="t" r="r" b="b"/>
              <a:pathLst>
                <a:path w="1837" h="2422" extrusionOk="0">
                  <a:moveTo>
                    <a:pt x="729" y="296"/>
                  </a:moveTo>
                  <a:lnTo>
                    <a:pt x="729" y="296"/>
                  </a:lnTo>
                  <a:cubicBezTo>
                    <a:pt x="1070" y="544"/>
                    <a:pt x="1357" y="882"/>
                    <a:pt x="1416" y="1314"/>
                  </a:cubicBezTo>
                  <a:cubicBezTo>
                    <a:pt x="1460" y="1625"/>
                    <a:pt x="1452" y="1954"/>
                    <a:pt x="1430" y="2267"/>
                  </a:cubicBezTo>
                  <a:lnTo>
                    <a:pt x="1430" y="2267"/>
                  </a:lnTo>
                  <a:cubicBezTo>
                    <a:pt x="703" y="1951"/>
                    <a:pt x="347" y="991"/>
                    <a:pt x="729" y="296"/>
                  </a:cubicBezTo>
                  <a:close/>
                  <a:moveTo>
                    <a:pt x="698" y="0"/>
                  </a:moveTo>
                  <a:cubicBezTo>
                    <a:pt x="655" y="0"/>
                    <a:pt x="613" y="27"/>
                    <a:pt x="588" y="62"/>
                  </a:cubicBezTo>
                  <a:cubicBezTo>
                    <a:pt x="0" y="872"/>
                    <a:pt x="465" y="2260"/>
                    <a:pt x="1492" y="2420"/>
                  </a:cubicBezTo>
                  <a:cubicBezTo>
                    <a:pt x="1496" y="2421"/>
                    <a:pt x="1500" y="2421"/>
                    <a:pt x="1504" y="2421"/>
                  </a:cubicBezTo>
                  <a:cubicBezTo>
                    <a:pt x="1523" y="2421"/>
                    <a:pt x="1539" y="2414"/>
                    <a:pt x="1550" y="2403"/>
                  </a:cubicBezTo>
                  <a:lnTo>
                    <a:pt x="1550" y="2403"/>
                  </a:lnTo>
                  <a:cubicBezTo>
                    <a:pt x="1572" y="2393"/>
                    <a:pt x="1591" y="2375"/>
                    <a:pt x="1598" y="2347"/>
                  </a:cubicBezTo>
                  <a:cubicBezTo>
                    <a:pt x="1836" y="1422"/>
                    <a:pt x="1536" y="554"/>
                    <a:pt x="755" y="17"/>
                  </a:cubicBezTo>
                  <a:cubicBezTo>
                    <a:pt x="736" y="5"/>
                    <a:pt x="717" y="0"/>
                    <a:pt x="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7"/>
            <p:cNvSpPr/>
            <p:nvPr/>
          </p:nvSpPr>
          <p:spPr>
            <a:xfrm>
              <a:off x="4519175" y="923900"/>
              <a:ext cx="45925" cy="60575"/>
            </a:xfrm>
            <a:custGeom>
              <a:avLst/>
              <a:gdLst/>
              <a:ahLst/>
              <a:cxnLst/>
              <a:rect l="l" t="t" r="r" b="b"/>
              <a:pathLst>
                <a:path w="1837" h="2423" extrusionOk="0">
                  <a:moveTo>
                    <a:pt x="1430" y="156"/>
                  </a:moveTo>
                  <a:cubicBezTo>
                    <a:pt x="1452" y="467"/>
                    <a:pt x="1463" y="803"/>
                    <a:pt x="1416" y="1109"/>
                  </a:cubicBezTo>
                  <a:cubicBezTo>
                    <a:pt x="1351" y="1546"/>
                    <a:pt x="1074" y="1877"/>
                    <a:pt x="730" y="2127"/>
                  </a:cubicBezTo>
                  <a:lnTo>
                    <a:pt x="730" y="2127"/>
                  </a:lnTo>
                  <a:cubicBezTo>
                    <a:pt x="347" y="1433"/>
                    <a:pt x="702" y="472"/>
                    <a:pt x="1430" y="156"/>
                  </a:cubicBezTo>
                  <a:close/>
                  <a:moveTo>
                    <a:pt x="1505" y="1"/>
                  </a:moveTo>
                  <a:cubicBezTo>
                    <a:pt x="1501" y="1"/>
                    <a:pt x="1497" y="1"/>
                    <a:pt x="1493" y="2"/>
                  </a:cubicBezTo>
                  <a:cubicBezTo>
                    <a:pt x="465" y="163"/>
                    <a:pt x="0" y="1551"/>
                    <a:pt x="588" y="2362"/>
                  </a:cubicBezTo>
                  <a:cubicBezTo>
                    <a:pt x="613" y="2396"/>
                    <a:pt x="655" y="2422"/>
                    <a:pt x="698" y="2422"/>
                  </a:cubicBezTo>
                  <a:cubicBezTo>
                    <a:pt x="717" y="2422"/>
                    <a:pt x="736" y="2417"/>
                    <a:pt x="755" y="2405"/>
                  </a:cubicBezTo>
                  <a:cubicBezTo>
                    <a:pt x="1538" y="1869"/>
                    <a:pt x="1836" y="1001"/>
                    <a:pt x="1599" y="75"/>
                  </a:cubicBezTo>
                  <a:cubicBezTo>
                    <a:pt x="1592" y="47"/>
                    <a:pt x="1573" y="29"/>
                    <a:pt x="1551" y="20"/>
                  </a:cubicBezTo>
                  <a:lnTo>
                    <a:pt x="1551" y="20"/>
                  </a:lnTo>
                  <a:cubicBezTo>
                    <a:pt x="1540" y="9"/>
                    <a:pt x="1524" y="1"/>
                    <a:pt x="1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57"/>
            <p:cNvSpPr/>
            <p:nvPr/>
          </p:nvSpPr>
          <p:spPr>
            <a:xfrm>
              <a:off x="4539175" y="883000"/>
              <a:ext cx="15825" cy="34700"/>
            </a:xfrm>
            <a:custGeom>
              <a:avLst/>
              <a:gdLst/>
              <a:ahLst/>
              <a:cxnLst/>
              <a:rect l="l" t="t" r="r" b="b"/>
              <a:pathLst>
                <a:path w="633" h="1388" extrusionOk="0">
                  <a:moveTo>
                    <a:pt x="28" y="0"/>
                  </a:moveTo>
                  <a:cubicBezTo>
                    <a:pt x="14" y="0"/>
                    <a:pt x="1" y="16"/>
                    <a:pt x="8" y="32"/>
                  </a:cubicBezTo>
                  <a:cubicBezTo>
                    <a:pt x="198" y="470"/>
                    <a:pt x="342" y="963"/>
                    <a:pt x="583" y="1375"/>
                  </a:cubicBezTo>
                  <a:cubicBezTo>
                    <a:pt x="587" y="1383"/>
                    <a:pt x="595" y="1387"/>
                    <a:pt x="603" y="1387"/>
                  </a:cubicBezTo>
                  <a:cubicBezTo>
                    <a:pt x="618" y="1387"/>
                    <a:pt x="633" y="1373"/>
                    <a:pt x="628" y="1355"/>
                  </a:cubicBezTo>
                  <a:cubicBezTo>
                    <a:pt x="528" y="894"/>
                    <a:pt x="258" y="427"/>
                    <a:pt x="44" y="12"/>
                  </a:cubicBezTo>
                  <a:cubicBezTo>
                    <a:pt x="40" y="4"/>
                    <a:pt x="34" y="0"/>
                    <a:pt x="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7"/>
            <p:cNvSpPr/>
            <p:nvPr/>
          </p:nvSpPr>
          <p:spPr>
            <a:xfrm>
              <a:off x="4542675" y="926875"/>
              <a:ext cx="11475" cy="30450"/>
            </a:xfrm>
            <a:custGeom>
              <a:avLst/>
              <a:gdLst/>
              <a:ahLst/>
              <a:cxnLst/>
              <a:rect l="l" t="t" r="r" b="b"/>
              <a:pathLst>
                <a:path w="459" h="1218" extrusionOk="0">
                  <a:moveTo>
                    <a:pt x="430" y="1"/>
                  </a:moveTo>
                  <a:cubicBezTo>
                    <a:pt x="420" y="1"/>
                    <a:pt x="410" y="6"/>
                    <a:pt x="405" y="18"/>
                  </a:cubicBezTo>
                  <a:cubicBezTo>
                    <a:pt x="255" y="401"/>
                    <a:pt x="113" y="807"/>
                    <a:pt x="3" y="1203"/>
                  </a:cubicBezTo>
                  <a:cubicBezTo>
                    <a:pt x="1" y="1211"/>
                    <a:pt x="8" y="1218"/>
                    <a:pt x="15" y="1218"/>
                  </a:cubicBezTo>
                  <a:cubicBezTo>
                    <a:pt x="18" y="1218"/>
                    <a:pt x="22" y="1216"/>
                    <a:pt x="24" y="1212"/>
                  </a:cubicBezTo>
                  <a:cubicBezTo>
                    <a:pt x="218" y="852"/>
                    <a:pt x="367" y="431"/>
                    <a:pt x="454" y="31"/>
                  </a:cubicBezTo>
                  <a:cubicBezTo>
                    <a:pt x="458" y="12"/>
                    <a:pt x="444" y="1"/>
                    <a:pt x="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7"/>
            <p:cNvSpPr/>
            <p:nvPr/>
          </p:nvSpPr>
          <p:spPr>
            <a:xfrm>
              <a:off x="4742800" y="919775"/>
              <a:ext cx="410250" cy="6850"/>
            </a:xfrm>
            <a:custGeom>
              <a:avLst/>
              <a:gdLst/>
              <a:ahLst/>
              <a:cxnLst/>
              <a:rect l="l" t="t" r="r" b="b"/>
              <a:pathLst>
                <a:path w="16410" h="274" extrusionOk="0">
                  <a:moveTo>
                    <a:pt x="6703" y="1"/>
                  </a:moveTo>
                  <a:cubicBezTo>
                    <a:pt x="4905" y="1"/>
                    <a:pt x="3102" y="12"/>
                    <a:pt x="1309" y="12"/>
                  </a:cubicBezTo>
                  <a:cubicBezTo>
                    <a:pt x="915" y="12"/>
                    <a:pt x="520" y="12"/>
                    <a:pt x="127" y="10"/>
                  </a:cubicBezTo>
                  <a:cubicBezTo>
                    <a:pt x="2" y="10"/>
                    <a:pt x="0" y="205"/>
                    <a:pt x="127" y="205"/>
                  </a:cubicBezTo>
                  <a:cubicBezTo>
                    <a:pt x="2794" y="215"/>
                    <a:pt x="5490" y="262"/>
                    <a:pt x="8166" y="270"/>
                  </a:cubicBezTo>
                  <a:cubicBezTo>
                    <a:pt x="8906" y="272"/>
                    <a:pt x="9645" y="273"/>
                    <a:pt x="10384" y="273"/>
                  </a:cubicBezTo>
                  <a:cubicBezTo>
                    <a:pt x="11493" y="273"/>
                    <a:pt x="12601" y="270"/>
                    <a:pt x="13711" y="263"/>
                  </a:cubicBezTo>
                  <a:cubicBezTo>
                    <a:pt x="14128" y="261"/>
                    <a:pt x="14611" y="201"/>
                    <a:pt x="15091" y="162"/>
                  </a:cubicBezTo>
                  <a:lnTo>
                    <a:pt x="15091" y="162"/>
                  </a:lnTo>
                  <a:cubicBezTo>
                    <a:pt x="15345" y="185"/>
                    <a:pt x="15598" y="202"/>
                    <a:pt x="15839" y="202"/>
                  </a:cubicBezTo>
                  <a:cubicBezTo>
                    <a:pt x="16024" y="202"/>
                    <a:pt x="16202" y="192"/>
                    <a:pt x="16369" y="167"/>
                  </a:cubicBezTo>
                  <a:lnTo>
                    <a:pt x="16369" y="167"/>
                  </a:lnTo>
                  <a:cubicBezTo>
                    <a:pt x="16380" y="168"/>
                    <a:pt x="16391" y="170"/>
                    <a:pt x="16402" y="172"/>
                  </a:cubicBezTo>
                  <a:cubicBezTo>
                    <a:pt x="16402" y="172"/>
                    <a:pt x="16402" y="172"/>
                    <a:pt x="16403" y="172"/>
                  </a:cubicBezTo>
                  <a:cubicBezTo>
                    <a:pt x="16409" y="172"/>
                    <a:pt x="16409" y="161"/>
                    <a:pt x="16403" y="161"/>
                  </a:cubicBezTo>
                  <a:cubicBezTo>
                    <a:pt x="16402" y="161"/>
                    <a:pt x="16402" y="161"/>
                    <a:pt x="16402" y="162"/>
                  </a:cubicBezTo>
                  <a:cubicBezTo>
                    <a:pt x="16391" y="163"/>
                    <a:pt x="16380" y="165"/>
                    <a:pt x="16369" y="167"/>
                  </a:cubicBezTo>
                  <a:lnTo>
                    <a:pt x="16369" y="167"/>
                  </a:lnTo>
                  <a:cubicBezTo>
                    <a:pt x="16191" y="139"/>
                    <a:pt x="16000" y="128"/>
                    <a:pt x="15801" y="128"/>
                  </a:cubicBezTo>
                  <a:cubicBezTo>
                    <a:pt x="15571" y="128"/>
                    <a:pt x="15332" y="142"/>
                    <a:pt x="15091" y="162"/>
                  </a:cubicBezTo>
                  <a:lnTo>
                    <a:pt x="15091" y="162"/>
                  </a:lnTo>
                  <a:cubicBezTo>
                    <a:pt x="14611" y="119"/>
                    <a:pt x="14128" y="56"/>
                    <a:pt x="13711" y="51"/>
                  </a:cubicBezTo>
                  <a:cubicBezTo>
                    <a:pt x="11862" y="26"/>
                    <a:pt x="10014" y="13"/>
                    <a:pt x="8166" y="4"/>
                  </a:cubicBezTo>
                  <a:cubicBezTo>
                    <a:pt x="7679" y="2"/>
                    <a:pt x="7191" y="1"/>
                    <a:pt x="6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57"/>
            <p:cNvSpPr/>
            <p:nvPr/>
          </p:nvSpPr>
          <p:spPr>
            <a:xfrm>
              <a:off x="5109400" y="908325"/>
              <a:ext cx="64750" cy="30250"/>
            </a:xfrm>
            <a:custGeom>
              <a:avLst/>
              <a:gdLst/>
              <a:ahLst/>
              <a:cxnLst/>
              <a:rect l="l" t="t" r="r" b="b"/>
              <a:pathLst>
                <a:path w="2590" h="1210" extrusionOk="0">
                  <a:moveTo>
                    <a:pt x="1346" y="201"/>
                  </a:moveTo>
                  <a:cubicBezTo>
                    <a:pt x="1678" y="201"/>
                    <a:pt x="1995" y="341"/>
                    <a:pt x="2272" y="523"/>
                  </a:cubicBezTo>
                  <a:lnTo>
                    <a:pt x="2272" y="523"/>
                  </a:lnTo>
                  <a:cubicBezTo>
                    <a:pt x="2015" y="828"/>
                    <a:pt x="1628" y="975"/>
                    <a:pt x="1237" y="975"/>
                  </a:cubicBezTo>
                  <a:cubicBezTo>
                    <a:pt x="848" y="975"/>
                    <a:pt x="454" y="829"/>
                    <a:pt x="180" y="550"/>
                  </a:cubicBezTo>
                  <a:lnTo>
                    <a:pt x="180" y="550"/>
                  </a:lnTo>
                  <a:cubicBezTo>
                    <a:pt x="495" y="406"/>
                    <a:pt x="859" y="255"/>
                    <a:pt x="1201" y="210"/>
                  </a:cubicBezTo>
                  <a:cubicBezTo>
                    <a:pt x="1250" y="204"/>
                    <a:pt x="1298" y="201"/>
                    <a:pt x="1346" y="201"/>
                  </a:cubicBezTo>
                  <a:close/>
                  <a:moveTo>
                    <a:pt x="1311" y="0"/>
                  </a:moveTo>
                  <a:cubicBezTo>
                    <a:pt x="881" y="0"/>
                    <a:pt x="449" y="140"/>
                    <a:pt x="53" y="415"/>
                  </a:cubicBezTo>
                  <a:cubicBezTo>
                    <a:pt x="26" y="434"/>
                    <a:pt x="13" y="458"/>
                    <a:pt x="11" y="482"/>
                  </a:cubicBezTo>
                  <a:lnTo>
                    <a:pt x="11" y="482"/>
                  </a:lnTo>
                  <a:cubicBezTo>
                    <a:pt x="2" y="499"/>
                    <a:pt x="0" y="519"/>
                    <a:pt x="11" y="539"/>
                  </a:cubicBezTo>
                  <a:cubicBezTo>
                    <a:pt x="266" y="995"/>
                    <a:pt x="750" y="1209"/>
                    <a:pt x="1243" y="1209"/>
                  </a:cubicBezTo>
                  <a:cubicBezTo>
                    <a:pt x="1751" y="1209"/>
                    <a:pt x="2267" y="982"/>
                    <a:pt x="2552" y="556"/>
                  </a:cubicBezTo>
                  <a:cubicBezTo>
                    <a:pt x="2590" y="498"/>
                    <a:pt x="2559" y="425"/>
                    <a:pt x="2508" y="389"/>
                  </a:cubicBezTo>
                  <a:cubicBezTo>
                    <a:pt x="2132" y="128"/>
                    <a:pt x="1722" y="0"/>
                    <a:pt x="1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57"/>
            <p:cNvSpPr/>
            <p:nvPr/>
          </p:nvSpPr>
          <p:spPr>
            <a:xfrm>
              <a:off x="5090925" y="861450"/>
              <a:ext cx="45900" cy="60550"/>
            </a:xfrm>
            <a:custGeom>
              <a:avLst/>
              <a:gdLst/>
              <a:ahLst/>
              <a:cxnLst/>
              <a:rect l="l" t="t" r="r" b="b"/>
              <a:pathLst>
                <a:path w="1836" h="2422" extrusionOk="0">
                  <a:moveTo>
                    <a:pt x="1108" y="296"/>
                  </a:moveTo>
                  <a:cubicBezTo>
                    <a:pt x="1490" y="991"/>
                    <a:pt x="1135" y="1950"/>
                    <a:pt x="407" y="2267"/>
                  </a:cubicBezTo>
                  <a:lnTo>
                    <a:pt x="407" y="2267"/>
                  </a:lnTo>
                  <a:cubicBezTo>
                    <a:pt x="385" y="1957"/>
                    <a:pt x="372" y="1621"/>
                    <a:pt x="419" y="1314"/>
                  </a:cubicBezTo>
                  <a:cubicBezTo>
                    <a:pt x="486" y="878"/>
                    <a:pt x="763" y="546"/>
                    <a:pt x="1108" y="296"/>
                  </a:cubicBezTo>
                  <a:close/>
                  <a:moveTo>
                    <a:pt x="1138" y="0"/>
                  </a:moveTo>
                  <a:cubicBezTo>
                    <a:pt x="1118" y="0"/>
                    <a:pt x="1099" y="5"/>
                    <a:pt x="1081" y="17"/>
                  </a:cubicBezTo>
                  <a:cubicBezTo>
                    <a:pt x="299" y="554"/>
                    <a:pt x="1" y="1422"/>
                    <a:pt x="238" y="2347"/>
                  </a:cubicBezTo>
                  <a:cubicBezTo>
                    <a:pt x="245" y="2375"/>
                    <a:pt x="264" y="2394"/>
                    <a:pt x="286" y="2403"/>
                  </a:cubicBezTo>
                  <a:lnTo>
                    <a:pt x="286" y="2403"/>
                  </a:lnTo>
                  <a:cubicBezTo>
                    <a:pt x="297" y="2414"/>
                    <a:pt x="312" y="2421"/>
                    <a:pt x="331" y="2421"/>
                  </a:cubicBezTo>
                  <a:cubicBezTo>
                    <a:pt x="335" y="2421"/>
                    <a:pt x="339" y="2421"/>
                    <a:pt x="344" y="2420"/>
                  </a:cubicBezTo>
                  <a:cubicBezTo>
                    <a:pt x="1370" y="2260"/>
                    <a:pt x="1836" y="872"/>
                    <a:pt x="1248" y="62"/>
                  </a:cubicBezTo>
                  <a:cubicBezTo>
                    <a:pt x="1223" y="27"/>
                    <a:pt x="1181" y="0"/>
                    <a:pt x="1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57"/>
            <p:cNvSpPr/>
            <p:nvPr/>
          </p:nvSpPr>
          <p:spPr>
            <a:xfrm>
              <a:off x="5090925" y="923900"/>
              <a:ext cx="45900" cy="60575"/>
            </a:xfrm>
            <a:custGeom>
              <a:avLst/>
              <a:gdLst/>
              <a:ahLst/>
              <a:cxnLst/>
              <a:rect l="l" t="t" r="r" b="b"/>
              <a:pathLst>
                <a:path w="1836" h="2423" extrusionOk="0">
                  <a:moveTo>
                    <a:pt x="407" y="155"/>
                  </a:moveTo>
                  <a:cubicBezTo>
                    <a:pt x="1134" y="472"/>
                    <a:pt x="1489" y="1433"/>
                    <a:pt x="1107" y="2127"/>
                  </a:cubicBezTo>
                  <a:lnTo>
                    <a:pt x="1107" y="2127"/>
                  </a:lnTo>
                  <a:cubicBezTo>
                    <a:pt x="767" y="1879"/>
                    <a:pt x="479" y="1542"/>
                    <a:pt x="419" y="1109"/>
                  </a:cubicBezTo>
                  <a:cubicBezTo>
                    <a:pt x="376" y="799"/>
                    <a:pt x="385" y="469"/>
                    <a:pt x="407" y="155"/>
                  </a:cubicBezTo>
                  <a:close/>
                  <a:moveTo>
                    <a:pt x="332" y="1"/>
                  </a:moveTo>
                  <a:cubicBezTo>
                    <a:pt x="313" y="1"/>
                    <a:pt x="298" y="8"/>
                    <a:pt x="287" y="19"/>
                  </a:cubicBezTo>
                  <a:lnTo>
                    <a:pt x="287" y="19"/>
                  </a:lnTo>
                  <a:cubicBezTo>
                    <a:pt x="264" y="28"/>
                    <a:pt x="245" y="47"/>
                    <a:pt x="238" y="75"/>
                  </a:cubicBezTo>
                  <a:cubicBezTo>
                    <a:pt x="1" y="1001"/>
                    <a:pt x="299" y="1869"/>
                    <a:pt x="1081" y="2405"/>
                  </a:cubicBezTo>
                  <a:cubicBezTo>
                    <a:pt x="1099" y="2417"/>
                    <a:pt x="1119" y="2422"/>
                    <a:pt x="1138" y="2422"/>
                  </a:cubicBezTo>
                  <a:cubicBezTo>
                    <a:pt x="1181" y="2422"/>
                    <a:pt x="1224" y="2396"/>
                    <a:pt x="1248" y="2362"/>
                  </a:cubicBezTo>
                  <a:cubicBezTo>
                    <a:pt x="1836" y="1551"/>
                    <a:pt x="1370" y="163"/>
                    <a:pt x="344" y="2"/>
                  </a:cubicBezTo>
                  <a:cubicBezTo>
                    <a:pt x="340" y="1"/>
                    <a:pt x="336"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57"/>
            <p:cNvSpPr/>
            <p:nvPr/>
          </p:nvSpPr>
          <p:spPr>
            <a:xfrm>
              <a:off x="5101000" y="883000"/>
              <a:ext cx="15850" cy="34700"/>
            </a:xfrm>
            <a:custGeom>
              <a:avLst/>
              <a:gdLst/>
              <a:ahLst/>
              <a:cxnLst/>
              <a:rect l="l" t="t" r="r" b="b"/>
              <a:pathLst>
                <a:path w="634" h="1388" extrusionOk="0">
                  <a:moveTo>
                    <a:pt x="606" y="0"/>
                  </a:moveTo>
                  <a:cubicBezTo>
                    <a:pt x="600" y="0"/>
                    <a:pt x="594" y="4"/>
                    <a:pt x="589" y="12"/>
                  </a:cubicBezTo>
                  <a:cubicBezTo>
                    <a:pt x="376" y="427"/>
                    <a:pt x="106" y="894"/>
                    <a:pt x="4" y="1355"/>
                  </a:cubicBezTo>
                  <a:cubicBezTo>
                    <a:pt x="1" y="1373"/>
                    <a:pt x="16" y="1387"/>
                    <a:pt x="31" y="1387"/>
                  </a:cubicBezTo>
                  <a:cubicBezTo>
                    <a:pt x="38" y="1387"/>
                    <a:pt x="46" y="1383"/>
                    <a:pt x="51" y="1375"/>
                  </a:cubicBezTo>
                  <a:cubicBezTo>
                    <a:pt x="291" y="963"/>
                    <a:pt x="434" y="470"/>
                    <a:pt x="626" y="32"/>
                  </a:cubicBezTo>
                  <a:cubicBezTo>
                    <a:pt x="633" y="16"/>
                    <a:pt x="620"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57"/>
            <p:cNvSpPr/>
            <p:nvPr/>
          </p:nvSpPr>
          <p:spPr>
            <a:xfrm>
              <a:off x="5101850" y="926875"/>
              <a:ext cx="11475" cy="30450"/>
            </a:xfrm>
            <a:custGeom>
              <a:avLst/>
              <a:gdLst/>
              <a:ahLst/>
              <a:cxnLst/>
              <a:rect l="l" t="t" r="r" b="b"/>
              <a:pathLst>
                <a:path w="459" h="1218" extrusionOk="0">
                  <a:moveTo>
                    <a:pt x="29" y="1"/>
                  </a:moveTo>
                  <a:cubicBezTo>
                    <a:pt x="15" y="1"/>
                    <a:pt x="1" y="12"/>
                    <a:pt x="6" y="31"/>
                  </a:cubicBezTo>
                  <a:cubicBezTo>
                    <a:pt x="92" y="430"/>
                    <a:pt x="241" y="851"/>
                    <a:pt x="434" y="1212"/>
                  </a:cubicBezTo>
                  <a:cubicBezTo>
                    <a:pt x="437" y="1216"/>
                    <a:pt x="440" y="1218"/>
                    <a:pt x="444" y="1218"/>
                  </a:cubicBezTo>
                  <a:cubicBezTo>
                    <a:pt x="451" y="1218"/>
                    <a:pt x="458" y="1211"/>
                    <a:pt x="456" y="1203"/>
                  </a:cubicBezTo>
                  <a:cubicBezTo>
                    <a:pt x="346" y="807"/>
                    <a:pt x="205"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57"/>
            <p:cNvSpPr/>
            <p:nvPr/>
          </p:nvSpPr>
          <p:spPr>
            <a:xfrm>
              <a:off x="5027800" y="861450"/>
              <a:ext cx="45925" cy="60550"/>
            </a:xfrm>
            <a:custGeom>
              <a:avLst/>
              <a:gdLst/>
              <a:ahLst/>
              <a:cxnLst/>
              <a:rect l="l" t="t" r="r" b="b"/>
              <a:pathLst>
                <a:path w="1837" h="2422" extrusionOk="0">
                  <a:moveTo>
                    <a:pt x="1108" y="296"/>
                  </a:moveTo>
                  <a:cubicBezTo>
                    <a:pt x="1490" y="991"/>
                    <a:pt x="1135" y="1950"/>
                    <a:pt x="408" y="2267"/>
                  </a:cubicBezTo>
                  <a:lnTo>
                    <a:pt x="408" y="2267"/>
                  </a:lnTo>
                  <a:cubicBezTo>
                    <a:pt x="386" y="1957"/>
                    <a:pt x="374" y="1621"/>
                    <a:pt x="420" y="1314"/>
                  </a:cubicBezTo>
                  <a:cubicBezTo>
                    <a:pt x="486" y="878"/>
                    <a:pt x="763" y="546"/>
                    <a:pt x="1108" y="296"/>
                  </a:cubicBezTo>
                  <a:close/>
                  <a:moveTo>
                    <a:pt x="1139" y="0"/>
                  </a:moveTo>
                  <a:cubicBezTo>
                    <a:pt x="1119" y="0"/>
                    <a:pt x="1100" y="5"/>
                    <a:pt x="1082" y="17"/>
                  </a:cubicBezTo>
                  <a:cubicBezTo>
                    <a:pt x="300" y="554"/>
                    <a:pt x="1" y="1422"/>
                    <a:pt x="239" y="2347"/>
                  </a:cubicBezTo>
                  <a:cubicBezTo>
                    <a:pt x="246" y="2375"/>
                    <a:pt x="264" y="2393"/>
                    <a:pt x="286" y="2403"/>
                  </a:cubicBezTo>
                  <a:lnTo>
                    <a:pt x="286" y="2403"/>
                  </a:lnTo>
                  <a:cubicBezTo>
                    <a:pt x="297" y="2414"/>
                    <a:pt x="312" y="2421"/>
                    <a:pt x="331" y="2421"/>
                  </a:cubicBezTo>
                  <a:cubicBezTo>
                    <a:pt x="336" y="2421"/>
                    <a:pt x="340" y="2421"/>
                    <a:pt x="345"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57"/>
            <p:cNvSpPr/>
            <p:nvPr/>
          </p:nvSpPr>
          <p:spPr>
            <a:xfrm>
              <a:off x="5027825" y="923900"/>
              <a:ext cx="45900" cy="60575"/>
            </a:xfrm>
            <a:custGeom>
              <a:avLst/>
              <a:gdLst/>
              <a:ahLst/>
              <a:cxnLst/>
              <a:rect l="l" t="t" r="r" b="b"/>
              <a:pathLst>
                <a:path w="1836" h="2423" extrusionOk="0">
                  <a:moveTo>
                    <a:pt x="407" y="155"/>
                  </a:moveTo>
                  <a:cubicBezTo>
                    <a:pt x="1133" y="472"/>
                    <a:pt x="1489" y="1433"/>
                    <a:pt x="1107" y="2128"/>
                  </a:cubicBezTo>
                  <a:lnTo>
                    <a:pt x="1107" y="2128"/>
                  </a:lnTo>
                  <a:cubicBezTo>
                    <a:pt x="766" y="1880"/>
                    <a:pt x="479" y="1542"/>
                    <a:pt x="419" y="1109"/>
                  </a:cubicBezTo>
                  <a:cubicBezTo>
                    <a:pt x="376" y="799"/>
                    <a:pt x="384" y="469"/>
                    <a:pt x="407" y="155"/>
                  </a:cubicBezTo>
                  <a:close/>
                  <a:moveTo>
                    <a:pt x="332" y="1"/>
                  </a:moveTo>
                  <a:cubicBezTo>
                    <a:pt x="313" y="1"/>
                    <a:pt x="298" y="8"/>
                    <a:pt x="287" y="19"/>
                  </a:cubicBezTo>
                  <a:lnTo>
                    <a:pt x="287" y="19"/>
                  </a:lnTo>
                  <a:cubicBezTo>
                    <a:pt x="264" y="28"/>
                    <a:pt x="245" y="46"/>
                    <a:pt x="238" y="75"/>
                  </a:cubicBezTo>
                  <a:cubicBezTo>
                    <a:pt x="1" y="1001"/>
                    <a:pt x="299" y="1869"/>
                    <a:pt x="1081" y="2405"/>
                  </a:cubicBezTo>
                  <a:cubicBezTo>
                    <a:pt x="1099" y="2417"/>
                    <a:pt x="1119" y="2422"/>
                    <a:pt x="1138" y="2422"/>
                  </a:cubicBezTo>
                  <a:cubicBezTo>
                    <a:pt x="1181" y="2422"/>
                    <a:pt x="1223" y="2396"/>
                    <a:pt x="1248" y="2362"/>
                  </a:cubicBezTo>
                  <a:cubicBezTo>
                    <a:pt x="1836" y="1551"/>
                    <a:pt x="1370" y="163"/>
                    <a:pt x="344" y="2"/>
                  </a:cubicBezTo>
                  <a:cubicBezTo>
                    <a:pt x="340" y="1"/>
                    <a:pt x="336"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57"/>
            <p:cNvSpPr/>
            <p:nvPr/>
          </p:nvSpPr>
          <p:spPr>
            <a:xfrm>
              <a:off x="5037900" y="883000"/>
              <a:ext cx="15800" cy="34700"/>
            </a:xfrm>
            <a:custGeom>
              <a:avLst/>
              <a:gdLst/>
              <a:ahLst/>
              <a:cxnLst/>
              <a:rect l="l" t="t" r="r" b="b"/>
              <a:pathLst>
                <a:path w="632" h="1388" extrusionOk="0">
                  <a:moveTo>
                    <a:pt x="605" y="0"/>
                  </a:moveTo>
                  <a:cubicBezTo>
                    <a:pt x="599" y="0"/>
                    <a:pt x="593" y="4"/>
                    <a:pt x="590" y="12"/>
                  </a:cubicBezTo>
                  <a:cubicBezTo>
                    <a:pt x="375" y="427"/>
                    <a:pt x="106" y="894"/>
                    <a:pt x="4" y="1355"/>
                  </a:cubicBezTo>
                  <a:cubicBezTo>
                    <a:pt x="0" y="1373"/>
                    <a:pt x="15" y="1387"/>
                    <a:pt x="30" y="1387"/>
                  </a:cubicBezTo>
                  <a:cubicBezTo>
                    <a:pt x="38" y="1387"/>
                    <a:pt x="46" y="1383"/>
                    <a:pt x="51" y="1375"/>
                  </a:cubicBezTo>
                  <a:cubicBezTo>
                    <a:pt x="291" y="963"/>
                    <a:pt x="434" y="470"/>
                    <a:pt x="625" y="32"/>
                  </a:cubicBezTo>
                  <a:cubicBezTo>
                    <a:pt x="632" y="16"/>
                    <a:pt x="618" y="0"/>
                    <a:pt x="6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57"/>
            <p:cNvSpPr/>
            <p:nvPr/>
          </p:nvSpPr>
          <p:spPr>
            <a:xfrm>
              <a:off x="5038750" y="926875"/>
              <a:ext cx="11450" cy="30450"/>
            </a:xfrm>
            <a:custGeom>
              <a:avLst/>
              <a:gdLst/>
              <a:ahLst/>
              <a:cxnLst/>
              <a:rect l="l" t="t" r="r" b="b"/>
              <a:pathLst>
                <a:path w="458" h="1218" extrusionOk="0">
                  <a:moveTo>
                    <a:pt x="29" y="1"/>
                  </a:moveTo>
                  <a:cubicBezTo>
                    <a:pt x="14" y="1"/>
                    <a:pt x="0" y="12"/>
                    <a:pt x="4" y="31"/>
                  </a:cubicBezTo>
                  <a:cubicBezTo>
                    <a:pt x="92" y="430"/>
                    <a:pt x="241" y="851"/>
                    <a:pt x="434" y="1212"/>
                  </a:cubicBezTo>
                  <a:cubicBezTo>
                    <a:pt x="437" y="1216"/>
                    <a:pt x="440" y="1218"/>
                    <a:pt x="444" y="1218"/>
                  </a:cubicBezTo>
                  <a:cubicBezTo>
                    <a:pt x="451"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7"/>
            <p:cNvSpPr/>
            <p:nvPr/>
          </p:nvSpPr>
          <p:spPr>
            <a:xfrm>
              <a:off x="4964700" y="861450"/>
              <a:ext cx="45925" cy="60550"/>
            </a:xfrm>
            <a:custGeom>
              <a:avLst/>
              <a:gdLst/>
              <a:ahLst/>
              <a:cxnLst/>
              <a:rect l="l" t="t" r="r" b="b"/>
              <a:pathLst>
                <a:path w="1837" h="2422" extrusionOk="0">
                  <a:moveTo>
                    <a:pt x="1107" y="296"/>
                  </a:moveTo>
                  <a:cubicBezTo>
                    <a:pt x="1490" y="991"/>
                    <a:pt x="1135" y="1951"/>
                    <a:pt x="407" y="2267"/>
                  </a:cubicBezTo>
                  <a:lnTo>
                    <a:pt x="407" y="2267"/>
                  </a:lnTo>
                  <a:cubicBezTo>
                    <a:pt x="385" y="1957"/>
                    <a:pt x="374" y="1621"/>
                    <a:pt x="420" y="1314"/>
                  </a:cubicBezTo>
                  <a:cubicBezTo>
                    <a:pt x="486" y="878"/>
                    <a:pt x="763" y="546"/>
                    <a:pt x="1107" y="296"/>
                  </a:cubicBezTo>
                  <a:close/>
                  <a:moveTo>
                    <a:pt x="1139" y="0"/>
                  </a:moveTo>
                  <a:cubicBezTo>
                    <a:pt x="1120" y="0"/>
                    <a:pt x="1100" y="5"/>
                    <a:pt x="1082" y="17"/>
                  </a:cubicBezTo>
                  <a:cubicBezTo>
                    <a:pt x="300" y="554"/>
                    <a:pt x="1" y="1422"/>
                    <a:pt x="239" y="2347"/>
                  </a:cubicBezTo>
                  <a:cubicBezTo>
                    <a:pt x="246" y="2375"/>
                    <a:pt x="264" y="2393"/>
                    <a:pt x="286" y="2402"/>
                  </a:cubicBezTo>
                  <a:lnTo>
                    <a:pt x="286" y="2402"/>
                  </a:lnTo>
                  <a:cubicBezTo>
                    <a:pt x="296" y="2414"/>
                    <a:pt x="312" y="2421"/>
                    <a:pt x="330"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7"/>
            <p:cNvSpPr/>
            <p:nvPr/>
          </p:nvSpPr>
          <p:spPr>
            <a:xfrm>
              <a:off x="4964700" y="923900"/>
              <a:ext cx="45925" cy="60575"/>
            </a:xfrm>
            <a:custGeom>
              <a:avLst/>
              <a:gdLst/>
              <a:ahLst/>
              <a:cxnLst/>
              <a:rect l="l" t="t" r="r" b="b"/>
              <a:pathLst>
                <a:path w="1837" h="2423" extrusionOk="0">
                  <a:moveTo>
                    <a:pt x="407" y="155"/>
                  </a:moveTo>
                  <a:lnTo>
                    <a:pt x="407" y="155"/>
                  </a:lnTo>
                  <a:cubicBezTo>
                    <a:pt x="1134" y="471"/>
                    <a:pt x="1490" y="1432"/>
                    <a:pt x="1107" y="2127"/>
                  </a:cubicBezTo>
                  <a:lnTo>
                    <a:pt x="1107" y="2127"/>
                  </a:lnTo>
                  <a:cubicBezTo>
                    <a:pt x="766" y="1879"/>
                    <a:pt x="479" y="1542"/>
                    <a:pt x="420" y="1109"/>
                  </a:cubicBezTo>
                  <a:cubicBezTo>
                    <a:pt x="377" y="798"/>
                    <a:pt x="385" y="469"/>
                    <a:pt x="407" y="155"/>
                  </a:cubicBezTo>
                  <a:close/>
                  <a:moveTo>
                    <a:pt x="332" y="1"/>
                  </a:moveTo>
                  <a:cubicBezTo>
                    <a:pt x="313" y="1"/>
                    <a:pt x="297" y="8"/>
                    <a:pt x="287" y="19"/>
                  </a:cubicBezTo>
                  <a:lnTo>
                    <a:pt x="287" y="19"/>
                  </a:lnTo>
                  <a:cubicBezTo>
                    <a:pt x="264" y="28"/>
                    <a:pt x="245" y="47"/>
                    <a:pt x="238" y="75"/>
                  </a:cubicBezTo>
                  <a:cubicBezTo>
                    <a:pt x="1" y="1001"/>
                    <a:pt x="299" y="1869"/>
                    <a:pt x="1082" y="2405"/>
                  </a:cubicBezTo>
                  <a:cubicBezTo>
                    <a:pt x="1100" y="2417"/>
                    <a:pt x="1119" y="2422"/>
                    <a:pt x="1138" y="2422"/>
                  </a:cubicBezTo>
                  <a:cubicBezTo>
                    <a:pt x="1181" y="2422"/>
                    <a:pt x="1224" y="2396"/>
                    <a:pt x="1249" y="2362"/>
                  </a:cubicBezTo>
                  <a:cubicBezTo>
                    <a:pt x="1837" y="1551"/>
                    <a:pt x="1371"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57"/>
            <p:cNvSpPr/>
            <p:nvPr/>
          </p:nvSpPr>
          <p:spPr>
            <a:xfrm>
              <a:off x="4974800" y="883000"/>
              <a:ext cx="15800" cy="34700"/>
            </a:xfrm>
            <a:custGeom>
              <a:avLst/>
              <a:gdLst/>
              <a:ahLst/>
              <a:cxnLst/>
              <a:rect l="l" t="t" r="r" b="b"/>
              <a:pathLst>
                <a:path w="632" h="1388" extrusionOk="0">
                  <a:moveTo>
                    <a:pt x="605" y="0"/>
                  </a:moveTo>
                  <a:cubicBezTo>
                    <a:pt x="599" y="0"/>
                    <a:pt x="592" y="4"/>
                    <a:pt x="588" y="12"/>
                  </a:cubicBezTo>
                  <a:cubicBezTo>
                    <a:pt x="375" y="427"/>
                    <a:pt x="105" y="894"/>
                    <a:pt x="4" y="1355"/>
                  </a:cubicBezTo>
                  <a:cubicBezTo>
                    <a:pt x="0" y="1373"/>
                    <a:pt x="15" y="1387"/>
                    <a:pt x="30" y="1387"/>
                  </a:cubicBezTo>
                  <a:cubicBezTo>
                    <a:pt x="38" y="1387"/>
                    <a:pt x="45" y="1383"/>
                    <a:pt x="50" y="1375"/>
                  </a:cubicBezTo>
                  <a:cubicBezTo>
                    <a:pt x="291" y="963"/>
                    <a:pt x="434" y="470"/>
                    <a:pt x="625" y="32"/>
                  </a:cubicBezTo>
                  <a:cubicBezTo>
                    <a:pt x="632" y="16"/>
                    <a:pt x="618" y="0"/>
                    <a:pt x="6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57"/>
            <p:cNvSpPr/>
            <p:nvPr/>
          </p:nvSpPr>
          <p:spPr>
            <a:xfrm>
              <a:off x="4975650" y="926875"/>
              <a:ext cx="11450" cy="30450"/>
            </a:xfrm>
            <a:custGeom>
              <a:avLst/>
              <a:gdLst/>
              <a:ahLst/>
              <a:cxnLst/>
              <a:rect l="l" t="t" r="r" b="b"/>
              <a:pathLst>
                <a:path w="458" h="1218" extrusionOk="0">
                  <a:moveTo>
                    <a:pt x="29" y="1"/>
                  </a:moveTo>
                  <a:cubicBezTo>
                    <a:pt x="14" y="1"/>
                    <a:pt x="1" y="12"/>
                    <a:pt x="4" y="31"/>
                  </a:cubicBezTo>
                  <a:cubicBezTo>
                    <a:pt x="92" y="430"/>
                    <a:pt x="240" y="851"/>
                    <a:pt x="434" y="1212"/>
                  </a:cubicBezTo>
                  <a:cubicBezTo>
                    <a:pt x="437" y="1216"/>
                    <a:pt x="440" y="1218"/>
                    <a:pt x="444" y="1218"/>
                  </a:cubicBezTo>
                  <a:cubicBezTo>
                    <a:pt x="451"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57"/>
            <p:cNvSpPr/>
            <p:nvPr/>
          </p:nvSpPr>
          <p:spPr>
            <a:xfrm>
              <a:off x="4901600" y="861450"/>
              <a:ext cx="45925" cy="60550"/>
            </a:xfrm>
            <a:custGeom>
              <a:avLst/>
              <a:gdLst/>
              <a:ahLst/>
              <a:cxnLst/>
              <a:rect l="l" t="t" r="r" b="b"/>
              <a:pathLst>
                <a:path w="1837" h="2422" extrusionOk="0">
                  <a:moveTo>
                    <a:pt x="1107" y="296"/>
                  </a:moveTo>
                  <a:cubicBezTo>
                    <a:pt x="1490" y="991"/>
                    <a:pt x="1135" y="1951"/>
                    <a:pt x="407" y="2268"/>
                  </a:cubicBezTo>
                  <a:lnTo>
                    <a:pt x="407" y="2268"/>
                  </a:lnTo>
                  <a:cubicBezTo>
                    <a:pt x="385" y="1957"/>
                    <a:pt x="372" y="1621"/>
                    <a:pt x="419" y="1314"/>
                  </a:cubicBezTo>
                  <a:cubicBezTo>
                    <a:pt x="486" y="878"/>
                    <a:pt x="763" y="546"/>
                    <a:pt x="1107" y="296"/>
                  </a:cubicBezTo>
                  <a:close/>
                  <a:moveTo>
                    <a:pt x="1139" y="0"/>
                  </a:moveTo>
                  <a:cubicBezTo>
                    <a:pt x="1120" y="0"/>
                    <a:pt x="1100" y="5"/>
                    <a:pt x="1082" y="17"/>
                  </a:cubicBezTo>
                  <a:cubicBezTo>
                    <a:pt x="299" y="554"/>
                    <a:pt x="1" y="1422"/>
                    <a:pt x="238" y="2347"/>
                  </a:cubicBezTo>
                  <a:cubicBezTo>
                    <a:pt x="245" y="2375"/>
                    <a:pt x="263" y="2393"/>
                    <a:pt x="286" y="2403"/>
                  </a:cubicBezTo>
                  <a:lnTo>
                    <a:pt x="286" y="2403"/>
                  </a:lnTo>
                  <a:cubicBezTo>
                    <a:pt x="296" y="2414"/>
                    <a:pt x="312" y="2421"/>
                    <a:pt x="330"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57"/>
            <p:cNvSpPr/>
            <p:nvPr/>
          </p:nvSpPr>
          <p:spPr>
            <a:xfrm>
              <a:off x="4901600" y="923900"/>
              <a:ext cx="45900" cy="60575"/>
            </a:xfrm>
            <a:custGeom>
              <a:avLst/>
              <a:gdLst/>
              <a:ahLst/>
              <a:cxnLst/>
              <a:rect l="l" t="t" r="r" b="b"/>
              <a:pathLst>
                <a:path w="1836" h="2423" extrusionOk="0">
                  <a:moveTo>
                    <a:pt x="407" y="155"/>
                  </a:moveTo>
                  <a:cubicBezTo>
                    <a:pt x="1134" y="471"/>
                    <a:pt x="1490" y="1432"/>
                    <a:pt x="1107" y="2127"/>
                  </a:cubicBezTo>
                  <a:lnTo>
                    <a:pt x="1107" y="2127"/>
                  </a:lnTo>
                  <a:cubicBezTo>
                    <a:pt x="766" y="1879"/>
                    <a:pt x="478" y="1542"/>
                    <a:pt x="419" y="1109"/>
                  </a:cubicBezTo>
                  <a:cubicBezTo>
                    <a:pt x="377" y="798"/>
                    <a:pt x="385" y="469"/>
                    <a:pt x="407" y="155"/>
                  </a:cubicBezTo>
                  <a:close/>
                  <a:moveTo>
                    <a:pt x="332" y="1"/>
                  </a:moveTo>
                  <a:cubicBezTo>
                    <a:pt x="313" y="1"/>
                    <a:pt x="297" y="8"/>
                    <a:pt x="287" y="19"/>
                  </a:cubicBezTo>
                  <a:lnTo>
                    <a:pt x="287" y="19"/>
                  </a:lnTo>
                  <a:cubicBezTo>
                    <a:pt x="264" y="28"/>
                    <a:pt x="245" y="47"/>
                    <a:pt x="238" y="75"/>
                  </a:cubicBezTo>
                  <a:cubicBezTo>
                    <a:pt x="1" y="1001"/>
                    <a:pt x="299" y="1869"/>
                    <a:pt x="1082" y="2405"/>
                  </a:cubicBezTo>
                  <a:cubicBezTo>
                    <a:pt x="1100" y="2417"/>
                    <a:pt x="1119" y="2422"/>
                    <a:pt x="1138" y="2422"/>
                  </a:cubicBezTo>
                  <a:cubicBezTo>
                    <a:pt x="1181" y="2422"/>
                    <a:pt x="1224" y="2396"/>
                    <a:pt x="1249" y="2362"/>
                  </a:cubicBezTo>
                  <a:cubicBezTo>
                    <a:pt x="1835" y="1551"/>
                    <a:pt x="1371"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57"/>
            <p:cNvSpPr/>
            <p:nvPr/>
          </p:nvSpPr>
          <p:spPr>
            <a:xfrm>
              <a:off x="4911675" y="883000"/>
              <a:ext cx="15825" cy="34700"/>
            </a:xfrm>
            <a:custGeom>
              <a:avLst/>
              <a:gdLst/>
              <a:ahLst/>
              <a:cxnLst/>
              <a:rect l="l" t="t" r="r" b="b"/>
              <a:pathLst>
                <a:path w="633" h="1388" extrusionOk="0">
                  <a:moveTo>
                    <a:pt x="606" y="0"/>
                  </a:moveTo>
                  <a:cubicBezTo>
                    <a:pt x="600" y="0"/>
                    <a:pt x="593" y="4"/>
                    <a:pt x="589" y="12"/>
                  </a:cubicBezTo>
                  <a:cubicBezTo>
                    <a:pt x="376" y="427"/>
                    <a:pt x="106" y="894"/>
                    <a:pt x="4" y="1355"/>
                  </a:cubicBezTo>
                  <a:cubicBezTo>
                    <a:pt x="1" y="1373"/>
                    <a:pt x="16" y="1387"/>
                    <a:pt x="31" y="1387"/>
                  </a:cubicBezTo>
                  <a:cubicBezTo>
                    <a:pt x="39" y="1387"/>
                    <a:pt x="46" y="1383"/>
                    <a:pt x="51" y="1375"/>
                  </a:cubicBezTo>
                  <a:cubicBezTo>
                    <a:pt x="292" y="963"/>
                    <a:pt x="436" y="470"/>
                    <a:pt x="626" y="32"/>
                  </a:cubicBezTo>
                  <a:cubicBezTo>
                    <a:pt x="633" y="16"/>
                    <a:pt x="61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57"/>
            <p:cNvSpPr/>
            <p:nvPr/>
          </p:nvSpPr>
          <p:spPr>
            <a:xfrm>
              <a:off x="4912550" y="926875"/>
              <a:ext cx="11450" cy="30450"/>
            </a:xfrm>
            <a:custGeom>
              <a:avLst/>
              <a:gdLst/>
              <a:ahLst/>
              <a:cxnLst/>
              <a:rect l="l" t="t" r="r" b="b"/>
              <a:pathLst>
                <a:path w="458" h="1218" extrusionOk="0">
                  <a:moveTo>
                    <a:pt x="29" y="1"/>
                  </a:moveTo>
                  <a:cubicBezTo>
                    <a:pt x="14" y="1"/>
                    <a:pt x="1" y="12"/>
                    <a:pt x="4" y="31"/>
                  </a:cubicBezTo>
                  <a:cubicBezTo>
                    <a:pt x="90" y="430"/>
                    <a:pt x="240" y="851"/>
                    <a:pt x="434" y="1212"/>
                  </a:cubicBezTo>
                  <a:cubicBezTo>
                    <a:pt x="436" y="1216"/>
                    <a:pt x="440" y="1218"/>
                    <a:pt x="443" y="1218"/>
                  </a:cubicBezTo>
                  <a:cubicBezTo>
                    <a:pt x="450" y="1218"/>
                    <a:pt x="458" y="1211"/>
                    <a:pt x="455" y="1203"/>
                  </a:cubicBezTo>
                  <a:cubicBezTo>
                    <a:pt x="346" y="807"/>
                    <a:pt x="204"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57"/>
            <p:cNvSpPr/>
            <p:nvPr/>
          </p:nvSpPr>
          <p:spPr>
            <a:xfrm>
              <a:off x="4838500" y="861450"/>
              <a:ext cx="45925" cy="60550"/>
            </a:xfrm>
            <a:custGeom>
              <a:avLst/>
              <a:gdLst/>
              <a:ahLst/>
              <a:cxnLst/>
              <a:rect l="l" t="t" r="r" b="b"/>
              <a:pathLst>
                <a:path w="1837" h="2422" extrusionOk="0">
                  <a:moveTo>
                    <a:pt x="1107" y="296"/>
                  </a:moveTo>
                  <a:cubicBezTo>
                    <a:pt x="1490" y="991"/>
                    <a:pt x="1135" y="1951"/>
                    <a:pt x="407" y="2268"/>
                  </a:cubicBezTo>
                  <a:lnTo>
                    <a:pt x="407" y="2268"/>
                  </a:lnTo>
                  <a:cubicBezTo>
                    <a:pt x="385" y="1957"/>
                    <a:pt x="372" y="1621"/>
                    <a:pt x="419" y="1314"/>
                  </a:cubicBezTo>
                  <a:cubicBezTo>
                    <a:pt x="486" y="878"/>
                    <a:pt x="763" y="546"/>
                    <a:pt x="1107" y="296"/>
                  </a:cubicBezTo>
                  <a:close/>
                  <a:moveTo>
                    <a:pt x="1139" y="0"/>
                  </a:moveTo>
                  <a:cubicBezTo>
                    <a:pt x="1120" y="0"/>
                    <a:pt x="1100" y="5"/>
                    <a:pt x="1082" y="17"/>
                  </a:cubicBezTo>
                  <a:cubicBezTo>
                    <a:pt x="299" y="554"/>
                    <a:pt x="1" y="1422"/>
                    <a:pt x="238" y="2347"/>
                  </a:cubicBezTo>
                  <a:cubicBezTo>
                    <a:pt x="245" y="2375"/>
                    <a:pt x="263" y="2393"/>
                    <a:pt x="286" y="2403"/>
                  </a:cubicBezTo>
                  <a:lnTo>
                    <a:pt x="286" y="2403"/>
                  </a:lnTo>
                  <a:cubicBezTo>
                    <a:pt x="296" y="2414"/>
                    <a:pt x="312" y="2421"/>
                    <a:pt x="330" y="2421"/>
                  </a:cubicBezTo>
                  <a:cubicBezTo>
                    <a:pt x="335" y="2421"/>
                    <a:pt x="339" y="2421"/>
                    <a:pt x="343" y="2420"/>
                  </a:cubicBezTo>
                  <a:cubicBezTo>
                    <a:pt x="1371" y="2260"/>
                    <a:pt x="1837" y="872"/>
                    <a:pt x="1249" y="62"/>
                  </a:cubicBezTo>
                  <a:cubicBezTo>
                    <a:pt x="1224" y="27"/>
                    <a:pt x="1182" y="0"/>
                    <a:pt x="11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57"/>
            <p:cNvSpPr/>
            <p:nvPr/>
          </p:nvSpPr>
          <p:spPr>
            <a:xfrm>
              <a:off x="4838500" y="923900"/>
              <a:ext cx="45900" cy="60575"/>
            </a:xfrm>
            <a:custGeom>
              <a:avLst/>
              <a:gdLst/>
              <a:ahLst/>
              <a:cxnLst/>
              <a:rect l="l" t="t" r="r" b="b"/>
              <a:pathLst>
                <a:path w="1836" h="2423" extrusionOk="0">
                  <a:moveTo>
                    <a:pt x="407" y="155"/>
                  </a:moveTo>
                  <a:lnTo>
                    <a:pt x="407" y="155"/>
                  </a:lnTo>
                  <a:cubicBezTo>
                    <a:pt x="1134" y="472"/>
                    <a:pt x="1490" y="1433"/>
                    <a:pt x="1107" y="2127"/>
                  </a:cubicBezTo>
                  <a:lnTo>
                    <a:pt x="1107" y="2127"/>
                  </a:lnTo>
                  <a:cubicBezTo>
                    <a:pt x="767" y="1879"/>
                    <a:pt x="479" y="1542"/>
                    <a:pt x="419" y="1109"/>
                  </a:cubicBezTo>
                  <a:cubicBezTo>
                    <a:pt x="376" y="799"/>
                    <a:pt x="385" y="469"/>
                    <a:pt x="407" y="155"/>
                  </a:cubicBezTo>
                  <a:close/>
                  <a:moveTo>
                    <a:pt x="332" y="1"/>
                  </a:moveTo>
                  <a:cubicBezTo>
                    <a:pt x="313" y="1"/>
                    <a:pt x="297" y="8"/>
                    <a:pt x="287" y="19"/>
                  </a:cubicBezTo>
                  <a:lnTo>
                    <a:pt x="287" y="19"/>
                  </a:lnTo>
                  <a:cubicBezTo>
                    <a:pt x="264" y="28"/>
                    <a:pt x="245" y="47"/>
                    <a:pt x="238" y="75"/>
                  </a:cubicBezTo>
                  <a:cubicBezTo>
                    <a:pt x="1" y="1001"/>
                    <a:pt x="299" y="1869"/>
                    <a:pt x="1081" y="2405"/>
                  </a:cubicBezTo>
                  <a:cubicBezTo>
                    <a:pt x="1099" y="2417"/>
                    <a:pt x="1118" y="2422"/>
                    <a:pt x="1138" y="2422"/>
                  </a:cubicBezTo>
                  <a:cubicBezTo>
                    <a:pt x="1181" y="2422"/>
                    <a:pt x="1223" y="2396"/>
                    <a:pt x="1248" y="2362"/>
                  </a:cubicBezTo>
                  <a:cubicBezTo>
                    <a:pt x="1835" y="1551"/>
                    <a:pt x="1370"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57"/>
            <p:cNvSpPr/>
            <p:nvPr/>
          </p:nvSpPr>
          <p:spPr>
            <a:xfrm>
              <a:off x="4848575" y="883000"/>
              <a:ext cx="15825" cy="34700"/>
            </a:xfrm>
            <a:custGeom>
              <a:avLst/>
              <a:gdLst/>
              <a:ahLst/>
              <a:cxnLst/>
              <a:rect l="l" t="t" r="r" b="b"/>
              <a:pathLst>
                <a:path w="633" h="1388" extrusionOk="0">
                  <a:moveTo>
                    <a:pt x="606" y="0"/>
                  </a:moveTo>
                  <a:cubicBezTo>
                    <a:pt x="600" y="0"/>
                    <a:pt x="593" y="4"/>
                    <a:pt x="589" y="12"/>
                  </a:cubicBezTo>
                  <a:cubicBezTo>
                    <a:pt x="376" y="427"/>
                    <a:pt x="106" y="894"/>
                    <a:pt x="4" y="1355"/>
                  </a:cubicBezTo>
                  <a:cubicBezTo>
                    <a:pt x="1" y="1373"/>
                    <a:pt x="16" y="1387"/>
                    <a:pt x="31" y="1387"/>
                  </a:cubicBezTo>
                  <a:cubicBezTo>
                    <a:pt x="39" y="1387"/>
                    <a:pt x="46" y="1383"/>
                    <a:pt x="51" y="1375"/>
                  </a:cubicBezTo>
                  <a:cubicBezTo>
                    <a:pt x="292" y="963"/>
                    <a:pt x="436" y="470"/>
                    <a:pt x="626" y="32"/>
                  </a:cubicBezTo>
                  <a:cubicBezTo>
                    <a:pt x="633" y="16"/>
                    <a:pt x="61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57"/>
            <p:cNvSpPr/>
            <p:nvPr/>
          </p:nvSpPr>
          <p:spPr>
            <a:xfrm>
              <a:off x="4849425" y="926875"/>
              <a:ext cx="11450" cy="30450"/>
            </a:xfrm>
            <a:custGeom>
              <a:avLst/>
              <a:gdLst/>
              <a:ahLst/>
              <a:cxnLst/>
              <a:rect l="l" t="t" r="r" b="b"/>
              <a:pathLst>
                <a:path w="458" h="1218" extrusionOk="0">
                  <a:moveTo>
                    <a:pt x="29" y="1"/>
                  </a:moveTo>
                  <a:cubicBezTo>
                    <a:pt x="14" y="1"/>
                    <a:pt x="1" y="12"/>
                    <a:pt x="5" y="31"/>
                  </a:cubicBezTo>
                  <a:cubicBezTo>
                    <a:pt x="91" y="430"/>
                    <a:pt x="241" y="851"/>
                    <a:pt x="434" y="1212"/>
                  </a:cubicBezTo>
                  <a:cubicBezTo>
                    <a:pt x="436" y="1216"/>
                    <a:pt x="440" y="1218"/>
                    <a:pt x="444" y="1218"/>
                  </a:cubicBezTo>
                  <a:cubicBezTo>
                    <a:pt x="451" y="1218"/>
                    <a:pt x="458" y="1211"/>
                    <a:pt x="456" y="1203"/>
                  </a:cubicBezTo>
                  <a:cubicBezTo>
                    <a:pt x="346" y="807"/>
                    <a:pt x="205" y="401"/>
                    <a:pt x="55" y="18"/>
                  </a:cubicBezTo>
                  <a:cubicBezTo>
                    <a:pt x="50"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57"/>
            <p:cNvSpPr/>
            <p:nvPr/>
          </p:nvSpPr>
          <p:spPr>
            <a:xfrm>
              <a:off x="4775400" y="861450"/>
              <a:ext cx="45900" cy="60550"/>
            </a:xfrm>
            <a:custGeom>
              <a:avLst/>
              <a:gdLst/>
              <a:ahLst/>
              <a:cxnLst/>
              <a:rect l="l" t="t" r="r" b="b"/>
              <a:pathLst>
                <a:path w="1836" h="2422" extrusionOk="0">
                  <a:moveTo>
                    <a:pt x="1107" y="296"/>
                  </a:moveTo>
                  <a:lnTo>
                    <a:pt x="1107" y="296"/>
                  </a:lnTo>
                  <a:cubicBezTo>
                    <a:pt x="1490" y="991"/>
                    <a:pt x="1134" y="1950"/>
                    <a:pt x="407" y="2267"/>
                  </a:cubicBezTo>
                  <a:lnTo>
                    <a:pt x="407" y="2267"/>
                  </a:lnTo>
                  <a:cubicBezTo>
                    <a:pt x="385" y="1957"/>
                    <a:pt x="372" y="1621"/>
                    <a:pt x="419" y="1314"/>
                  </a:cubicBezTo>
                  <a:cubicBezTo>
                    <a:pt x="486" y="878"/>
                    <a:pt x="763" y="546"/>
                    <a:pt x="1107" y="296"/>
                  </a:cubicBezTo>
                  <a:close/>
                  <a:moveTo>
                    <a:pt x="1137" y="0"/>
                  </a:moveTo>
                  <a:cubicBezTo>
                    <a:pt x="1118" y="0"/>
                    <a:pt x="1099" y="5"/>
                    <a:pt x="1081" y="17"/>
                  </a:cubicBezTo>
                  <a:cubicBezTo>
                    <a:pt x="299" y="554"/>
                    <a:pt x="1" y="1422"/>
                    <a:pt x="238" y="2347"/>
                  </a:cubicBezTo>
                  <a:cubicBezTo>
                    <a:pt x="245" y="2375"/>
                    <a:pt x="263" y="2394"/>
                    <a:pt x="286" y="2403"/>
                  </a:cubicBezTo>
                  <a:lnTo>
                    <a:pt x="286" y="2403"/>
                  </a:lnTo>
                  <a:cubicBezTo>
                    <a:pt x="297" y="2414"/>
                    <a:pt x="312" y="2421"/>
                    <a:pt x="331" y="2421"/>
                  </a:cubicBezTo>
                  <a:cubicBezTo>
                    <a:pt x="335" y="2421"/>
                    <a:pt x="339" y="2421"/>
                    <a:pt x="343" y="2420"/>
                  </a:cubicBezTo>
                  <a:cubicBezTo>
                    <a:pt x="1370" y="2260"/>
                    <a:pt x="1835" y="872"/>
                    <a:pt x="1248" y="62"/>
                  </a:cubicBezTo>
                  <a:cubicBezTo>
                    <a:pt x="1222" y="27"/>
                    <a:pt x="1180" y="0"/>
                    <a:pt x="11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57"/>
            <p:cNvSpPr/>
            <p:nvPr/>
          </p:nvSpPr>
          <p:spPr>
            <a:xfrm>
              <a:off x="4775400" y="923900"/>
              <a:ext cx="45900" cy="60575"/>
            </a:xfrm>
            <a:custGeom>
              <a:avLst/>
              <a:gdLst/>
              <a:ahLst/>
              <a:cxnLst/>
              <a:rect l="l" t="t" r="r" b="b"/>
              <a:pathLst>
                <a:path w="1836" h="2423" extrusionOk="0">
                  <a:moveTo>
                    <a:pt x="407" y="155"/>
                  </a:moveTo>
                  <a:cubicBezTo>
                    <a:pt x="1134" y="472"/>
                    <a:pt x="1489" y="1433"/>
                    <a:pt x="1107" y="2127"/>
                  </a:cubicBezTo>
                  <a:lnTo>
                    <a:pt x="1107" y="2127"/>
                  </a:lnTo>
                  <a:cubicBezTo>
                    <a:pt x="765" y="1879"/>
                    <a:pt x="479" y="1542"/>
                    <a:pt x="419" y="1109"/>
                  </a:cubicBezTo>
                  <a:cubicBezTo>
                    <a:pt x="376" y="799"/>
                    <a:pt x="385" y="469"/>
                    <a:pt x="407" y="155"/>
                  </a:cubicBezTo>
                  <a:close/>
                  <a:moveTo>
                    <a:pt x="332" y="1"/>
                  </a:moveTo>
                  <a:cubicBezTo>
                    <a:pt x="313" y="1"/>
                    <a:pt x="298" y="8"/>
                    <a:pt x="287" y="19"/>
                  </a:cubicBezTo>
                  <a:lnTo>
                    <a:pt x="287" y="19"/>
                  </a:lnTo>
                  <a:cubicBezTo>
                    <a:pt x="264" y="28"/>
                    <a:pt x="245" y="46"/>
                    <a:pt x="238" y="75"/>
                  </a:cubicBezTo>
                  <a:cubicBezTo>
                    <a:pt x="1" y="1001"/>
                    <a:pt x="299" y="1869"/>
                    <a:pt x="1081" y="2405"/>
                  </a:cubicBezTo>
                  <a:cubicBezTo>
                    <a:pt x="1099" y="2417"/>
                    <a:pt x="1119" y="2422"/>
                    <a:pt x="1138" y="2422"/>
                  </a:cubicBezTo>
                  <a:cubicBezTo>
                    <a:pt x="1181" y="2422"/>
                    <a:pt x="1223" y="2396"/>
                    <a:pt x="1248" y="2362"/>
                  </a:cubicBezTo>
                  <a:cubicBezTo>
                    <a:pt x="1835" y="1551"/>
                    <a:pt x="1370" y="163"/>
                    <a:pt x="343" y="2"/>
                  </a:cubicBezTo>
                  <a:cubicBezTo>
                    <a:pt x="339" y="1"/>
                    <a:pt x="335" y="1"/>
                    <a:pt x="3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57"/>
            <p:cNvSpPr/>
            <p:nvPr/>
          </p:nvSpPr>
          <p:spPr>
            <a:xfrm>
              <a:off x="4785450" y="883000"/>
              <a:ext cx="15825" cy="34700"/>
            </a:xfrm>
            <a:custGeom>
              <a:avLst/>
              <a:gdLst/>
              <a:ahLst/>
              <a:cxnLst/>
              <a:rect l="l" t="t" r="r" b="b"/>
              <a:pathLst>
                <a:path w="633" h="1388" extrusionOk="0">
                  <a:moveTo>
                    <a:pt x="606" y="0"/>
                  </a:moveTo>
                  <a:cubicBezTo>
                    <a:pt x="600" y="0"/>
                    <a:pt x="594" y="4"/>
                    <a:pt x="590" y="12"/>
                  </a:cubicBezTo>
                  <a:cubicBezTo>
                    <a:pt x="375" y="427"/>
                    <a:pt x="107" y="894"/>
                    <a:pt x="5" y="1355"/>
                  </a:cubicBezTo>
                  <a:cubicBezTo>
                    <a:pt x="1" y="1373"/>
                    <a:pt x="16" y="1387"/>
                    <a:pt x="31" y="1387"/>
                  </a:cubicBezTo>
                  <a:cubicBezTo>
                    <a:pt x="39" y="1387"/>
                    <a:pt x="47" y="1383"/>
                    <a:pt x="52" y="1375"/>
                  </a:cubicBezTo>
                  <a:cubicBezTo>
                    <a:pt x="292" y="963"/>
                    <a:pt x="435" y="470"/>
                    <a:pt x="626" y="32"/>
                  </a:cubicBezTo>
                  <a:cubicBezTo>
                    <a:pt x="633" y="16"/>
                    <a:pt x="61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57"/>
            <p:cNvSpPr/>
            <p:nvPr/>
          </p:nvSpPr>
          <p:spPr>
            <a:xfrm>
              <a:off x="4786325" y="926875"/>
              <a:ext cx="11475" cy="30450"/>
            </a:xfrm>
            <a:custGeom>
              <a:avLst/>
              <a:gdLst/>
              <a:ahLst/>
              <a:cxnLst/>
              <a:rect l="l" t="t" r="r" b="b"/>
              <a:pathLst>
                <a:path w="459" h="1218" extrusionOk="0">
                  <a:moveTo>
                    <a:pt x="29" y="1"/>
                  </a:moveTo>
                  <a:cubicBezTo>
                    <a:pt x="14" y="1"/>
                    <a:pt x="1" y="12"/>
                    <a:pt x="5" y="31"/>
                  </a:cubicBezTo>
                  <a:cubicBezTo>
                    <a:pt x="91" y="430"/>
                    <a:pt x="241" y="851"/>
                    <a:pt x="434" y="1212"/>
                  </a:cubicBezTo>
                  <a:cubicBezTo>
                    <a:pt x="436" y="1216"/>
                    <a:pt x="440" y="1218"/>
                    <a:pt x="444" y="1218"/>
                  </a:cubicBezTo>
                  <a:cubicBezTo>
                    <a:pt x="451" y="1218"/>
                    <a:pt x="458" y="1211"/>
                    <a:pt x="456" y="1203"/>
                  </a:cubicBezTo>
                  <a:cubicBezTo>
                    <a:pt x="346" y="807"/>
                    <a:pt x="205" y="401"/>
                    <a:pt x="54" y="18"/>
                  </a:cubicBezTo>
                  <a:cubicBezTo>
                    <a:pt x="49" y="6"/>
                    <a:pt x="39" y="1"/>
                    <a:pt x="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57"/>
            <p:cNvSpPr/>
            <p:nvPr/>
          </p:nvSpPr>
          <p:spPr>
            <a:xfrm>
              <a:off x="4664750" y="921225"/>
              <a:ext cx="25" cy="25"/>
            </a:xfrm>
            <a:custGeom>
              <a:avLst/>
              <a:gdLst/>
              <a:ahLst/>
              <a:cxnLst/>
              <a:rect l="l" t="t" r="r" b="b"/>
              <a:pathLst>
                <a:path w="1" h="1" extrusionOk="0">
                  <a:moveTo>
                    <a:pt x="0" y="1"/>
                  </a:move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57"/>
            <p:cNvSpPr/>
            <p:nvPr/>
          </p:nvSpPr>
          <p:spPr>
            <a:xfrm>
              <a:off x="4637750" y="900275"/>
              <a:ext cx="54025" cy="41925"/>
            </a:xfrm>
            <a:custGeom>
              <a:avLst/>
              <a:gdLst/>
              <a:ahLst/>
              <a:cxnLst/>
              <a:rect l="l" t="t" r="r" b="b"/>
              <a:pathLst>
                <a:path w="2161" h="1677" extrusionOk="0">
                  <a:moveTo>
                    <a:pt x="1080" y="1"/>
                  </a:moveTo>
                  <a:cubicBezTo>
                    <a:pt x="1" y="1"/>
                    <a:pt x="0" y="1676"/>
                    <a:pt x="1080" y="1676"/>
                  </a:cubicBezTo>
                  <a:cubicBezTo>
                    <a:pt x="2158" y="1676"/>
                    <a:pt x="2161" y="1"/>
                    <a:pt x="10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205"/>
        <p:cNvGrpSpPr/>
        <p:nvPr/>
      </p:nvGrpSpPr>
      <p:grpSpPr>
        <a:xfrm>
          <a:off x="0" y="0"/>
          <a:ext cx="0" cy="0"/>
          <a:chOff x="0" y="0"/>
          <a:chExt cx="0" cy="0"/>
        </a:xfrm>
      </p:grpSpPr>
      <p:sp>
        <p:nvSpPr>
          <p:cNvPr id="1206" name="Google Shape;1206;p58"/>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Clr>
                <a:schemeClr val="dk1"/>
              </a:buClr>
              <a:buSzPts val="1100"/>
              <a:buFont typeface="Arial"/>
              <a:buNone/>
            </a:pPr>
            <a:r>
              <a:rPr lang="en" sz="1200"/>
              <a:t>Did you like the resources on this template? Get them for free at our other websites.</a:t>
            </a:r>
            <a:endParaRPr sz="1800">
              <a:latin typeface="Bebas Neue"/>
              <a:ea typeface="Bebas Neue"/>
              <a:cs typeface="Bebas Neue"/>
              <a:sym typeface="Bebas Neue"/>
            </a:endParaRPr>
          </a:p>
          <a:p>
            <a:pPr marL="0" lvl="0" indent="0" algn="l" rtl="0">
              <a:lnSpc>
                <a:spcPct val="115000"/>
              </a:lnSpc>
              <a:spcBef>
                <a:spcPts val="0"/>
              </a:spcBef>
              <a:spcAft>
                <a:spcPts val="0"/>
              </a:spcAft>
              <a:buNone/>
            </a:pPr>
            <a:r>
              <a:rPr lang="en" sz="1800" b="1">
                <a:solidFill>
                  <a:schemeClr val="dk2"/>
                </a:solidFill>
                <a:latin typeface="Quicksand"/>
                <a:ea typeface="Quicksand"/>
                <a:cs typeface="Quicksand"/>
                <a:sym typeface="Quicksand"/>
              </a:rPr>
              <a:t>Vectors</a:t>
            </a:r>
            <a:endParaRPr sz="1800" b="1">
              <a:solidFill>
                <a:schemeClr val="dk2"/>
              </a:solidFill>
              <a:latin typeface="Quicksand"/>
              <a:ea typeface="Quicksand"/>
              <a:cs typeface="Quicksand"/>
              <a:sym typeface="Quicksand"/>
            </a:endParaRPr>
          </a:p>
          <a:p>
            <a:pPr marL="241300" lvl="0" indent="-203200" algn="l" rtl="0">
              <a:lnSpc>
                <a:spcPct val="115000"/>
              </a:lnSpc>
              <a:spcBef>
                <a:spcPts val="300"/>
              </a:spcBef>
              <a:spcAft>
                <a:spcPts val="0"/>
              </a:spcAft>
              <a:buSzPts val="1200"/>
              <a:buFont typeface="Anaheim"/>
              <a:buChar char="●"/>
            </a:pPr>
            <a:r>
              <a:rPr lang="en" sz="1200">
                <a:uFill>
                  <a:noFill/>
                </a:uFill>
                <a:hlinkClick r:id="rId3"/>
              </a:rPr>
              <a:t>Flat design formal wedding invitations</a:t>
            </a:r>
            <a:endParaRPr sz="1800"/>
          </a:p>
          <a:p>
            <a:pPr marL="0" lvl="0" indent="0" algn="l" rtl="0">
              <a:lnSpc>
                <a:spcPct val="115000"/>
              </a:lnSpc>
              <a:spcBef>
                <a:spcPts val="300"/>
              </a:spcBef>
              <a:spcAft>
                <a:spcPts val="0"/>
              </a:spcAft>
              <a:buNone/>
            </a:pPr>
            <a:r>
              <a:rPr lang="en" sz="1800" b="1">
                <a:solidFill>
                  <a:schemeClr val="dk2"/>
                </a:solidFill>
                <a:latin typeface="Quicksand"/>
                <a:ea typeface="Quicksand"/>
                <a:cs typeface="Quicksand"/>
                <a:sym typeface="Quicksand"/>
              </a:rPr>
              <a:t>Photos</a:t>
            </a:r>
            <a:endParaRPr sz="1800" b="1">
              <a:solidFill>
                <a:schemeClr val="dk2"/>
              </a:solidFill>
              <a:latin typeface="Quicksand"/>
              <a:ea typeface="Quicksand"/>
              <a:cs typeface="Quicksand"/>
              <a:sym typeface="Quicksand"/>
            </a:endParaRPr>
          </a:p>
          <a:p>
            <a:pPr marL="241300" lvl="0" indent="-203200" algn="l" rtl="0">
              <a:lnSpc>
                <a:spcPct val="115000"/>
              </a:lnSpc>
              <a:spcBef>
                <a:spcPts val="300"/>
              </a:spcBef>
              <a:spcAft>
                <a:spcPts val="0"/>
              </a:spcAft>
              <a:buSzPts val="1200"/>
              <a:buFont typeface="Anaheim"/>
              <a:buChar char="●"/>
            </a:pPr>
            <a:r>
              <a:rPr lang="en" sz="1200">
                <a:uFill>
                  <a:noFill/>
                </a:uFill>
                <a:hlinkClick r:id="rId4"/>
              </a:rPr>
              <a:t>Crop woman drinking and reading at table</a:t>
            </a:r>
            <a:endParaRPr sz="1200"/>
          </a:p>
          <a:p>
            <a:pPr marL="241300" lvl="0" indent="-203200" algn="l" rtl="0">
              <a:lnSpc>
                <a:spcPct val="115000"/>
              </a:lnSpc>
              <a:spcBef>
                <a:spcPts val="300"/>
              </a:spcBef>
              <a:spcAft>
                <a:spcPts val="0"/>
              </a:spcAft>
              <a:buSzPts val="1200"/>
              <a:buFont typeface="Anaheim"/>
              <a:buChar char="●"/>
            </a:pPr>
            <a:r>
              <a:rPr lang="en" sz="1200">
                <a:uFill>
                  <a:noFill/>
                </a:uFill>
                <a:hlinkClick r:id="rId5"/>
              </a:rPr>
              <a:t>University colleagues talking in the library</a:t>
            </a:r>
            <a:endParaRPr sz="1200"/>
          </a:p>
          <a:p>
            <a:pPr marL="0" lvl="0" indent="0" algn="l" rtl="0">
              <a:lnSpc>
                <a:spcPct val="115000"/>
              </a:lnSpc>
              <a:spcBef>
                <a:spcPts val="300"/>
              </a:spcBef>
              <a:spcAft>
                <a:spcPts val="0"/>
              </a:spcAft>
              <a:buNone/>
            </a:pPr>
            <a:endParaRPr sz="1100">
              <a:solidFill>
                <a:schemeClr val="dk1"/>
              </a:solidFill>
            </a:endParaRPr>
          </a:p>
        </p:txBody>
      </p:sp>
      <p:sp>
        <p:nvSpPr>
          <p:cNvPr id="1207" name="Google Shape;1207;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1208" name="Google Shape;1208;p58"/>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
              <a:t>31</a:t>
            </a:fld>
            <a:endParaRPr/>
          </a:p>
        </p:txBody>
      </p:sp>
    </p:spTree>
  </p:cSld>
  <p:clrMapOvr>
    <a:masterClrMapping/>
  </p:clrMapOvr>
</p:sld>
</file>

<file path=ppt/theme/theme1.xml><?xml version="1.0" encoding="utf-8"?>
<a:theme xmlns:a="http://schemas.openxmlformats.org/drawingml/2006/main" name="Elegant Bachelor Thesis by Slidesgo">
  <a:themeElements>
    <a:clrScheme name="Simple Light">
      <a:dk1>
        <a:srgbClr val="5C5C5F"/>
      </a:dk1>
      <a:lt1>
        <a:srgbClr val="D8CEC9"/>
      </a:lt1>
      <a:dk2>
        <a:srgbClr val="927C71"/>
      </a:dk2>
      <a:lt2>
        <a:srgbClr val="FAFAFA"/>
      </a:lt2>
      <a:accent1>
        <a:srgbClr val="C99A7D"/>
      </a:accent1>
      <a:accent2>
        <a:srgbClr val="FFFFFF"/>
      </a:accent2>
      <a:accent3>
        <a:srgbClr val="FFFFFF"/>
      </a:accent3>
      <a:accent4>
        <a:srgbClr val="FFFFFF"/>
      </a:accent4>
      <a:accent5>
        <a:srgbClr val="FFFFFF"/>
      </a:accent5>
      <a:accent6>
        <a:srgbClr val="FFFFFF"/>
      </a:accent6>
      <a:hlink>
        <a:srgbClr val="33333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1877</Words>
  <Application>Microsoft Office PowerPoint</Application>
  <PresentationFormat>如螢幕大小 (16:9)</PresentationFormat>
  <Paragraphs>285</Paragraphs>
  <Slides>31</Slides>
  <Notes>30</Notes>
  <HiddenSlides>0</HiddenSlides>
  <MMClips>0</MMClips>
  <ScaleCrop>false</ScaleCrop>
  <HeadingPairs>
    <vt:vector size="6" baseType="variant">
      <vt:variant>
        <vt:lpstr>使用字型</vt:lpstr>
      </vt:variant>
      <vt:variant>
        <vt:i4>11</vt:i4>
      </vt:variant>
      <vt:variant>
        <vt:lpstr>佈景主題</vt:lpstr>
      </vt:variant>
      <vt:variant>
        <vt:i4>1</vt:i4>
      </vt:variant>
      <vt:variant>
        <vt:lpstr>投影片標題</vt:lpstr>
      </vt:variant>
      <vt:variant>
        <vt:i4>31</vt:i4>
      </vt:variant>
    </vt:vector>
  </HeadingPairs>
  <TitlesOfParts>
    <vt:vector size="43" baseType="lpstr">
      <vt:lpstr>Anaheim</vt:lpstr>
      <vt:lpstr>Quicksand</vt:lpstr>
      <vt:lpstr>Lato</vt:lpstr>
      <vt:lpstr>Nunito Light</vt:lpstr>
      <vt:lpstr>Arial</vt:lpstr>
      <vt:lpstr>PT Sans</vt:lpstr>
      <vt:lpstr>Nunito</vt:lpstr>
      <vt:lpstr>Mulish</vt:lpstr>
      <vt:lpstr>IBM Plex Sans</vt:lpstr>
      <vt:lpstr>Bebas Neue</vt:lpstr>
      <vt:lpstr>DM Sans</vt:lpstr>
      <vt:lpstr>Elegant Bachelor Thesis by Slidesgo</vt:lpstr>
      <vt:lpstr>Elegant Bachelor Thesis</vt:lpstr>
      <vt:lpstr>PowerPoint 簡報</vt:lpstr>
      <vt:lpstr>Contents of this template</vt:lpstr>
      <vt:lpstr>Table of contents</vt:lpstr>
      <vt:lpstr>Statement</vt:lpstr>
      <vt:lpstr>Purpose statement</vt:lpstr>
      <vt:lpstr>—Someone Famous</vt:lpstr>
      <vt:lpstr>98,300,000</vt:lpstr>
      <vt:lpstr>9h 55m 23s</vt:lpstr>
      <vt:lpstr>A picture always reinforces  the concept</vt:lpstr>
      <vt:lpstr>A picture is worth a thousand words</vt:lpstr>
      <vt:lpstr>Awesome words</vt:lpstr>
      <vt:lpstr>Current situation &amp; problems statement</vt:lpstr>
      <vt:lpstr>Hypotheses</vt:lpstr>
      <vt:lpstr>Study objectives</vt:lpstr>
      <vt:lpstr>Reviewing concepts is a good idea</vt:lpstr>
      <vt:lpstr>Literature review</vt:lpstr>
      <vt:lpstr>Theoretical framework</vt:lpstr>
      <vt:lpstr>Schedule</vt:lpstr>
      <vt:lpstr>Methodology</vt:lpstr>
      <vt:lpstr>Analysis &amp; development</vt:lpstr>
      <vt:lpstr>Analysis &amp; development</vt:lpstr>
      <vt:lpstr>Analysis of the results</vt:lpstr>
      <vt:lpstr>This is a map</vt:lpstr>
      <vt:lpstr>Discussion</vt:lpstr>
      <vt:lpstr>Conclusions</vt:lpstr>
      <vt:lpstr>Bibliographical references</vt:lpstr>
      <vt:lpstr>Mockups</vt:lpstr>
      <vt:lpstr>Thanks!</vt:lpstr>
      <vt:lpstr>Alternative resources</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Aaron Dai</dc:creator>
  <cp:lastModifiedBy>Aaron Dai</cp:lastModifiedBy>
  <cp:revision>3</cp:revision>
  <dcterms:modified xsi:type="dcterms:W3CDTF">2025-12-01T08:54:14Z</dcterms:modified>
</cp:coreProperties>
</file>