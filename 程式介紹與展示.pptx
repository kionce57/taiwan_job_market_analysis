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3"/>
  </p:notesMasterIdLst>
  <p:sldIdLst>
    <p:sldId id="256" r:id="rId2"/>
    <p:sldId id="259" r:id="rId3"/>
    <p:sldId id="305" r:id="rId4"/>
    <p:sldId id="260" r:id="rId5"/>
    <p:sldId id="306" r:id="rId6"/>
    <p:sldId id="307" r:id="rId7"/>
    <p:sldId id="304" r:id="rId8"/>
    <p:sldId id="308" r:id="rId9"/>
    <p:sldId id="257" r:id="rId10"/>
    <p:sldId id="261" r:id="rId11"/>
    <p:sldId id="284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Mulish" panose="02020500000000000000" charset="0"/>
      <p:regular r:id="rId15"/>
      <p:bold r:id="rId16"/>
      <p:italic r:id="rId17"/>
      <p:boldItalic r:id="rId18"/>
    </p:embeddedFont>
    <p:embeddedFont>
      <p:font typeface="Nunito Light" pitchFamily="2" charset="0"/>
      <p:regular r:id="rId19"/>
      <p:italic r:id="rId20"/>
    </p:embeddedFont>
    <p:embeddedFont>
      <p:font typeface="Quicksand" panose="02020500000000000000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aron Dai" initials="AD" lastIdx="2" clrIdx="0">
    <p:extLst>
      <p:ext uri="{19B8F6BF-5375-455C-9EA6-DF929625EA0E}">
        <p15:presenceInfo xmlns:p15="http://schemas.microsoft.com/office/powerpoint/2012/main" userId="7736247026291f5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147E4A-F1A0-4772-A7C4-912096BC5CC2}">
  <a:tblStyle styleId="{38147E4A-F1A0-4772-A7C4-912096BC5C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79" d="100"/>
          <a:sy n="179" d="100"/>
        </p:scale>
        <p:origin x="353" y="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283" name="Google Shape;28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161ca7da69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27" name="Google Shape;327;g2161ca7da69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>
          <a:extLst>
            <a:ext uri="{FF2B5EF4-FFF2-40B4-BE49-F238E27FC236}">
              <a16:creationId xmlns:a16="http://schemas.microsoft.com/office/drawing/2014/main" id="{9F6C415E-0B8F-23B7-C095-75A402569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>
            <a:extLst>
              <a:ext uri="{FF2B5EF4-FFF2-40B4-BE49-F238E27FC236}">
                <a16:creationId xmlns:a16="http://schemas.microsoft.com/office/drawing/2014/main" id="{E646AC6B-7A99-6E41-72DB-BA55117C61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03" name="Google Shape;303;gd431007ba2_0_215:notes">
            <a:extLst>
              <a:ext uri="{FF2B5EF4-FFF2-40B4-BE49-F238E27FC236}">
                <a16:creationId xmlns:a16="http://schemas.microsoft.com/office/drawing/2014/main" id="{C1F31614-F683-5187-41EB-15B8C39E8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5215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39" name="Google Shape;339;g133f6155f6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8765FC50-9997-6C76-CAB9-20AF5D6D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EF2D493E-3A09-F045-C828-56D047C1EC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33FA4DC2-1B49-3339-A733-0F545EB5E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7401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E5791EE-45EE-537D-9B57-2D806D051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33f6155f6d_0_30:notes">
            <a:extLst>
              <a:ext uri="{FF2B5EF4-FFF2-40B4-BE49-F238E27FC236}">
                <a16:creationId xmlns:a16="http://schemas.microsoft.com/office/drawing/2014/main" id="{93DCD6C5-CDD2-70B1-C5AF-B2D09586EC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39" name="Google Shape;339;g133f6155f6d_0_30:notes">
            <a:extLst>
              <a:ext uri="{FF2B5EF4-FFF2-40B4-BE49-F238E27FC236}">
                <a16:creationId xmlns:a16="http://schemas.microsoft.com/office/drawing/2014/main" id="{A1FD0208-A2F2-7964-9AAD-3D1C8CD266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586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>
          <a:extLst>
            <a:ext uri="{FF2B5EF4-FFF2-40B4-BE49-F238E27FC236}">
              <a16:creationId xmlns:a16="http://schemas.microsoft.com/office/drawing/2014/main" id="{4B8B47C6-0DE6-7E5D-DDE9-57518D26E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>
            <a:extLst>
              <a:ext uri="{FF2B5EF4-FFF2-40B4-BE49-F238E27FC236}">
                <a16:creationId xmlns:a16="http://schemas.microsoft.com/office/drawing/2014/main" id="{8139641A-7950-E38F-F172-4F8A5250E8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51" name="Google Shape;351;ged9256fe6f_0_23:notes">
            <a:extLst>
              <a:ext uri="{FF2B5EF4-FFF2-40B4-BE49-F238E27FC236}">
                <a16:creationId xmlns:a16="http://schemas.microsoft.com/office/drawing/2014/main" id="{07C478F5-38FF-FCC6-6B02-3A98895327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55447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ed9256fe6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351" name="Google Shape;351;ged9256fe6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zh-TW" altLang="en-US"/>
          </a:p>
        </p:txBody>
      </p:sp>
      <p:sp>
        <p:nvSpPr>
          <p:cNvPr id="821" name="Google Shape;821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609200" y="1424875"/>
            <a:ext cx="5925600" cy="2079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72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609200" y="3573775"/>
            <a:ext cx="59427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3579950" y="1854500"/>
            <a:ext cx="3604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1959250" y="1854500"/>
            <a:ext cx="11898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59250" y="2939075"/>
            <a:ext cx="5225400" cy="446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 rot="10800000">
            <a:off x="8761325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" name="Google Shape;19;p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0" name="Google Shape;20;p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5" name="Google Shape;25;p3"/>
          <p:cNvCxnSpPr/>
          <p:nvPr/>
        </p:nvCxnSpPr>
        <p:spPr>
          <a:xfrm rot="10800000">
            <a:off x="394350" y="2079300"/>
            <a:ext cx="0" cy="9849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" name="Google Shape;28;p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9" name="Google Shape;29;p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" name="Google Shape;30;p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31" name="Google Shape;31;p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34" name="Google Shape;34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 Light"/>
              <a:buChar char="●"/>
              <a:defRPr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C800"/>
              </a:buClr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9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1"/>
          </p:nvPr>
        </p:nvSpPr>
        <p:spPr>
          <a:xfrm>
            <a:off x="713225" y="20181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2"/>
          </p:nvPr>
        </p:nvSpPr>
        <p:spPr>
          <a:xfrm>
            <a:off x="713225" y="3870728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3"/>
          </p:nvPr>
        </p:nvSpPr>
        <p:spPr>
          <a:xfrm>
            <a:off x="3359125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subTitle" idx="4"/>
          </p:nvPr>
        </p:nvSpPr>
        <p:spPr>
          <a:xfrm>
            <a:off x="3359125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1141288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title" idx="6" hasCustomPrompt="1"/>
          </p:nvPr>
        </p:nvSpPr>
        <p:spPr>
          <a:xfrm>
            <a:off x="33591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3"/>
          <p:cNvSpPr txBox="1">
            <a:spLocks noGrp="1"/>
          </p:cNvSpPr>
          <p:nvPr>
            <p:ph type="title" idx="7" hasCustomPrompt="1"/>
          </p:nvPr>
        </p:nvSpPr>
        <p:spPr>
          <a:xfrm>
            <a:off x="713225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8" hasCustomPrompt="1"/>
          </p:nvPr>
        </p:nvSpPr>
        <p:spPr>
          <a:xfrm>
            <a:off x="3359125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subTitle" idx="9"/>
          </p:nvPr>
        </p:nvSpPr>
        <p:spPr>
          <a:xfrm>
            <a:off x="5997638" y="38707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3"/>
          </p:nvPr>
        </p:nvSpPr>
        <p:spPr>
          <a:xfrm>
            <a:off x="5997638" y="2018025"/>
            <a:ext cx="2426100" cy="538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title" idx="14" hasCustomPrompt="1"/>
          </p:nvPr>
        </p:nvSpPr>
        <p:spPr>
          <a:xfrm>
            <a:off x="5997638" y="2994063"/>
            <a:ext cx="656100" cy="43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15" hasCustomPrompt="1"/>
          </p:nvPr>
        </p:nvSpPr>
        <p:spPr>
          <a:xfrm>
            <a:off x="5997638" y="1142055"/>
            <a:ext cx="6561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6"/>
          </p:nvPr>
        </p:nvSpPr>
        <p:spPr>
          <a:xfrm>
            <a:off x="7132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17"/>
          </p:nvPr>
        </p:nvSpPr>
        <p:spPr>
          <a:xfrm>
            <a:off x="713225" y="3447136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18"/>
          </p:nvPr>
        </p:nvSpPr>
        <p:spPr>
          <a:xfrm>
            <a:off x="3359125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19"/>
          </p:nvPr>
        </p:nvSpPr>
        <p:spPr>
          <a:xfrm>
            <a:off x="3359125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20"/>
          </p:nvPr>
        </p:nvSpPr>
        <p:spPr>
          <a:xfrm>
            <a:off x="5997638" y="3447125"/>
            <a:ext cx="2423100" cy="4284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21"/>
          </p:nvPr>
        </p:nvSpPr>
        <p:spPr>
          <a:xfrm>
            <a:off x="5997638" y="1594575"/>
            <a:ext cx="2423100" cy="438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16" name="Google Shape;116;p13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17" name="Google Shape;117;p13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8" name="Google Shape;118;p13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19" name="Google Shape;119;p13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0" name="Google Shape;120;p1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1" name="Google Shape;121;p13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4" name="Google Shape;124;p1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5" name="Google Shape;125;p1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6" name="Google Shape;126;p1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7" name="Google Shape;127;p1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28" name="Google Shape;128;p1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1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30" name="Google Shape;130;p14"/>
          <p:cNvSpPr txBox="1">
            <a:spLocks noGrp="1"/>
          </p:cNvSpPr>
          <p:nvPr>
            <p:ph type="title"/>
          </p:nvPr>
        </p:nvSpPr>
        <p:spPr>
          <a:xfrm>
            <a:off x="969900" y="3387600"/>
            <a:ext cx="7204200" cy="5319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1" name="Google Shape;131;p14"/>
          <p:cNvSpPr txBox="1">
            <a:spLocks noGrp="1"/>
          </p:cNvSpPr>
          <p:nvPr>
            <p:ph type="subTitle" idx="1"/>
          </p:nvPr>
        </p:nvSpPr>
        <p:spPr>
          <a:xfrm>
            <a:off x="969900" y="1312625"/>
            <a:ext cx="7204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1" name="Google Shape;171;p18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72" name="Google Shape;172;p18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174" name="Google Shape;174;p18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dk2"/>
                </a:solidFill>
              </a:defRPr>
            </a:lvl1pPr>
            <a:lvl2pPr lvl="1" algn="ctr" rtl="0">
              <a:buNone/>
              <a:defRPr>
                <a:solidFill>
                  <a:schemeClr val="dk2"/>
                </a:solidFill>
              </a:defRPr>
            </a:lvl2pPr>
            <a:lvl3pPr lvl="2" algn="ctr" rtl="0">
              <a:buNone/>
              <a:defRPr>
                <a:solidFill>
                  <a:schemeClr val="dk2"/>
                </a:solidFill>
              </a:defRPr>
            </a:lvl3pPr>
            <a:lvl4pPr lvl="3" algn="ctr" rtl="0">
              <a:buNone/>
              <a:defRPr>
                <a:solidFill>
                  <a:schemeClr val="dk2"/>
                </a:solidFill>
              </a:defRPr>
            </a:lvl4pPr>
            <a:lvl5pPr lvl="4" algn="ctr" rtl="0">
              <a:buNone/>
              <a:defRPr>
                <a:solidFill>
                  <a:schemeClr val="dk2"/>
                </a:solidFill>
              </a:defRPr>
            </a:lvl5pPr>
            <a:lvl6pPr lvl="5" algn="ctr" rtl="0">
              <a:buNone/>
              <a:defRPr>
                <a:solidFill>
                  <a:schemeClr val="dk2"/>
                </a:solidFill>
              </a:defRPr>
            </a:lvl6pPr>
            <a:lvl7pPr lvl="6" algn="ctr" rtl="0">
              <a:buNone/>
              <a:defRPr>
                <a:solidFill>
                  <a:schemeClr val="dk2"/>
                </a:solidFill>
              </a:defRPr>
            </a:lvl7pPr>
            <a:lvl8pPr lvl="7" algn="ctr" rtl="0">
              <a:buNone/>
              <a:defRPr>
                <a:solidFill>
                  <a:schemeClr val="dk2"/>
                </a:solidFill>
              </a:defRPr>
            </a:lvl8pPr>
            <a:lvl9pPr lvl="8" algn="ctr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5" name="Google Shape;175;p18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76" name="Google Shape;176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20025" y="1610942"/>
            <a:ext cx="7704000" cy="5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20025" y="27311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720025" y="3851625"/>
            <a:ext cx="77040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720025" y="1241274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720025" y="23501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720025" y="3470625"/>
            <a:ext cx="7704000" cy="393600"/>
          </a:xfrm>
          <a:prstGeom prst="rect">
            <a:avLst/>
          </a:prstGeom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 b="1">
                <a:solidFill>
                  <a:schemeClr val="dk2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2" name="Google Shape;262;p24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3" name="Google Shape;263;p24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4" name="Google Shape;264;p24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65" name="Google Shape;265;p24"/>
          <p:cNvCxnSpPr/>
          <p:nvPr/>
        </p:nvCxnSpPr>
        <p:spPr>
          <a:xfrm>
            <a:off x="3826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66" name="Google Shape;266;p24"/>
          <p:cNvSpPr txBox="1">
            <a:spLocks noGrp="1"/>
          </p:cNvSpPr>
          <p:nvPr>
            <p:ph type="sldNum" idx="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>
                <a:solidFill>
                  <a:schemeClr val="lt1"/>
                </a:solidFill>
              </a:defRPr>
            </a:lvl1pPr>
            <a:lvl2pPr lvl="1" algn="ctr" rtl="0">
              <a:buNone/>
              <a:defRPr>
                <a:solidFill>
                  <a:schemeClr val="lt1"/>
                </a:solidFill>
              </a:defRPr>
            </a:lvl2pPr>
            <a:lvl3pPr lvl="2" algn="ctr" rtl="0">
              <a:buNone/>
              <a:defRPr>
                <a:solidFill>
                  <a:schemeClr val="lt1"/>
                </a:solidFill>
              </a:defRPr>
            </a:lvl3pPr>
            <a:lvl4pPr lvl="3" algn="ctr" rtl="0">
              <a:buNone/>
              <a:defRPr>
                <a:solidFill>
                  <a:schemeClr val="lt1"/>
                </a:solidFill>
              </a:defRPr>
            </a:lvl4pPr>
            <a:lvl5pPr lvl="4" algn="ctr" rtl="0">
              <a:buNone/>
              <a:defRPr>
                <a:solidFill>
                  <a:schemeClr val="lt1"/>
                </a:solidFill>
              </a:defRPr>
            </a:lvl5pPr>
            <a:lvl6pPr lvl="5" algn="ctr" rtl="0">
              <a:buNone/>
              <a:defRPr>
                <a:solidFill>
                  <a:schemeClr val="lt1"/>
                </a:solidFill>
              </a:defRPr>
            </a:lvl6pPr>
            <a:lvl7pPr lvl="6" algn="ctr" rtl="0">
              <a:buNone/>
              <a:defRPr>
                <a:solidFill>
                  <a:schemeClr val="lt1"/>
                </a:solidFill>
              </a:defRPr>
            </a:lvl7pPr>
            <a:lvl8pPr lvl="7" algn="ctr" rtl="0">
              <a:buNone/>
              <a:defRPr>
                <a:solidFill>
                  <a:schemeClr val="lt1"/>
                </a:solidFill>
              </a:defRPr>
            </a:lvl8pPr>
            <a:lvl9pPr lvl="8" algn="ctr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7" name="Google Shape;267;p24"/>
          <p:cNvCxnSpPr/>
          <p:nvPr/>
        </p:nvCxnSpPr>
        <p:spPr>
          <a:xfrm>
            <a:off x="4957950" y="4798838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25"/>
          <p:cNvSpPr/>
          <p:nvPr/>
        </p:nvSpPr>
        <p:spPr>
          <a:xfrm>
            <a:off x="145950" y="149100"/>
            <a:ext cx="8852100" cy="4845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p25"/>
          <p:cNvCxnSpPr/>
          <p:nvPr/>
        </p:nvCxnSpPr>
        <p:spPr>
          <a:xfrm>
            <a:off x="3826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none" w="med" len="med"/>
          </a:ln>
        </p:spPr>
      </p:cxnSp>
      <p:sp>
        <p:nvSpPr>
          <p:cNvPr id="272" name="Google Shape;272;p25"/>
          <p:cNvSpPr/>
          <p:nvPr/>
        </p:nvSpPr>
        <p:spPr>
          <a:xfrm>
            <a:off x="4452300" y="21987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3" name="Google Shape;273;p25"/>
          <p:cNvCxnSpPr/>
          <p:nvPr/>
        </p:nvCxnSpPr>
        <p:spPr>
          <a:xfrm>
            <a:off x="4957925" y="339563"/>
            <a:ext cx="3803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274" name="Google Shape;274;p25"/>
          <p:cNvCxnSpPr/>
          <p:nvPr/>
        </p:nvCxnSpPr>
        <p:spPr>
          <a:xfrm rot="10800000" flipH="1">
            <a:off x="347659" y="4749851"/>
            <a:ext cx="8448600" cy="330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Quicksand"/>
              <a:buNone/>
              <a:defRPr sz="3000" b="1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5" r:id="rId4"/>
    <p:sldLayoutId id="2147483658" r:id="rId5"/>
    <p:sldLayoutId id="2147483659" r:id="rId6"/>
    <p:sldLayoutId id="2147483660" r:id="rId7"/>
    <p:sldLayoutId id="2147483664" r:id="rId8"/>
    <p:sldLayoutId id="2147483670" r:id="rId9"/>
    <p:sldLayoutId id="2147483671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app.powerbi.com/groups/me/reports/66423375-4d6c-40fb-9a1a-bfa948751341/?pbi_source=PowerPoint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9"/>
          <p:cNvSpPr txBox="1">
            <a:spLocks noGrp="1"/>
          </p:cNvSpPr>
          <p:nvPr>
            <p:ph type="ctrTitle"/>
          </p:nvPr>
        </p:nvSpPr>
        <p:spPr>
          <a:xfrm>
            <a:off x="1770888" y="1488561"/>
            <a:ext cx="5809488" cy="88898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800" dirty="0"/>
              <a:t>求職市場資料蒐集系統</a:t>
            </a:r>
            <a:endParaRPr sz="3800" dirty="0">
              <a:solidFill>
                <a:schemeClr val="dk2"/>
              </a:solidFill>
            </a:endParaRPr>
          </a:p>
        </p:txBody>
      </p:sp>
      <p:sp>
        <p:nvSpPr>
          <p:cNvPr id="286" name="Google Shape;286;p29"/>
          <p:cNvSpPr txBox="1">
            <a:spLocks noGrp="1"/>
          </p:cNvSpPr>
          <p:nvPr>
            <p:ph type="subTitle" idx="1"/>
          </p:nvPr>
        </p:nvSpPr>
        <p:spPr>
          <a:xfrm>
            <a:off x="2613457" y="3056648"/>
            <a:ext cx="1724668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dirty="0">
                <a:latin typeface="+mj-lt"/>
              </a:rPr>
              <a:t>報告人</a:t>
            </a:r>
            <a:r>
              <a:rPr lang="en-US" altLang="zh-TW" dirty="0">
                <a:latin typeface="+mj-lt"/>
              </a:rPr>
              <a:t>:</a:t>
            </a:r>
            <a:r>
              <a:rPr lang="zh-TW" altLang="en-US" dirty="0">
                <a:latin typeface="+mj-lt"/>
              </a:rPr>
              <a:t> 戴伯軒</a:t>
            </a:r>
            <a:endParaRPr dirty="0">
              <a:latin typeface="+mj-lt"/>
            </a:endParaRPr>
          </a:p>
        </p:txBody>
      </p:sp>
      <p:cxnSp>
        <p:nvCxnSpPr>
          <p:cNvPr id="287" name="Google Shape;287;p29"/>
          <p:cNvCxnSpPr/>
          <p:nvPr/>
        </p:nvCxnSpPr>
        <p:spPr>
          <a:xfrm rot="10800000" flipH="1">
            <a:off x="1600600" y="2544888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288" name="Google Shape;288;p29"/>
          <p:cNvCxnSpPr/>
          <p:nvPr/>
        </p:nvCxnSpPr>
        <p:spPr>
          <a:xfrm rot="10800000" flipH="1">
            <a:off x="1600600" y="1348663"/>
            <a:ext cx="5942700" cy="6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289" name="Google Shape;289;p29"/>
          <p:cNvSpPr/>
          <p:nvPr/>
        </p:nvSpPr>
        <p:spPr>
          <a:xfrm>
            <a:off x="1953433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9"/>
          <p:cNvSpPr/>
          <p:nvPr/>
        </p:nvSpPr>
        <p:spPr>
          <a:xfrm>
            <a:off x="7133712" y="1865525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EF0569D-5E44-ABEC-3CB6-32B058ADC63D}"/>
              </a:ext>
            </a:extLst>
          </p:cNvPr>
          <p:cNvSpPr txBox="1"/>
          <p:nvPr/>
        </p:nvSpPr>
        <p:spPr>
          <a:xfrm>
            <a:off x="2714041" y="2650180"/>
            <a:ext cx="31694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資料來源</a:t>
            </a:r>
            <a:r>
              <a:rPr lang="en-US" altLang="zh-TW" dirty="0"/>
              <a:t>: https://www.104.com.tw/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2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</a:t>
            </a:r>
            <a:endParaRPr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5A41D28-037B-0544-2814-528E65F00810}"/>
              </a:ext>
            </a:extLst>
          </p:cNvPr>
          <p:cNvSpPr/>
          <p:nvPr/>
        </p:nvSpPr>
        <p:spPr>
          <a:xfrm>
            <a:off x="3658377" y="336959"/>
            <a:ext cx="1827246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簡介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90D7E85-4467-21AA-6232-30F6FC46D2ED}"/>
              </a:ext>
            </a:extLst>
          </p:cNvPr>
          <p:cNvSpPr txBox="1"/>
          <p:nvPr/>
        </p:nvSpPr>
        <p:spPr>
          <a:xfrm>
            <a:off x="1642873" y="2601468"/>
            <a:ext cx="23500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功能</a:t>
            </a:r>
            <a:r>
              <a:rPr lang="en-US" altLang="zh-TW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根據 </a:t>
            </a:r>
            <a:r>
              <a:rPr lang="en-US" altLang="zh-TW" dirty="0"/>
              <a:t>keyword </a:t>
            </a:r>
            <a:r>
              <a:rPr lang="zh-TW" altLang="en-US" dirty="0"/>
              <a:t>獲取資料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清洗與儲存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取出與輸出 </a:t>
            </a:r>
            <a:r>
              <a:rPr lang="en-US" altLang="zh-TW" dirty="0"/>
              <a:t>.csv </a:t>
            </a:r>
            <a:r>
              <a:rPr lang="zh-TW" altLang="en-US" dirty="0"/>
              <a:t>檔</a:t>
            </a:r>
            <a:endParaRPr lang="en-US" altLang="zh-TW" dirty="0"/>
          </a:p>
          <a:p>
            <a:pPr marL="285750" indent="-285750">
              <a:buFontTx/>
              <a:buChar char="-"/>
            </a:pP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8AC314D-3083-5064-AD04-B518EA3B68C6}"/>
              </a:ext>
            </a:extLst>
          </p:cNvPr>
          <p:cNvSpPr txBox="1"/>
          <p:nvPr/>
        </p:nvSpPr>
        <p:spPr>
          <a:xfrm>
            <a:off x="1642873" y="1531578"/>
            <a:ext cx="2350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需求</a:t>
            </a:r>
            <a:r>
              <a:rPr lang="en-US" altLang="zh-TW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對市場有更清晰的了解</a:t>
            </a: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TW" altLang="en-US" dirty="0"/>
              <a:t>認識其他技能與工具</a:t>
            </a:r>
            <a:endParaRPr lang="en-US" altLang="zh-TW" dirty="0"/>
          </a:p>
          <a:p>
            <a:pPr marL="285750" indent="-285750">
              <a:buFontTx/>
              <a:buChar char="-"/>
            </a:pP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9D94660-5172-6D36-10F5-00A1FE31C079}"/>
              </a:ext>
            </a:extLst>
          </p:cNvPr>
          <p:cNvSpPr txBox="1"/>
          <p:nvPr/>
        </p:nvSpPr>
        <p:spPr>
          <a:xfrm>
            <a:off x="5047489" y="1531578"/>
            <a:ext cx="3102864" cy="2410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TW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專案使用到的技術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Python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requests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pymongo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pandas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15000"/>
              </a:lnSpc>
              <a:buFont typeface="Aptos" panose="020B0004020202020204" pitchFamily="34" charset="0"/>
              <a:buChar char="-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click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uv (</a:t>
            </a:r>
            <a:r>
              <a:rPr lang="zh-TW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專案</a:t>
            </a: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/</a:t>
            </a:r>
            <a:r>
              <a:rPr lang="zh-TW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環境管理</a:t>
            </a: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)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MongoDB Altas (store JSON like)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"/>
            </a:pPr>
            <a:r>
              <a:rPr lang="en-US" altLang="zh-TW" sz="1400" kern="100" dirty="0">
                <a:effectLst/>
                <a:latin typeface="Arial" panose="020B06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Power BI</a:t>
            </a:r>
            <a:endParaRPr lang="zh-TW" altLang="zh-TW" sz="1200" kern="100" dirty="0">
              <a:effectLst/>
              <a:latin typeface="Aptos" panose="020B000402020202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>
          <a:extLst>
            <a:ext uri="{FF2B5EF4-FFF2-40B4-BE49-F238E27FC236}">
              <a16:creationId xmlns:a16="http://schemas.microsoft.com/office/drawing/2014/main" id="{AA6954C5-03F8-9329-BC9B-2ECA81E0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圖片 321">
            <a:extLst>
              <a:ext uri="{FF2B5EF4-FFF2-40B4-BE49-F238E27FC236}">
                <a16:creationId xmlns:a16="http://schemas.microsoft.com/office/drawing/2014/main" id="{8CD7E036-9B92-CDBD-A394-C48320386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9" y="1007605"/>
            <a:ext cx="7604759" cy="3705371"/>
          </a:xfrm>
          <a:prstGeom prst="rect">
            <a:avLst/>
          </a:prstGeom>
        </p:spPr>
      </p:pic>
      <p:sp>
        <p:nvSpPr>
          <p:cNvPr id="324" name="Google Shape;324;p31">
            <a:extLst>
              <a:ext uri="{FF2B5EF4-FFF2-40B4-BE49-F238E27FC236}">
                <a16:creationId xmlns:a16="http://schemas.microsoft.com/office/drawing/2014/main" id="{8555E829-AE02-5E4E-6B8F-7918E517C3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</a:t>
            </a:r>
            <a:endParaRPr dirty="0"/>
          </a:p>
        </p:txBody>
      </p:sp>
      <p:sp>
        <p:nvSpPr>
          <p:cNvPr id="326" name="矩形 325">
            <a:extLst>
              <a:ext uri="{FF2B5EF4-FFF2-40B4-BE49-F238E27FC236}">
                <a16:creationId xmlns:a16="http://schemas.microsoft.com/office/drawing/2014/main" id="{73BF9E21-35C1-1C81-D406-2C061099A74D}"/>
              </a:ext>
            </a:extLst>
          </p:cNvPr>
          <p:cNvSpPr/>
          <p:nvPr/>
        </p:nvSpPr>
        <p:spPr>
          <a:xfrm>
            <a:off x="2797629" y="430524"/>
            <a:ext cx="3548743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TW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ETL</a:t>
            </a:r>
            <a:r>
              <a:rPr lang="zh-TW" alt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程式結構與流程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C007D8-F129-0C79-6232-5D29713EB75B}"/>
              </a:ext>
            </a:extLst>
          </p:cNvPr>
          <p:cNvSpPr/>
          <p:nvPr/>
        </p:nvSpPr>
        <p:spPr>
          <a:xfrm>
            <a:off x="1022801" y="1447095"/>
            <a:ext cx="1612392" cy="2438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000" b="1" dirty="0"/>
              <a:t>啟動程序</a:t>
            </a:r>
            <a:r>
              <a:rPr lang="en-US" altLang="zh-TW" sz="1000" b="1" dirty="0"/>
              <a:t>, </a:t>
            </a:r>
            <a:r>
              <a:rPr lang="zh-TW" altLang="en-US" sz="1000" b="1" dirty="0"/>
              <a:t>鍵入參數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51C744F-BD7E-733C-F802-6A70A7368D97}"/>
              </a:ext>
            </a:extLst>
          </p:cNvPr>
          <p:cNvSpPr/>
          <p:nvPr/>
        </p:nvSpPr>
        <p:spPr>
          <a:xfrm>
            <a:off x="1654847" y="2066498"/>
            <a:ext cx="892629" cy="28194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run_all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872CBFCC-6F3E-0CC3-090F-BF08BACA12DB}"/>
              </a:ext>
            </a:extLst>
          </p:cNvPr>
          <p:cNvSpPr/>
          <p:nvPr/>
        </p:nvSpPr>
        <p:spPr>
          <a:xfrm>
            <a:off x="1667912" y="2964476"/>
            <a:ext cx="892629" cy="28194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export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906D00-C22E-BF17-251F-A44E8BB0D685}"/>
              </a:ext>
            </a:extLst>
          </p:cNvPr>
          <p:cNvSpPr/>
          <p:nvPr/>
        </p:nvSpPr>
        <p:spPr>
          <a:xfrm>
            <a:off x="1648091" y="2416609"/>
            <a:ext cx="892629" cy="28194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fetch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18" name="接點: 肘形 17">
            <a:extLst>
              <a:ext uri="{FF2B5EF4-FFF2-40B4-BE49-F238E27FC236}">
                <a16:creationId xmlns:a16="http://schemas.microsoft.com/office/drawing/2014/main" id="{056DC325-9FBF-246C-4254-E7C49A46E480}"/>
              </a:ext>
            </a:extLst>
          </p:cNvPr>
          <p:cNvCxnSpPr>
            <a:cxnSpLocks/>
            <a:endCxn id="13" idx="1"/>
          </p:cNvCxnSpPr>
          <p:nvPr/>
        </p:nvCxnSpPr>
        <p:spPr>
          <a:xfrm rot="16200000" flipH="1">
            <a:off x="1149448" y="1702072"/>
            <a:ext cx="519419" cy="49138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接點: 肘形 20">
            <a:extLst>
              <a:ext uri="{FF2B5EF4-FFF2-40B4-BE49-F238E27FC236}">
                <a16:creationId xmlns:a16="http://schemas.microsoft.com/office/drawing/2014/main" id="{4B0DAD47-05EE-D45F-427D-8DFFCFBB3B8E}"/>
              </a:ext>
            </a:extLst>
          </p:cNvPr>
          <p:cNvCxnSpPr>
            <a:cxnSpLocks/>
            <a:endCxn id="16" idx="1"/>
          </p:cNvCxnSpPr>
          <p:nvPr/>
        </p:nvCxnSpPr>
        <p:spPr>
          <a:xfrm rot="16200000" flipH="1">
            <a:off x="966368" y="1875859"/>
            <a:ext cx="878823" cy="4846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接點: 肘形 21">
            <a:extLst>
              <a:ext uri="{FF2B5EF4-FFF2-40B4-BE49-F238E27FC236}">
                <a16:creationId xmlns:a16="http://schemas.microsoft.com/office/drawing/2014/main" id="{80735B59-1F7E-BFF3-7A57-6D2C34D29C86}"/>
              </a:ext>
            </a:extLst>
          </p:cNvPr>
          <p:cNvCxnSpPr>
            <a:cxnSpLocks/>
            <a:endCxn id="15" idx="1"/>
          </p:cNvCxnSpPr>
          <p:nvPr/>
        </p:nvCxnSpPr>
        <p:spPr>
          <a:xfrm rot="16200000" flipH="1">
            <a:off x="717959" y="2155497"/>
            <a:ext cx="1395460" cy="5044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4" name="矩形 303">
            <a:extLst>
              <a:ext uri="{FF2B5EF4-FFF2-40B4-BE49-F238E27FC236}">
                <a16:creationId xmlns:a16="http://schemas.microsoft.com/office/drawing/2014/main" id="{1C3ECB8E-06AE-274A-4EF8-2CA08FC4DB0C}"/>
              </a:ext>
            </a:extLst>
          </p:cNvPr>
          <p:cNvSpPr/>
          <p:nvPr/>
        </p:nvSpPr>
        <p:spPr>
          <a:xfrm>
            <a:off x="2863146" y="1690521"/>
            <a:ext cx="1612392" cy="51695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Fetch job detail URL list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306" name="接點: 弧形 305">
            <a:extLst>
              <a:ext uri="{FF2B5EF4-FFF2-40B4-BE49-F238E27FC236}">
                <a16:creationId xmlns:a16="http://schemas.microsoft.com/office/drawing/2014/main" id="{C93CD301-9C91-FE73-F3C1-4A2DFC188E8E}"/>
              </a:ext>
            </a:extLst>
          </p:cNvPr>
          <p:cNvCxnSpPr>
            <a:cxnSpLocks/>
            <a:stCxn id="13" idx="3"/>
            <a:endCxn id="304" idx="1"/>
          </p:cNvCxnSpPr>
          <p:nvPr/>
        </p:nvCxnSpPr>
        <p:spPr>
          <a:xfrm flipV="1">
            <a:off x="2547476" y="1948997"/>
            <a:ext cx="315670" cy="25847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7" name="接點: 弧形 306">
            <a:extLst>
              <a:ext uri="{FF2B5EF4-FFF2-40B4-BE49-F238E27FC236}">
                <a16:creationId xmlns:a16="http://schemas.microsoft.com/office/drawing/2014/main" id="{36923646-41BB-336B-F54A-D14B2A33D627}"/>
              </a:ext>
            </a:extLst>
          </p:cNvPr>
          <p:cNvCxnSpPr>
            <a:cxnSpLocks/>
            <a:stCxn id="16" idx="3"/>
            <a:endCxn id="304" idx="1"/>
          </p:cNvCxnSpPr>
          <p:nvPr/>
        </p:nvCxnSpPr>
        <p:spPr>
          <a:xfrm flipV="1">
            <a:off x="2540720" y="1948997"/>
            <a:ext cx="322426" cy="60858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0" name="橢圓 309">
            <a:extLst>
              <a:ext uri="{FF2B5EF4-FFF2-40B4-BE49-F238E27FC236}">
                <a16:creationId xmlns:a16="http://schemas.microsoft.com/office/drawing/2014/main" id="{535AE583-5EF3-0AB2-4C96-6D811CF5A2DB}"/>
              </a:ext>
            </a:extLst>
          </p:cNvPr>
          <p:cNvSpPr/>
          <p:nvPr/>
        </p:nvSpPr>
        <p:spPr>
          <a:xfrm>
            <a:off x="4807874" y="2093967"/>
            <a:ext cx="1470207" cy="713233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Inject detail data into db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EDD1A5CF-C011-CCA6-CB47-6D819A339A16}"/>
              </a:ext>
            </a:extLst>
          </p:cNvPr>
          <p:cNvSpPr/>
          <p:nvPr/>
        </p:nvSpPr>
        <p:spPr>
          <a:xfrm>
            <a:off x="2797629" y="2693696"/>
            <a:ext cx="1743426" cy="919134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Get detail by For looping the URL list and remove unneeded column to create a detail of list </a:t>
            </a:r>
          </a:p>
        </p:txBody>
      </p:sp>
      <p:cxnSp>
        <p:nvCxnSpPr>
          <p:cNvPr id="320" name="直線單箭頭接點 319">
            <a:extLst>
              <a:ext uri="{FF2B5EF4-FFF2-40B4-BE49-F238E27FC236}">
                <a16:creationId xmlns:a16="http://schemas.microsoft.com/office/drawing/2014/main" id="{2DAFF4CC-8CA5-33E3-F417-EBA297F7F77C}"/>
              </a:ext>
            </a:extLst>
          </p:cNvPr>
          <p:cNvCxnSpPr>
            <a:cxnSpLocks/>
            <a:stCxn id="304" idx="2"/>
            <a:endCxn id="318" idx="0"/>
          </p:cNvCxnSpPr>
          <p:nvPr/>
        </p:nvCxnSpPr>
        <p:spPr>
          <a:xfrm>
            <a:off x="3669342" y="2207472"/>
            <a:ext cx="0" cy="48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接點: 弧形 334">
            <a:extLst>
              <a:ext uri="{FF2B5EF4-FFF2-40B4-BE49-F238E27FC236}">
                <a16:creationId xmlns:a16="http://schemas.microsoft.com/office/drawing/2014/main" id="{5D5DA24F-A833-7643-516C-CF95ECB746C7}"/>
              </a:ext>
            </a:extLst>
          </p:cNvPr>
          <p:cNvCxnSpPr>
            <a:cxnSpLocks/>
            <a:stCxn id="318" idx="3"/>
            <a:endCxn id="310" idx="2"/>
          </p:cNvCxnSpPr>
          <p:nvPr/>
        </p:nvCxnSpPr>
        <p:spPr>
          <a:xfrm flipV="1">
            <a:off x="4541055" y="2450584"/>
            <a:ext cx="266819" cy="70267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7" name="矩形: 圓角 346">
            <a:extLst>
              <a:ext uri="{FF2B5EF4-FFF2-40B4-BE49-F238E27FC236}">
                <a16:creationId xmlns:a16="http://schemas.microsoft.com/office/drawing/2014/main" id="{3F62B7A5-74EE-1E3B-D530-6F1EE5305CAF}"/>
              </a:ext>
            </a:extLst>
          </p:cNvPr>
          <p:cNvSpPr/>
          <p:nvPr/>
        </p:nvSpPr>
        <p:spPr>
          <a:xfrm>
            <a:off x="4745650" y="3901440"/>
            <a:ext cx="1594654" cy="54694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200" dirty="0">
                <a:solidFill>
                  <a:schemeClr val="bg1">
                    <a:lumMod val="10000"/>
                  </a:schemeClr>
                </a:solidFill>
              </a:rPr>
              <a:t>According keyword select data from db</a:t>
            </a:r>
            <a:endParaRPr lang="zh-TW" altLang="en-US" sz="1200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367" name="直線單箭頭接點 366">
            <a:extLst>
              <a:ext uri="{FF2B5EF4-FFF2-40B4-BE49-F238E27FC236}">
                <a16:creationId xmlns:a16="http://schemas.microsoft.com/office/drawing/2014/main" id="{1CFA3251-EF95-D503-D6F8-89F82100D82F}"/>
              </a:ext>
            </a:extLst>
          </p:cNvPr>
          <p:cNvCxnSpPr>
            <a:stCxn id="310" idx="4"/>
            <a:endCxn id="347" idx="0"/>
          </p:cNvCxnSpPr>
          <p:nvPr/>
        </p:nvCxnSpPr>
        <p:spPr>
          <a:xfrm flipH="1">
            <a:off x="5542977" y="2807200"/>
            <a:ext cx="1" cy="1094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箭號: 五邊形 369">
            <a:extLst>
              <a:ext uri="{FF2B5EF4-FFF2-40B4-BE49-F238E27FC236}">
                <a16:creationId xmlns:a16="http://schemas.microsoft.com/office/drawing/2014/main" id="{C0428700-585D-5FFF-9B40-AB7449E249C0}"/>
              </a:ext>
            </a:extLst>
          </p:cNvPr>
          <p:cNvSpPr/>
          <p:nvPr/>
        </p:nvSpPr>
        <p:spPr>
          <a:xfrm>
            <a:off x="4870705" y="3105450"/>
            <a:ext cx="672272" cy="290326"/>
          </a:xfrm>
          <a:prstGeom prst="homePlat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800" dirty="0"/>
              <a:t>If run_all</a:t>
            </a:r>
            <a:endParaRPr lang="zh-TW" altLang="en-US" sz="800" dirty="0"/>
          </a:p>
        </p:txBody>
      </p:sp>
      <p:cxnSp>
        <p:nvCxnSpPr>
          <p:cNvPr id="374" name="接點: 肘形 373">
            <a:extLst>
              <a:ext uri="{FF2B5EF4-FFF2-40B4-BE49-F238E27FC236}">
                <a16:creationId xmlns:a16="http://schemas.microsoft.com/office/drawing/2014/main" id="{9D6792B7-3DFC-2122-7D4D-4221F05218CD}"/>
              </a:ext>
            </a:extLst>
          </p:cNvPr>
          <p:cNvCxnSpPr>
            <a:stCxn id="15" idx="2"/>
            <a:endCxn id="347" idx="1"/>
          </p:cNvCxnSpPr>
          <p:nvPr/>
        </p:nvCxnSpPr>
        <p:spPr>
          <a:xfrm rot="16200000" flipH="1">
            <a:off x="2965695" y="2394955"/>
            <a:ext cx="928487" cy="26314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5" name="矩形: 圓角 374">
            <a:extLst>
              <a:ext uri="{FF2B5EF4-FFF2-40B4-BE49-F238E27FC236}">
                <a16:creationId xmlns:a16="http://schemas.microsoft.com/office/drawing/2014/main" id="{4A67EFA3-314F-596B-675C-AD99D17B0AB3}"/>
              </a:ext>
            </a:extLst>
          </p:cNvPr>
          <p:cNvSpPr/>
          <p:nvPr/>
        </p:nvSpPr>
        <p:spPr>
          <a:xfrm>
            <a:off x="6627555" y="3901440"/>
            <a:ext cx="1594654" cy="54694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10000"/>
                  </a:schemeClr>
                </a:solidFill>
              </a:rPr>
              <a:t>Cleaning and output into csv</a:t>
            </a:r>
            <a:endParaRPr lang="zh-TW" alt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377" name="直線單箭頭接點 376">
            <a:extLst>
              <a:ext uri="{FF2B5EF4-FFF2-40B4-BE49-F238E27FC236}">
                <a16:creationId xmlns:a16="http://schemas.microsoft.com/office/drawing/2014/main" id="{ED9E16A1-88B7-F2F8-3787-D1DF3C78D191}"/>
              </a:ext>
            </a:extLst>
          </p:cNvPr>
          <p:cNvCxnSpPr>
            <a:stCxn id="347" idx="3"/>
            <a:endCxn id="375" idx="1"/>
          </p:cNvCxnSpPr>
          <p:nvPr/>
        </p:nvCxnSpPr>
        <p:spPr>
          <a:xfrm>
            <a:off x="6340304" y="4174911"/>
            <a:ext cx="28725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019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3</a:t>
            </a:r>
            <a:endParaRPr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114C733-9AB6-40D0-A1D1-C8E7960D8DDB}"/>
              </a:ext>
            </a:extLst>
          </p:cNvPr>
          <p:cNvSpPr/>
          <p:nvPr/>
        </p:nvSpPr>
        <p:spPr>
          <a:xfrm>
            <a:off x="3486912" y="415397"/>
            <a:ext cx="2139223" cy="55399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TW" alt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獲取與</a:t>
            </a:r>
            <a:r>
              <a:rPr lang="zh-TW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篩選</a:t>
            </a:r>
            <a:endParaRPr lang="zh-TW" altLang="en-US" sz="3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7" name="圖片 26">
            <a:extLst>
              <a:ext uri="{FF2B5EF4-FFF2-40B4-BE49-F238E27FC236}">
                <a16:creationId xmlns:a16="http://schemas.microsoft.com/office/drawing/2014/main" id="{0058D5B4-793F-18CA-6985-F96F3C5C7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74" y="1052000"/>
            <a:ext cx="1364145" cy="36123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pic>
        <p:nvPicPr>
          <p:cNvPr id="31" name="圖片 30">
            <a:extLst>
              <a:ext uri="{FF2B5EF4-FFF2-40B4-BE49-F238E27FC236}">
                <a16:creationId xmlns:a16="http://schemas.microsoft.com/office/drawing/2014/main" id="{73289CC2-13C4-5682-B58D-90D0298155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06" t="3013" r="1959" b="2860"/>
          <a:stretch>
            <a:fillRect/>
          </a:stretch>
        </p:blipFill>
        <p:spPr>
          <a:xfrm>
            <a:off x="2597077" y="1023765"/>
            <a:ext cx="3949846" cy="3642351"/>
          </a:xfrm>
          <a:prstGeom prst="rect">
            <a:avLst/>
          </a:prstGeom>
        </p:spPr>
      </p:pic>
      <p:pic>
        <p:nvPicPr>
          <p:cNvPr id="321" name="圖形 320" descr="乙太網路">
            <a:extLst>
              <a:ext uri="{FF2B5EF4-FFF2-40B4-BE49-F238E27FC236}">
                <a16:creationId xmlns:a16="http://schemas.microsoft.com/office/drawing/2014/main" id="{E275A9EF-D153-306D-5FAD-7E1DE1A4AB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14504" y="873514"/>
            <a:ext cx="720114" cy="720114"/>
          </a:xfrm>
          <a:prstGeom prst="rect">
            <a:avLst/>
          </a:prstGeom>
        </p:spPr>
      </p:pic>
      <p:sp>
        <p:nvSpPr>
          <p:cNvPr id="322" name="文字方塊 321">
            <a:extLst>
              <a:ext uri="{FF2B5EF4-FFF2-40B4-BE49-F238E27FC236}">
                <a16:creationId xmlns:a16="http://schemas.microsoft.com/office/drawing/2014/main" id="{7FB518CC-79E5-AEBA-7425-3CCAAAD210FC}"/>
              </a:ext>
            </a:extLst>
          </p:cNvPr>
          <p:cNvSpPr txBox="1"/>
          <p:nvPr/>
        </p:nvSpPr>
        <p:spPr>
          <a:xfrm>
            <a:off x="6675129" y="941870"/>
            <a:ext cx="1566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Original</a:t>
            </a:r>
            <a:r>
              <a:rPr lang="zh-TW" altLang="en-US" dirty="0"/>
              <a:t> </a:t>
            </a:r>
            <a:r>
              <a:rPr lang="en-US" altLang="zh-TW" dirty="0"/>
              <a:t>job detail:</a:t>
            </a:r>
            <a:endParaRPr lang="zh-TW" altLang="en-US" dirty="0"/>
          </a:p>
        </p:txBody>
      </p:sp>
      <p:pic>
        <p:nvPicPr>
          <p:cNvPr id="335" name="圖片 334">
            <a:extLst>
              <a:ext uri="{FF2B5EF4-FFF2-40B4-BE49-F238E27FC236}">
                <a16:creationId xmlns:a16="http://schemas.microsoft.com/office/drawing/2014/main" id="{50E85314-FA1F-BDBE-F654-307E555B54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7704" y="1279027"/>
            <a:ext cx="1321522" cy="1762736"/>
          </a:xfrm>
          <a:prstGeom prst="rect">
            <a:avLst/>
          </a:prstGeom>
        </p:spPr>
      </p:pic>
      <p:pic>
        <p:nvPicPr>
          <p:cNvPr id="349" name="圖片 348">
            <a:extLst>
              <a:ext uri="{FF2B5EF4-FFF2-40B4-BE49-F238E27FC236}">
                <a16:creationId xmlns:a16="http://schemas.microsoft.com/office/drawing/2014/main" id="{D7E9BAD5-C422-96BF-16C7-716F58930E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574" y="1802702"/>
            <a:ext cx="1857636" cy="2834730"/>
          </a:xfrm>
          <a:prstGeom prst="rect">
            <a:avLst/>
          </a:prstGeom>
        </p:spPr>
      </p:pic>
      <p:sp>
        <p:nvSpPr>
          <p:cNvPr id="350" name="文字方塊 349">
            <a:extLst>
              <a:ext uri="{FF2B5EF4-FFF2-40B4-BE49-F238E27FC236}">
                <a16:creationId xmlns:a16="http://schemas.microsoft.com/office/drawing/2014/main" id="{BF8C572E-1011-45EA-9DCD-95D8BC3BDC52}"/>
              </a:ext>
            </a:extLst>
          </p:cNvPr>
          <p:cNvSpPr txBox="1"/>
          <p:nvPr/>
        </p:nvSpPr>
        <p:spPr>
          <a:xfrm>
            <a:off x="359664" y="1494925"/>
            <a:ext cx="17126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After search data:</a:t>
            </a:r>
            <a:endParaRPr lang="zh-TW" altLang="en-US" dirty="0"/>
          </a:p>
        </p:txBody>
      </p:sp>
      <p:pic>
        <p:nvPicPr>
          <p:cNvPr id="351" name="圖片 350">
            <a:extLst>
              <a:ext uri="{FF2B5EF4-FFF2-40B4-BE49-F238E27FC236}">
                <a16:creationId xmlns:a16="http://schemas.microsoft.com/office/drawing/2014/main" id="{53B38673-EA6D-CD42-E3C8-A8A19E21D19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9790" y="3503428"/>
            <a:ext cx="1413595" cy="1134004"/>
          </a:xfrm>
          <a:prstGeom prst="rect">
            <a:avLst/>
          </a:prstGeom>
        </p:spPr>
      </p:pic>
      <p:sp>
        <p:nvSpPr>
          <p:cNvPr id="352" name="文字方塊 351">
            <a:extLst>
              <a:ext uri="{FF2B5EF4-FFF2-40B4-BE49-F238E27FC236}">
                <a16:creationId xmlns:a16="http://schemas.microsoft.com/office/drawing/2014/main" id="{D67D0604-E4DC-679D-F6FB-8E5F74332BFA}"/>
              </a:ext>
            </a:extLst>
          </p:cNvPr>
          <p:cNvSpPr txBox="1"/>
          <p:nvPr/>
        </p:nvSpPr>
        <p:spPr>
          <a:xfrm>
            <a:off x="6797704" y="3195651"/>
            <a:ext cx="1768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 cleaned job detail</a:t>
            </a:r>
            <a:endParaRPr lang="zh-TW" altLang="en-US" dirty="0"/>
          </a:p>
        </p:txBody>
      </p:sp>
      <p:cxnSp>
        <p:nvCxnSpPr>
          <p:cNvPr id="354" name="直線單箭頭接點 353">
            <a:extLst>
              <a:ext uri="{FF2B5EF4-FFF2-40B4-BE49-F238E27FC236}">
                <a16:creationId xmlns:a16="http://schemas.microsoft.com/office/drawing/2014/main" id="{A06113DA-230A-0EE2-25BF-69B904A133CB}"/>
              </a:ext>
            </a:extLst>
          </p:cNvPr>
          <p:cNvCxnSpPr>
            <a:cxnSpLocks/>
            <a:stCxn id="335" idx="2"/>
          </p:cNvCxnSpPr>
          <p:nvPr/>
        </p:nvCxnSpPr>
        <p:spPr>
          <a:xfrm>
            <a:off x="7458465" y="3041763"/>
            <a:ext cx="0" cy="257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>
            <a:extLst>
              <a:ext uri="{FF2B5EF4-FFF2-40B4-BE49-F238E27FC236}">
                <a16:creationId xmlns:a16="http://schemas.microsoft.com/office/drawing/2014/main" id="{58DC99E0-4609-9634-BD57-8D5164D0E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1252"/>
          <a:stretch>
            <a:fillRect/>
          </a:stretch>
        </p:blipFill>
        <p:spPr>
          <a:xfrm>
            <a:off x="2755677" y="1023765"/>
            <a:ext cx="3632646" cy="1325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FDAEE1B8-4991-3DE2-209C-E0CCAC578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4A4EE54F-7CA3-ADF7-5B41-E2067A28B53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88B13D-9ECB-1028-DD24-22B7193BFDDF}"/>
              </a:ext>
            </a:extLst>
          </p:cNvPr>
          <p:cNvSpPr/>
          <p:nvPr/>
        </p:nvSpPr>
        <p:spPr>
          <a:xfrm>
            <a:off x="4094948" y="415397"/>
            <a:ext cx="954107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載</a:t>
            </a:r>
            <a:r>
              <a:rPr lang="zh-TW" alt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入</a:t>
            </a:r>
          </a:p>
        </p:txBody>
      </p:sp>
      <p:pic>
        <p:nvPicPr>
          <p:cNvPr id="321" name="圖形 320" descr="乙太網路">
            <a:extLst>
              <a:ext uri="{FF2B5EF4-FFF2-40B4-BE49-F238E27FC236}">
                <a16:creationId xmlns:a16="http://schemas.microsoft.com/office/drawing/2014/main" id="{13AAA5E4-785A-1E7D-7C73-09F9108B0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00310" y="955573"/>
            <a:ext cx="720114" cy="720114"/>
          </a:xfrm>
          <a:prstGeom prst="rect">
            <a:avLst/>
          </a:prstGeom>
        </p:spPr>
      </p:pic>
      <p:sp>
        <p:nvSpPr>
          <p:cNvPr id="338" name="文字方塊 337">
            <a:extLst>
              <a:ext uri="{FF2B5EF4-FFF2-40B4-BE49-F238E27FC236}">
                <a16:creationId xmlns:a16="http://schemas.microsoft.com/office/drawing/2014/main" id="{DC3CCDBE-D7F6-734D-F8A7-A80524BF53E4}"/>
              </a:ext>
            </a:extLst>
          </p:cNvPr>
          <p:cNvSpPr txBox="1"/>
          <p:nvPr/>
        </p:nvSpPr>
        <p:spPr>
          <a:xfrm>
            <a:off x="6575846" y="1007853"/>
            <a:ext cx="1726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Database snapshot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5903E29-5D9B-0384-0121-ED6D9DA3D4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57" t="2320" r="1791" b="2480"/>
          <a:stretch>
            <a:fillRect/>
          </a:stretch>
        </p:blipFill>
        <p:spPr>
          <a:xfrm>
            <a:off x="2782824" y="1058311"/>
            <a:ext cx="3578352" cy="350454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66C7A94F-97C6-A0CF-56E1-F852D7E97D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2062" y="1442027"/>
            <a:ext cx="2102770" cy="2743048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16F523AB-6D55-A678-5B60-6423B014956E}"/>
              </a:ext>
            </a:extLst>
          </p:cNvPr>
          <p:cNvSpPr/>
          <p:nvPr/>
        </p:nvSpPr>
        <p:spPr>
          <a:xfrm>
            <a:off x="579096" y="1140370"/>
            <a:ext cx="1176528" cy="350520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>
                    <a:lumMod val="10000"/>
                  </a:schemeClr>
                </a:solidFill>
              </a:rPr>
              <a:t>Crawler</a:t>
            </a:r>
            <a:endParaRPr lang="zh-TW" altLang="en-US" dirty="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6B712389-F6AD-25D2-3796-ADAFE8FC53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409" y="1968574"/>
            <a:ext cx="2099218" cy="1684020"/>
          </a:xfrm>
          <a:prstGeom prst="rect">
            <a:avLst/>
          </a:prstGeom>
        </p:spPr>
      </p:pic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5AB5680-B617-5121-1597-E0DE75D88EA4}"/>
              </a:ext>
            </a:extLst>
          </p:cNvPr>
          <p:cNvCxnSpPr>
            <a:stCxn id="10" idx="3"/>
            <a:endCxn id="3" idx="1"/>
          </p:cNvCxnSpPr>
          <p:nvPr/>
        </p:nvCxnSpPr>
        <p:spPr>
          <a:xfrm>
            <a:off x="2431627" y="2810584"/>
            <a:ext cx="35119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1C86BF7E-CB78-F45E-5DD3-1D4A206EEF18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>
            <a:off x="6361176" y="2810584"/>
            <a:ext cx="320886" cy="296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772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1B859BE6-C87C-18BC-912D-CBE6B04D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>
            <a:extLst>
              <a:ext uri="{FF2B5EF4-FFF2-40B4-BE49-F238E27FC236}">
                <a16:creationId xmlns:a16="http://schemas.microsoft.com/office/drawing/2014/main" id="{D83F7301-F9C8-F0B6-DB9B-D84EF5AC6C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5</a:t>
            </a:r>
            <a:endParaRPr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A74F13B-61FF-39D0-C846-823B9ECB4564}"/>
              </a:ext>
            </a:extLst>
          </p:cNvPr>
          <p:cNvSpPr/>
          <p:nvPr/>
        </p:nvSpPr>
        <p:spPr>
          <a:xfrm>
            <a:off x="3517866" y="415397"/>
            <a:ext cx="2108269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取出與輸出</a:t>
            </a:r>
            <a:endParaRPr lang="zh-TW" altLang="en-US" sz="30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21" name="圖形 320" descr="乙太網路">
            <a:extLst>
              <a:ext uri="{FF2B5EF4-FFF2-40B4-BE49-F238E27FC236}">
                <a16:creationId xmlns:a16="http://schemas.microsoft.com/office/drawing/2014/main" id="{94B5111F-582C-6459-BA1A-B1E76A624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14278" y="873514"/>
            <a:ext cx="720114" cy="720114"/>
          </a:xfrm>
          <a:prstGeom prst="rect">
            <a:avLst/>
          </a:prstGeom>
        </p:spPr>
      </p:pic>
      <p:sp>
        <p:nvSpPr>
          <p:cNvPr id="8" name="流程圖: 替代程序 7">
            <a:extLst>
              <a:ext uri="{FF2B5EF4-FFF2-40B4-BE49-F238E27FC236}">
                <a16:creationId xmlns:a16="http://schemas.microsoft.com/office/drawing/2014/main" id="{DD0DFCFE-4223-727A-2ED3-F49F480D6E2F}"/>
              </a:ext>
            </a:extLst>
          </p:cNvPr>
          <p:cNvSpPr/>
          <p:nvPr/>
        </p:nvSpPr>
        <p:spPr>
          <a:xfrm>
            <a:off x="865130" y="1097935"/>
            <a:ext cx="1176528" cy="350520"/>
          </a:xfrm>
          <a:prstGeom prst="flowChartAlternateProcess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600" b="1" dirty="0">
                <a:solidFill>
                  <a:schemeClr val="bg1">
                    <a:lumMod val="10000"/>
                  </a:schemeClr>
                </a:solidFill>
              </a:rPr>
              <a:t>Db</a:t>
            </a:r>
            <a:endParaRPr lang="zh-TW" altLang="en-US" sz="1600" b="1" dirty="0">
              <a:solidFill>
                <a:schemeClr val="bg1">
                  <a:lumMod val="10000"/>
                </a:schemeClr>
              </a:solidFill>
            </a:endParaRPr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8C17997C-3104-C111-6BE4-3DB3F7D7F8B4}"/>
              </a:ext>
            </a:extLst>
          </p:cNvPr>
          <p:cNvCxnSpPr>
            <a:cxnSpLocks/>
          </p:cNvCxnSpPr>
          <p:nvPr/>
        </p:nvCxnSpPr>
        <p:spPr>
          <a:xfrm>
            <a:off x="2550499" y="2774142"/>
            <a:ext cx="3119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3DC741B1-BE12-B31F-984F-C4745E3F7D2C}"/>
              </a:ext>
            </a:extLst>
          </p:cNvPr>
          <p:cNvCxnSpPr>
            <a:cxnSpLocks/>
          </p:cNvCxnSpPr>
          <p:nvPr/>
        </p:nvCxnSpPr>
        <p:spPr>
          <a:xfrm>
            <a:off x="6138671" y="2703823"/>
            <a:ext cx="31193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4B128F6B-5A20-B9E3-8C5B-2C6E332F43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4" t="2536" r="2664" b="2162"/>
          <a:stretch>
            <a:fillRect/>
          </a:stretch>
        </p:blipFill>
        <p:spPr>
          <a:xfrm>
            <a:off x="3118105" y="918373"/>
            <a:ext cx="2907791" cy="3711539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3BBFE5B1-D72B-D245-3A58-9E96DF8CB5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5" y="1795417"/>
            <a:ext cx="1694011" cy="2209825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01ABC162-6018-7C5C-6323-DEB803A1D3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965" y="3020705"/>
            <a:ext cx="1548000" cy="638857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6242AC36-F7FD-0C51-947B-95517246B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7966" y="1647998"/>
            <a:ext cx="1548000" cy="602379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C21A595-F460-B26D-63F9-FB92C9A32B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9396" y="1024128"/>
            <a:ext cx="1546570" cy="56046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8E11C3EB-4470-9F46-27A2-962E1B6DBAF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7965" y="3750404"/>
            <a:ext cx="1548000" cy="70582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A27B790-684A-A807-56F4-8A529B09CF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57966" y="2341219"/>
            <a:ext cx="1548000" cy="588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0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8B135ED-3464-92DB-B786-AED0855997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6</a:t>
            </a:r>
            <a:endParaRPr lang="en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97A2A50-3168-0B7B-3678-C91F1999BC41}"/>
              </a:ext>
            </a:extLst>
          </p:cNvPr>
          <p:cNvSpPr/>
          <p:nvPr/>
        </p:nvSpPr>
        <p:spPr>
          <a:xfrm>
            <a:off x="3761520" y="373825"/>
            <a:ext cx="162095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圖表展示</a:t>
            </a:r>
          </a:p>
        </p:txBody>
      </p:sp>
      <p:pic>
        <p:nvPicPr>
          <p:cNvPr id="4" name="Picture" title="This slide contains the following visuals: textbox ,textbox ,Top 15 Skills ,Top 15 Tools. Please refer to the notes on this slide for details">
            <a:hlinkClick r:id="rId2"/>
            <a:extLst>
              <a:ext uri="{FF2B5EF4-FFF2-40B4-BE49-F238E27FC236}">
                <a16:creationId xmlns:a16="http://schemas.microsoft.com/office/drawing/2014/main" id="{44AF0090-901E-A0E3-95CB-DFDBC29E89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4" r="1344" b="6425"/>
          <a:stretch>
            <a:fillRect/>
          </a:stretch>
        </p:blipFill>
        <p:spPr>
          <a:xfrm>
            <a:off x="973112" y="927127"/>
            <a:ext cx="7197777" cy="3758638"/>
          </a:xfrm>
          <a:prstGeom prst="rect">
            <a:avLst/>
          </a:prstGeom>
          <a:noFill/>
          <a:ln w="12700">
            <a:solidFill>
              <a:schemeClr val="bg1">
                <a:lumMod val="1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79588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>
          <a:extLst>
            <a:ext uri="{FF2B5EF4-FFF2-40B4-BE49-F238E27FC236}">
              <a16:creationId xmlns:a16="http://schemas.microsoft.com/office/drawing/2014/main" id="{F5B0BC03-2AA9-600D-FBBE-77D998CEA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>
            <a:extLst>
              <a:ext uri="{FF2B5EF4-FFF2-40B4-BE49-F238E27FC236}">
                <a16:creationId xmlns:a16="http://schemas.microsoft.com/office/drawing/2014/main" id="{4A7A125A-0EE4-A7D0-00F1-EFBA1EC762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7</a:t>
            </a:r>
            <a:endParaRPr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9137114D-2CD8-AD80-EACD-6589E5B1DE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98" y="967990"/>
            <a:ext cx="4354101" cy="3359499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0DB0C4A7-E7E1-0F2F-2A0A-80B1216CA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67991"/>
            <a:ext cx="4354100" cy="3359498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E7C98D4C-83D3-20C7-FEBF-D561132C09C7}"/>
              </a:ext>
            </a:extLst>
          </p:cNvPr>
          <p:cNvSpPr txBox="1"/>
          <p:nvPr/>
        </p:nvSpPr>
        <p:spPr>
          <a:xfrm>
            <a:off x="2286000" y="3764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圖表展示</a:t>
            </a:r>
          </a:p>
        </p:txBody>
      </p:sp>
    </p:spTree>
    <p:extLst>
      <p:ext uri="{BB962C8B-B14F-4D97-AF65-F5344CB8AC3E}">
        <p14:creationId xmlns:p14="http://schemas.microsoft.com/office/powerpoint/2010/main" val="2726357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0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8</a:t>
            </a:r>
            <a:endParaRPr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DB4B45-1BAB-1C51-40B0-3087CFBAC74D}"/>
              </a:ext>
            </a:extLst>
          </p:cNvPr>
          <p:cNvSpPr txBox="1"/>
          <p:nvPr/>
        </p:nvSpPr>
        <p:spPr>
          <a:xfrm>
            <a:off x="2286000" y="3764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8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圖表展示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337E5DD-E7CA-FC86-1A6C-F11F55A44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445" y="899684"/>
            <a:ext cx="6907110" cy="3767515"/>
          </a:xfrm>
          <a:prstGeom prst="rect">
            <a:avLst/>
          </a:prstGeom>
          <a:ln w="12700">
            <a:solidFill>
              <a:schemeClr val="bg1">
                <a:lumMod val="10000"/>
              </a:schemeClr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4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5E276D0-C0C1-593E-AB48-C60167AD8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50" y="1433035"/>
            <a:ext cx="2178987" cy="2488216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6E112CBB-87F6-D409-9024-26C7575578AE}"/>
              </a:ext>
            </a:extLst>
          </p:cNvPr>
          <p:cNvSpPr/>
          <p:nvPr/>
        </p:nvSpPr>
        <p:spPr>
          <a:xfrm>
            <a:off x="2887085" y="379924"/>
            <a:ext cx="3369833" cy="55399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TW" altLang="en-US" sz="3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後續主要開發方向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7622955-9E76-BA44-9074-62C215B236F8}"/>
              </a:ext>
            </a:extLst>
          </p:cNvPr>
          <p:cNvSpPr txBox="1"/>
          <p:nvPr/>
        </p:nvSpPr>
        <p:spPr>
          <a:xfrm>
            <a:off x="1475232" y="1615440"/>
            <a:ext cx="2648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從非結構化資料中提取資訊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"/>
          <p:cNvSpPr txBox="1">
            <a:spLocks noGrp="1"/>
          </p:cNvSpPr>
          <p:nvPr>
            <p:ph type="sldNum" idx="12"/>
          </p:nvPr>
        </p:nvSpPr>
        <p:spPr>
          <a:xfrm>
            <a:off x="4297650" y="4602875"/>
            <a:ext cx="548700" cy="3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826" name="Google Shape;826;p57"/>
          <p:cNvSpPr/>
          <p:nvPr/>
        </p:nvSpPr>
        <p:spPr>
          <a:xfrm>
            <a:off x="2296184" y="3318923"/>
            <a:ext cx="274713" cy="261296"/>
          </a:xfrm>
          <a:custGeom>
            <a:avLst/>
            <a:gdLst/>
            <a:ahLst/>
            <a:cxnLst/>
            <a:rect l="l" t="t" r="r" b="b"/>
            <a:pathLst>
              <a:path w="6204" h="5901" extrusionOk="0">
                <a:moveTo>
                  <a:pt x="2143" y="1"/>
                </a:moveTo>
                <a:lnTo>
                  <a:pt x="2143" y="1"/>
                </a:lnTo>
                <a:lnTo>
                  <a:pt x="2143" y="1"/>
                </a:lnTo>
                <a:close/>
                <a:moveTo>
                  <a:pt x="2143" y="1"/>
                </a:moveTo>
                <a:lnTo>
                  <a:pt x="2646" y="2321"/>
                </a:lnTo>
                <a:lnTo>
                  <a:pt x="592" y="1126"/>
                </a:lnTo>
                <a:lnTo>
                  <a:pt x="2363" y="2710"/>
                </a:lnTo>
                <a:lnTo>
                  <a:pt x="1" y="2951"/>
                </a:lnTo>
                <a:lnTo>
                  <a:pt x="2363" y="3190"/>
                </a:lnTo>
                <a:lnTo>
                  <a:pt x="592" y="4774"/>
                </a:lnTo>
                <a:lnTo>
                  <a:pt x="2646" y="3579"/>
                </a:lnTo>
                <a:lnTo>
                  <a:pt x="2143" y="5901"/>
                </a:lnTo>
                <a:lnTo>
                  <a:pt x="3102" y="3727"/>
                </a:lnTo>
                <a:lnTo>
                  <a:pt x="4060" y="5901"/>
                </a:lnTo>
                <a:lnTo>
                  <a:pt x="4060" y="5901"/>
                </a:lnTo>
                <a:lnTo>
                  <a:pt x="3557" y="3579"/>
                </a:lnTo>
                <a:lnTo>
                  <a:pt x="5610" y="4774"/>
                </a:lnTo>
                <a:lnTo>
                  <a:pt x="3839" y="3190"/>
                </a:lnTo>
                <a:lnTo>
                  <a:pt x="6203" y="2951"/>
                </a:lnTo>
                <a:lnTo>
                  <a:pt x="3839" y="2710"/>
                </a:lnTo>
                <a:lnTo>
                  <a:pt x="5610" y="1126"/>
                </a:lnTo>
                <a:lnTo>
                  <a:pt x="3557" y="2321"/>
                </a:lnTo>
                <a:lnTo>
                  <a:pt x="3557" y="2321"/>
                </a:lnTo>
                <a:lnTo>
                  <a:pt x="4060" y="1"/>
                </a:lnTo>
                <a:lnTo>
                  <a:pt x="3102" y="2174"/>
                </a:lnTo>
                <a:lnTo>
                  <a:pt x="214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7" name="Google Shape;827;p57"/>
          <p:cNvGrpSpPr/>
          <p:nvPr/>
        </p:nvGrpSpPr>
        <p:grpSpPr>
          <a:xfrm>
            <a:off x="1695474" y="2983871"/>
            <a:ext cx="274707" cy="266335"/>
            <a:chOff x="1553900" y="3087925"/>
            <a:chExt cx="158625" cy="153800"/>
          </a:xfrm>
        </p:grpSpPr>
        <p:sp>
          <p:nvSpPr>
            <p:cNvPr id="828" name="Google Shape;828;p57"/>
            <p:cNvSpPr/>
            <p:nvPr/>
          </p:nvSpPr>
          <p:spPr>
            <a:xfrm>
              <a:off x="1629275" y="3087925"/>
              <a:ext cx="7975" cy="66550"/>
            </a:xfrm>
            <a:custGeom>
              <a:avLst/>
              <a:gdLst/>
              <a:ahLst/>
              <a:cxnLst/>
              <a:rect l="l" t="t" r="r" b="b"/>
              <a:pathLst>
                <a:path w="319" h="2662" extrusionOk="0">
                  <a:moveTo>
                    <a:pt x="162" y="1"/>
                  </a:moveTo>
                  <a:cubicBezTo>
                    <a:pt x="96" y="222"/>
                    <a:pt x="62" y="444"/>
                    <a:pt x="37" y="665"/>
                  </a:cubicBezTo>
                  <a:cubicBezTo>
                    <a:pt x="14" y="887"/>
                    <a:pt x="2" y="1110"/>
                    <a:pt x="2" y="1331"/>
                  </a:cubicBezTo>
                  <a:cubicBezTo>
                    <a:pt x="1" y="1553"/>
                    <a:pt x="11" y="1774"/>
                    <a:pt x="34" y="1996"/>
                  </a:cubicBezTo>
                  <a:cubicBezTo>
                    <a:pt x="58" y="2219"/>
                    <a:pt x="92" y="2440"/>
                    <a:pt x="158" y="2662"/>
                  </a:cubicBezTo>
                  <a:cubicBezTo>
                    <a:pt x="225" y="2440"/>
                    <a:pt x="259" y="2219"/>
                    <a:pt x="283" y="1997"/>
                  </a:cubicBezTo>
                  <a:cubicBezTo>
                    <a:pt x="307" y="1774"/>
                    <a:pt x="318" y="1553"/>
                    <a:pt x="318" y="1331"/>
                  </a:cubicBezTo>
                  <a:cubicBezTo>
                    <a:pt x="318" y="1110"/>
                    <a:pt x="308" y="888"/>
                    <a:pt x="286" y="665"/>
                  </a:cubicBezTo>
                  <a:cubicBezTo>
                    <a:pt x="261" y="444"/>
                    <a:pt x="227" y="222"/>
                    <a:pt x="16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57"/>
            <p:cNvSpPr/>
            <p:nvPr/>
          </p:nvSpPr>
          <p:spPr>
            <a:xfrm>
              <a:off x="1629150" y="3175150"/>
              <a:ext cx="7975" cy="66575"/>
            </a:xfrm>
            <a:custGeom>
              <a:avLst/>
              <a:gdLst/>
              <a:ahLst/>
              <a:cxnLst/>
              <a:rect l="l" t="t" r="r" b="b"/>
              <a:pathLst>
                <a:path w="319" h="2663" extrusionOk="0">
                  <a:moveTo>
                    <a:pt x="162" y="0"/>
                  </a:moveTo>
                  <a:cubicBezTo>
                    <a:pt x="95" y="222"/>
                    <a:pt x="60" y="444"/>
                    <a:pt x="36" y="666"/>
                  </a:cubicBezTo>
                  <a:cubicBezTo>
                    <a:pt x="12" y="887"/>
                    <a:pt x="0" y="1109"/>
                    <a:pt x="0" y="1330"/>
                  </a:cubicBezTo>
                  <a:cubicBezTo>
                    <a:pt x="0" y="1552"/>
                    <a:pt x="11" y="1775"/>
                    <a:pt x="34" y="1996"/>
                  </a:cubicBezTo>
                  <a:cubicBezTo>
                    <a:pt x="58" y="2218"/>
                    <a:pt x="92" y="2439"/>
                    <a:pt x="157" y="2662"/>
                  </a:cubicBezTo>
                  <a:cubicBezTo>
                    <a:pt x="223" y="2441"/>
                    <a:pt x="257" y="2218"/>
                    <a:pt x="283" y="1996"/>
                  </a:cubicBezTo>
                  <a:cubicBezTo>
                    <a:pt x="307" y="1775"/>
                    <a:pt x="317" y="1553"/>
                    <a:pt x="318" y="1332"/>
                  </a:cubicBezTo>
                  <a:cubicBezTo>
                    <a:pt x="318" y="1109"/>
                    <a:pt x="308" y="887"/>
                    <a:pt x="286" y="666"/>
                  </a:cubicBezTo>
                  <a:cubicBezTo>
                    <a:pt x="261" y="444"/>
                    <a:pt x="227" y="222"/>
                    <a:pt x="1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57"/>
            <p:cNvSpPr/>
            <p:nvPr/>
          </p:nvSpPr>
          <p:spPr>
            <a:xfrm>
              <a:off x="1553900" y="3160775"/>
              <a:ext cx="68650" cy="7950"/>
            </a:xfrm>
            <a:custGeom>
              <a:avLst/>
              <a:gdLst/>
              <a:ahLst/>
              <a:cxnLst/>
              <a:rect l="l" t="t" r="r" b="b"/>
              <a:pathLst>
                <a:path w="2746" h="318" extrusionOk="0">
                  <a:moveTo>
                    <a:pt x="1338" y="0"/>
                  </a:moveTo>
                  <a:cubicBezTo>
                    <a:pt x="1121" y="0"/>
                    <a:pt x="904" y="12"/>
                    <a:pt x="687" y="33"/>
                  </a:cubicBezTo>
                  <a:cubicBezTo>
                    <a:pt x="458" y="58"/>
                    <a:pt x="228" y="90"/>
                    <a:pt x="0" y="157"/>
                  </a:cubicBezTo>
                  <a:cubicBezTo>
                    <a:pt x="228" y="222"/>
                    <a:pt x="458" y="257"/>
                    <a:pt x="686" y="282"/>
                  </a:cubicBezTo>
                  <a:cubicBezTo>
                    <a:pt x="915" y="305"/>
                    <a:pt x="1143" y="317"/>
                    <a:pt x="1372" y="317"/>
                  </a:cubicBezTo>
                  <a:cubicBezTo>
                    <a:pt x="1385" y="317"/>
                    <a:pt x="1398" y="317"/>
                    <a:pt x="1411" y="317"/>
                  </a:cubicBezTo>
                  <a:cubicBezTo>
                    <a:pt x="1627" y="317"/>
                    <a:pt x="1842" y="307"/>
                    <a:pt x="2059" y="285"/>
                  </a:cubicBezTo>
                  <a:cubicBezTo>
                    <a:pt x="2287" y="261"/>
                    <a:pt x="2516" y="227"/>
                    <a:pt x="2746" y="161"/>
                  </a:cubicBezTo>
                  <a:cubicBezTo>
                    <a:pt x="2516" y="94"/>
                    <a:pt x="2288" y="60"/>
                    <a:pt x="2059" y="36"/>
                  </a:cubicBezTo>
                  <a:cubicBezTo>
                    <a:pt x="1831" y="11"/>
                    <a:pt x="1602" y="0"/>
                    <a:pt x="1372" y="0"/>
                  </a:cubicBezTo>
                  <a:cubicBezTo>
                    <a:pt x="1361" y="0"/>
                    <a:pt x="1349" y="0"/>
                    <a:pt x="13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57"/>
            <p:cNvSpPr/>
            <p:nvPr/>
          </p:nvSpPr>
          <p:spPr>
            <a:xfrm>
              <a:off x="1643875" y="3160900"/>
              <a:ext cx="68650" cy="7975"/>
            </a:xfrm>
            <a:custGeom>
              <a:avLst/>
              <a:gdLst/>
              <a:ahLst/>
              <a:cxnLst/>
              <a:rect l="l" t="t" r="r" b="b"/>
              <a:pathLst>
                <a:path w="2746" h="319" extrusionOk="0">
                  <a:moveTo>
                    <a:pt x="1374" y="1"/>
                  </a:moveTo>
                  <a:cubicBezTo>
                    <a:pt x="1144" y="1"/>
                    <a:pt x="915" y="11"/>
                    <a:pt x="687" y="33"/>
                  </a:cubicBezTo>
                  <a:cubicBezTo>
                    <a:pt x="458" y="58"/>
                    <a:pt x="230" y="92"/>
                    <a:pt x="0" y="157"/>
                  </a:cubicBezTo>
                  <a:cubicBezTo>
                    <a:pt x="228" y="223"/>
                    <a:pt x="458" y="259"/>
                    <a:pt x="686" y="283"/>
                  </a:cubicBezTo>
                  <a:cubicBezTo>
                    <a:pt x="915" y="307"/>
                    <a:pt x="1143" y="317"/>
                    <a:pt x="1372" y="319"/>
                  </a:cubicBezTo>
                  <a:cubicBezTo>
                    <a:pt x="1602" y="319"/>
                    <a:pt x="1830" y="308"/>
                    <a:pt x="2059" y="285"/>
                  </a:cubicBezTo>
                  <a:cubicBezTo>
                    <a:pt x="2287" y="261"/>
                    <a:pt x="2516" y="227"/>
                    <a:pt x="2746" y="162"/>
                  </a:cubicBezTo>
                  <a:cubicBezTo>
                    <a:pt x="2516" y="96"/>
                    <a:pt x="2288" y="62"/>
                    <a:pt x="2059" y="36"/>
                  </a:cubicBezTo>
                  <a:cubicBezTo>
                    <a:pt x="1831" y="12"/>
                    <a:pt x="1602" y="2"/>
                    <a:pt x="137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2" name="Google Shape;832;p57"/>
          <p:cNvSpPr/>
          <p:nvPr/>
        </p:nvSpPr>
        <p:spPr>
          <a:xfrm>
            <a:off x="2101722" y="3758870"/>
            <a:ext cx="522464" cy="581169"/>
          </a:xfrm>
          <a:custGeom>
            <a:avLst/>
            <a:gdLst/>
            <a:ahLst/>
            <a:cxnLst/>
            <a:rect l="l" t="t" r="r" b="b"/>
            <a:pathLst>
              <a:path w="19455" h="21641" extrusionOk="0">
                <a:moveTo>
                  <a:pt x="12932" y="4586"/>
                </a:moveTo>
                <a:lnTo>
                  <a:pt x="12932" y="4586"/>
                </a:lnTo>
                <a:lnTo>
                  <a:pt x="12932" y="4586"/>
                </a:lnTo>
                <a:close/>
                <a:moveTo>
                  <a:pt x="9728" y="1"/>
                </a:moveTo>
                <a:lnTo>
                  <a:pt x="9512" y="9237"/>
                </a:lnTo>
                <a:lnTo>
                  <a:pt x="9468" y="9154"/>
                </a:lnTo>
                <a:lnTo>
                  <a:pt x="9471" y="9295"/>
                </a:lnTo>
                <a:lnTo>
                  <a:pt x="9471" y="9295"/>
                </a:lnTo>
                <a:lnTo>
                  <a:pt x="6522" y="4586"/>
                </a:lnTo>
                <a:lnTo>
                  <a:pt x="9125" y="9485"/>
                </a:lnTo>
                <a:lnTo>
                  <a:pt x="9014" y="9415"/>
                </a:lnTo>
                <a:lnTo>
                  <a:pt x="9085" y="9528"/>
                </a:lnTo>
                <a:lnTo>
                  <a:pt x="4183" y="6925"/>
                </a:lnTo>
                <a:lnTo>
                  <a:pt x="8893" y="9874"/>
                </a:lnTo>
                <a:lnTo>
                  <a:pt x="8893" y="9874"/>
                </a:lnTo>
                <a:lnTo>
                  <a:pt x="8752" y="9871"/>
                </a:lnTo>
                <a:lnTo>
                  <a:pt x="8837" y="9916"/>
                </a:lnTo>
                <a:lnTo>
                  <a:pt x="8837" y="9916"/>
                </a:lnTo>
                <a:lnTo>
                  <a:pt x="1" y="10130"/>
                </a:lnTo>
                <a:lnTo>
                  <a:pt x="8836" y="10343"/>
                </a:lnTo>
                <a:lnTo>
                  <a:pt x="8836" y="10343"/>
                </a:lnTo>
                <a:lnTo>
                  <a:pt x="8752" y="10388"/>
                </a:lnTo>
                <a:lnTo>
                  <a:pt x="8752" y="10388"/>
                </a:lnTo>
                <a:lnTo>
                  <a:pt x="8893" y="10385"/>
                </a:lnTo>
                <a:lnTo>
                  <a:pt x="8893" y="10385"/>
                </a:lnTo>
                <a:lnTo>
                  <a:pt x="4183" y="13334"/>
                </a:lnTo>
                <a:lnTo>
                  <a:pt x="9085" y="10731"/>
                </a:lnTo>
                <a:lnTo>
                  <a:pt x="9014" y="10844"/>
                </a:lnTo>
                <a:lnTo>
                  <a:pt x="9127" y="10774"/>
                </a:lnTo>
                <a:lnTo>
                  <a:pt x="6522" y="15675"/>
                </a:lnTo>
                <a:lnTo>
                  <a:pt x="9472" y="10964"/>
                </a:lnTo>
                <a:lnTo>
                  <a:pt x="9472" y="10964"/>
                </a:lnTo>
                <a:lnTo>
                  <a:pt x="9468" y="11106"/>
                </a:lnTo>
                <a:lnTo>
                  <a:pt x="9507" y="11033"/>
                </a:lnTo>
                <a:lnTo>
                  <a:pt x="9728" y="21640"/>
                </a:lnTo>
                <a:lnTo>
                  <a:pt x="9948" y="11033"/>
                </a:lnTo>
                <a:lnTo>
                  <a:pt x="9987" y="11106"/>
                </a:lnTo>
                <a:lnTo>
                  <a:pt x="9984" y="10965"/>
                </a:lnTo>
                <a:lnTo>
                  <a:pt x="12932" y="15675"/>
                </a:lnTo>
                <a:lnTo>
                  <a:pt x="10328" y="10773"/>
                </a:lnTo>
                <a:lnTo>
                  <a:pt x="10442" y="10844"/>
                </a:lnTo>
                <a:lnTo>
                  <a:pt x="10371" y="10731"/>
                </a:lnTo>
                <a:lnTo>
                  <a:pt x="15272" y="13334"/>
                </a:lnTo>
                <a:lnTo>
                  <a:pt x="10562" y="10385"/>
                </a:lnTo>
                <a:lnTo>
                  <a:pt x="10562" y="10385"/>
                </a:lnTo>
                <a:lnTo>
                  <a:pt x="10704" y="10388"/>
                </a:lnTo>
                <a:lnTo>
                  <a:pt x="10619" y="10343"/>
                </a:lnTo>
                <a:lnTo>
                  <a:pt x="10619" y="10343"/>
                </a:lnTo>
                <a:lnTo>
                  <a:pt x="19455" y="10130"/>
                </a:lnTo>
                <a:lnTo>
                  <a:pt x="10619" y="9916"/>
                </a:lnTo>
                <a:lnTo>
                  <a:pt x="10619" y="9916"/>
                </a:lnTo>
                <a:lnTo>
                  <a:pt x="10704" y="9871"/>
                </a:lnTo>
                <a:lnTo>
                  <a:pt x="10562" y="9874"/>
                </a:lnTo>
                <a:lnTo>
                  <a:pt x="10562" y="9874"/>
                </a:lnTo>
                <a:lnTo>
                  <a:pt x="15272" y="6925"/>
                </a:lnTo>
                <a:lnTo>
                  <a:pt x="10371" y="9528"/>
                </a:lnTo>
                <a:lnTo>
                  <a:pt x="10442" y="9415"/>
                </a:lnTo>
                <a:lnTo>
                  <a:pt x="10329" y="9485"/>
                </a:lnTo>
                <a:lnTo>
                  <a:pt x="12932" y="4586"/>
                </a:lnTo>
                <a:lnTo>
                  <a:pt x="9984" y="9294"/>
                </a:lnTo>
                <a:lnTo>
                  <a:pt x="9987" y="9154"/>
                </a:lnTo>
                <a:lnTo>
                  <a:pt x="9943" y="9237"/>
                </a:lnTo>
                <a:lnTo>
                  <a:pt x="9728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57"/>
          <p:cNvSpPr/>
          <p:nvPr/>
        </p:nvSpPr>
        <p:spPr>
          <a:xfrm>
            <a:off x="1527400" y="3507744"/>
            <a:ext cx="442705" cy="472433"/>
          </a:xfrm>
          <a:custGeom>
            <a:avLst/>
            <a:gdLst/>
            <a:ahLst/>
            <a:cxnLst/>
            <a:rect l="l" t="t" r="r" b="b"/>
            <a:pathLst>
              <a:path w="16485" h="17592" extrusionOk="0">
                <a:moveTo>
                  <a:pt x="7876" y="1"/>
                </a:moveTo>
                <a:lnTo>
                  <a:pt x="7285" y="8196"/>
                </a:lnTo>
                <a:lnTo>
                  <a:pt x="5141" y="5721"/>
                </a:lnTo>
                <a:lnTo>
                  <a:pt x="6780" y="8718"/>
                </a:lnTo>
                <a:lnTo>
                  <a:pt x="1" y="7164"/>
                </a:lnTo>
                <a:lnTo>
                  <a:pt x="1" y="7164"/>
                </a:lnTo>
                <a:lnTo>
                  <a:pt x="6194" y="10067"/>
                </a:lnTo>
                <a:lnTo>
                  <a:pt x="2831" y="11601"/>
                </a:lnTo>
                <a:lnTo>
                  <a:pt x="2831" y="11601"/>
                </a:lnTo>
                <a:lnTo>
                  <a:pt x="6464" y="10683"/>
                </a:lnTo>
                <a:lnTo>
                  <a:pt x="2696" y="17403"/>
                </a:lnTo>
                <a:lnTo>
                  <a:pt x="7575" y="11511"/>
                </a:lnTo>
                <a:lnTo>
                  <a:pt x="7772" y="15357"/>
                </a:lnTo>
                <a:lnTo>
                  <a:pt x="8242" y="11625"/>
                </a:lnTo>
                <a:lnTo>
                  <a:pt x="13096" y="17592"/>
                </a:lnTo>
                <a:lnTo>
                  <a:pt x="9245" y="10645"/>
                </a:lnTo>
                <a:lnTo>
                  <a:pt x="13004" y="11630"/>
                </a:lnTo>
                <a:lnTo>
                  <a:pt x="9667" y="10060"/>
                </a:lnTo>
                <a:lnTo>
                  <a:pt x="16484" y="7373"/>
                </a:lnTo>
                <a:lnTo>
                  <a:pt x="16484" y="7373"/>
                </a:lnTo>
                <a:lnTo>
                  <a:pt x="9156" y="8799"/>
                </a:lnTo>
                <a:lnTo>
                  <a:pt x="11457" y="5046"/>
                </a:lnTo>
                <a:lnTo>
                  <a:pt x="8567" y="8452"/>
                </a:lnTo>
                <a:lnTo>
                  <a:pt x="7876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4" name="Google Shape;834;p57"/>
          <p:cNvGrpSpPr/>
          <p:nvPr/>
        </p:nvGrpSpPr>
        <p:grpSpPr>
          <a:xfrm>
            <a:off x="848097" y="3724255"/>
            <a:ext cx="485404" cy="615705"/>
            <a:chOff x="993275" y="3966775"/>
            <a:chExt cx="451875" cy="573175"/>
          </a:xfrm>
        </p:grpSpPr>
        <p:sp>
          <p:nvSpPr>
            <p:cNvPr id="835" name="Google Shape;835;p57"/>
            <p:cNvSpPr/>
            <p:nvPr/>
          </p:nvSpPr>
          <p:spPr>
            <a:xfrm>
              <a:off x="1073725" y="4005300"/>
              <a:ext cx="255725" cy="519350"/>
            </a:xfrm>
            <a:custGeom>
              <a:avLst/>
              <a:gdLst/>
              <a:ahLst/>
              <a:cxnLst/>
              <a:rect l="l" t="t" r="r" b="b"/>
              <a:pathLst>
                <a:path w="10229" h="20774" extrusionOk="0">
                  <a:moveTo>
                    <a:pt x="5350" y="3424"/>
                  </a:moveTo>
                  <a:cubicBezTo>
                    <a:pt x="5664" y="4826"/>
                    <a:pt x="6174" y="6167"/>
                    <a:pt x="6875" y="7424"/>
                  </a:cubicBezTo>
                  <a:cubicBezTo>
                    <a:pt x="7543" y="8618"/>
                    <a:pt x="8370" y="9712"/>
                    <a:pt x="9339" y="10684"/>
                  </a:cubicBezTo>
                  <a:cubicBezTo>
                    <a:pt x="8261" y="11616"/>
                    <a:pt x="7343" y="12705"/>
                    <a:pt x="6610" y="13924"/>
                  </a:cubicBezTo>
                  <a:cubicBezTo>
                    <a:pt x="5927" y="15056"/>
                    <a:pt x="5420" y="16269"/>
                    <a:pt x="5096" y="17543"/>
                  </a:cubicBezTo>
                  <a:cubicBezTo>
                    <a:pt x="4749" y="16307"/>
                    <a:pt x="4242" y="15125"/>
                    <a:pt x="3584" y="14016"/>
                  </a:cubicBezTo>
                  <a:cubicBezTo>
                    <a:pt x="2853" y="12785"/>
                    <a:pt x="1949" y="11669"/>
                    <a:pt x="892" y="10699"/>
                  </a:cubicBezTo>
                  <a:cubicBezTo>
                    <a:pt x="1933" y="9734"/>
                    <a:pt x="2836" y="8637"/>
                    <a:pt x="3581" y="7436"/>
                  </a:cubicBezTo>
                  <a:cubicBezTo>
                    <a:pt x="4357" y="6183"/>
                    <a:pt x="4948" y="4839"/>
                    <a:pt x="5350" y="3424"/>
                  </a:cubicBezTo>
                  <a:close/>
                  <a:moveTo>
                    <a:pt x="5453" y="1"/>
                  </a:moveTo>
                  <a:lnTo>
                    <a:pt x="5102" y="1882"/>
                  </a:lnTo>
                  <a:cubicBezTo>
                    <a:pt x="4752" y="3755"/>
                    <a:pt x="4071" y="5518"/>
                    <a:pt x="3076" y="7123"/>
                  </a:cubicBezTo>
                  <a:cubicBezTo>
                    <a:pt x="2303" y="8370"/>
                    <a:pt x="1353" y="9498"/>
                    <a:pt x="252" y="10478"/>
                  </a:cubicBezTo>
                  <a:lnTo>
                    <a:pt x="1" y="10701"/>
                  </a:lnTo>
                  <a:lnTo>
                    <a:pt x="253" y="10923"/>
                  </a:lnTo>
                  <a:cubicBezTo>
                    <a:pt x="1369" y="11904"/>
                    <a:pt x="2317" y="13047"/>
                    <a:pt x="3073" y="14318"/>
                  </a:cubicBezTo>
                  <a:cubicBezTo>
                    <a:pt x="3932" y="15766"/>
                    <a:pt x="4521" y="17341"/>
                    <a:pt x="4823" y="19004"/>
                  </a:cubicBezTo>
                  <a:lnTo>
                    <a:pt x="5145" y="20774"/>
                  </a:lnTo>
                  <a:lnTo>
                    <a:pt x="5410" y="18995"/>
                  </a:lnTo>
                  <a:cubicBezTo>
                    <a:pt x="5661" y="17296"/>
                    <a:pt x="6237" y="15693"/>
                    <a:pt x="7118" y="14230"/>
                  </a:cubicBezTo>
                  <a:cubicBezTo>
                    <a:pt x="7874" y="12975"/>
                    <a:pt x="8834" y="11865"/>
                    <a:pt x="9970" y="10929"/>
                  </a:cubicBezTo>
                  <a:lnTo>
                    <a:pt x="10228" y="10717"/>
                  </a:lnTo>
                  <a:lnTo>
                    <a:pt x="9987" y="10486"/>
                  </a:lnTo>
                  <a:cubicBezTo>
                    <a:pt x="8958" y="9500"/>
                    <a:pt x="8086" y="8371"/>
                    <a:pt x="7394" y="7135"/>
                  </a:cubicBezTo>
                  <a:cubicBezTo>
                    <a:pt x="6492" y="5516"/>
                    <a:pt x="5918" y="3756"/>
                    <a:pt x="5688" y="1900"/>
                  </a:cubicBezTo>
                  <a:lnTo>
                    <a:pt x="54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57"/>
            <p:cNvSpPr/>
            <p:nvPr/>
          </p:nvSpPr>
          <p:spPr>
            <a:xfrm>
              <a:off x="993275" y="3966775"/>
              <a:ext cx="80700" cy="200325"/>
            </a:xfrm>
            <a:custGeom>
              <a:avLst/>
              <a:gdLst/>
              <a:ahLst/>
              <a:cxnLst/>
              <a:rect l="l" t="t" r="r" b="b"/>
              <a:pathLst>
                <a:path w="3228" h="8013" extrusionOk="0">
                  <a:moveTo>
                    <a:pt x="1656" y="2992"/>
                  </a:moveTo>
                  <a:cubicBezTo>
                    <a:pt x="1715" y="3137"/>
                    <a:pt x="1784" y="3277"/>
                    <a:pt x="1861" y="3415"/>
                  </a:cubicBezTo>
                  <a:cubicBezTo>
                    <a:pt x="1999" y="3664"/>
                    <a:pt x="2166" y="3897"/>
                    <a:pt x="2355" y="4111"/>
                  </a:cubicBezTo>
                  <a:cubicBezTo>
                    <a:pt x="2140" y="4322"/>
                    <a:pt x="1953" y="4558"/>
                    <a:pt x="1797" y="4817"/>
                  </a:cubicBezTo>
                  <a:cubicBezTo>
                    <a:pt x="1725" y="4936"/>
                    <a:pt x="1662" y="5058"/>
                    <a:pt x="1604" y="5184"/>
                  </a:cubicBezTo>
                  <a:cubicBezTo>
                    <a:pt x="1551" y="5066"/>
                    <a:pt x="1490" y="4953"/>
                    <a:pt x="1423" y="4841"/>
                  </a:cubicBezTo>
                  <a:cubicBezTo>
                    <a:pt x="1269" y="4582"/>
                    <a:pt x="1087" y="4342"/>
                    <a:pt x="877" y="4126"/>
                  </a:cubicBezTo>
                  <a:cubicBezTo>
                    <a:pt x="1083" y="3913"/>
                    <a:pt x="1265" y="3679"/>
                    <a:pt x="1420" y="3427"/>
                  </a:cubicBezTo>
                  <a:cubicBezTo>
                    <a:pt x="1508" y="3286"/>
                    <a:pt x="1587" y="3140"/>
                    <a:pt x="1656" y="2992"/>
                  </a:cubicBezTo>
                  <a:close/>
                  <a:moveTo>
                    <a:pt x="1745" y="0"/>
                  </a:moveTo>
                  <a:lnTo>
                    <a:pt x="1393" y="1880"/>
                  </a:lnTo>
                  <a:cubicBezTo>
                    <a:pt x="1311" y="2322"/>
                    <a:pt x="1149" y="2736"/>
                    <a:pt x="916" y="3114"/>
                  </a:cubicBezTo>
                  <a:cubicBezTo>
                    <a:pt x="734" y="3408"/>
                    <a:pt x="511" y="3673"/>
                    <a:pt x="252" y="3904"/>
                  </a:cubicBezTo>
                  <a:lnTo>
                    <a:pt x="0" y="4127"/>
                  </a:lnTo>
                  <a:lnTo>
                    <a:pt x="253" y="4348"/>
                  </a:lnTo>
                  <a:cubicBezTo>
                    <a:pt x="514" y="4579"/>
                    <a:pt x="736" y="4846"/>
                    <a:pt x="914" y="5144"/>
                  </a:cubicBezTo>
                  <a:cubicBezTo>
                    <a:pt x="1114" y="5483"/>
                    <a:pt x="1252" y="5853"/>
                    <a:pt x="1323" y="6242"/>
                  </a:cubicBezTo>
                  <a:lnTo>
                    <a:pt x="1645" y="8012"/>
                  </a:lnTo>
                  <a:lnTo>
                    <a:pt x="1909" y="6233"/>
                  </a:lnTo>
                  <a:cubicBezTo>
                    <a:pt x="1968" y="5838"/>
                    <a:pt x="2102" y="5464"/>
                    <a:pt x="2307" y="5124"/>
                  </a:cubicBezTo>
                  <a:cubicBezTo>
                    <a:pt x="2482" y="4832"/>
                    <a:pt x="2707" y="4572"/>
                    <a:pt x="2971" y="4355"/>
                  </a:cubicBezTo>
                  <a:lnTo>
                    <a:pt x="3228" y="4144"/>
                  </a:lnTo>
                  <a:lnTo>
                    <a:pt x="2987" y="3912"/>
                  </a:lnTo>
                  <a:cubicBezTo>
                    <a:pt x="2746" y="3680"/>
                    <a:pt x="2541" y="3415"/>
                    <a:pt x="2380" y="3126"/>
                  </a:cubicBezTo>
                  <a:cubicBezTo>
                    <a:pt x="2168" y="2747"/>
                    <a:pt x="2033" y="2334"/>
                    <a:pt x="1979" y="1899"/>
                  </a:cubicBezTo>
                  <a:lnTo>
                    <a:pt x="174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Google Shape;837;p57"/>
            <p:cNvSpPr/>
            <p:nvPr/>
          </p:nvSpPr>
          <p:spPr>
            <a:xfrm>
              <a:off x="1342575" y="4299800"/>
              <a:ext cx="102575" cy="240150"/>
            </a:xfrm>
            <a:custGeom>
              <a:avLst/>
              <a:gdLst/>
              <a:ahLst/>
              <a:cxnLst/>
              <a:rect l="l" t="t" r="r" b="b"/>
              <a:pathLst>
                <a:path w="4103" h="9606" extrusionOk="0">
                  <a:moveTo>
                    <a:pt x="2115" y="3093"/>
                  </a:moveTo>
                  <a:cubicBezTo>
                    <a:pt x="2216" y="3377"/>
                    <a:pt x="2340" y="3651"/>
                    <a:pt x="2487" y="3916"/>
                  </a:cubicBezTo>
                  <a:cubicBezTo>
                    <a:pt x="2691" y="4283"/>
                    <a:pt x="2939" y="4623"/>
                    <a:pt x="3224" y="4932"/>
                  </a:cubicBezTo>
                  <a:cubicBezTo>
                    <a:pt x="2904" y="5233"/>
                    <a:pt x="2626" y="5576"/>
                    <a:pt x="2398" y="5954"/>
                  </a:cubicBezTo>
                  <a:cubicBezTo>
                    <a:pt x="2257" y="6188"/>
                    <a:pt x="2138" y="6430"/>
                    <a:pt x="2040" y="6682"/>
                  </a:cubicBezTo>
                  <a:cubicBezTo>
                    <a:pt x="1942" y="6442"/>
                    <a:pt x="1826" y="6210"/>
                    <a:pt x="1693" y="5987"/>
                  </a:cubicBezTo>
                  <a:cubicBezTo>
                    <a:pt x="1468" y="5607"/>
                    <a:pt x="1195" y="5258"/>
                    <a:pt x="883" y="4946"/>
                  </a:cubicBezTo>
                  <a:cubicBezTo>
                    <a:pt x="1190" y="4639"/>
                    <a:pt x="1461" y="4297"/>
                    <a:pt x="1691" y="3927"/>
                  </a:cubicBezTo>
                  <a:cubicBezTo>
                    <a:pt x="1856" y="3660"/>
                    <a:pt x="1998" y="3381"/>
                    <a:pt x="2115" y="3093"/>
                  </a:cubicBezTo>
                  <a:close/>
                  <a:moveTo>
                    <a:pt x="2208" y="0"/>
                  </a:moveTo>
                  <a:lnTo>
                    <a:pt x="1856" y="1882"/>
                  </a:lnTo>
                  <a:cubicBezTo>
                    <a:pt x="1740" y="2501"/>
                    <a:pt x="1515" y="3084"/>
                    <a:pt x="1186" y="3615"/>
                  </a:cubicBezTo>
                  <a:cubicBezTo>
                    <a:pt x="931" y="4028"/>
                    <a:pt x="616" y="4400"/>
                    <a:pt x="252" y="4726"/>
                  </a:cubicBezTo>
                  <a:lnTo>
                    <a:pt x="1" y="4949"/>
                  </a:lnTo>
                  <a:lnTo>
                    <a:pt x="253" y="5170"/>
                  </a:lnTo>
                  <a:cubicBezTo>
                    <a:pt x="621" y="5494"/>
                    <a:pt x="934" y="5870"/>
                    <a:pt x="1184" y="6290"/>
                  </a:cubicBezTo>
                  <a:cubicBezTo>
                    <a:pt x="1466" y="6768"/>
                    <a:pt x="1661" y="7288"/>
                    <a:pt x="1760" y="7836"/>
                  </a:cubicBezTo>
                  <a:lnTo>
                    <a:pt x="2082" y="9606"/>
                  </a:lnTo>
                  <a:lnTo>
                    <a:pt x="2346" y="7827"/>
                  </a:lnTo>
                  <a:cubicBezTo>
                    <a:pt x="2429" y="7268"/>
                    <a:pt x="2618" y="6741"/>
                    <a:pt x="2908" y="6261"/>
                  </a:cubicBezTo>
                  <a:cubicBezTo>
                    <a:pt x="3157" y="5848"/>
                    <a:pt x="3472" y="5483"/>
                    <a:pt x="3845" y="5177"/>
                  </a:cubicBezTo>
                  <a:lnTo>
                    <a:pt x="4103" y="4965"/>
                  </a:lnTo>
                  <a:lnTo>
                    <a:pt x="3861" y="4733"/>
                  </a:lnTo>
                  <a:cubicBezTo>
                    <a:pt x="3521" y="4407"/>
                    <a:pt x="3235" y="4036"/>
                    <a:pt x="3007" y="3626"/>
                  </a:cubicBezTo>
                  <a:cubicBezTo>
                    <a:pt x="2708" y="3093"/>
                    <a:pt x="2518" y="2512"/>
                    <a:pt x="2442" y="1899"/>
                  </a:cubicBezTo>
                  <a:lnTo>
                    <a:pt x="220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8" name="Google Shape;838;p57"/>
          <p:cNvSpPr/>
          <p:nvPr/>
        </p:nvSpPr>
        <p:spPr>
          <a:xfrm>
            <a:off x="848125" y="3117588"/>
            <a:ext cx="431694" cy="431694"/>
          </a:xfrm>
          <a:custGeom>
            <a:avLst/>
            <a:gdLst/>
            <a:ahLst/>
            <a:cxnLst/>
            <a:rect l="l" t="t" r="r" b="b"/>
            <a:pathLst>
              <a:path w="16075" h="16075" extrusionOk="0">
                <a:moveTo>
                  <a:pt x="8037" y="1"/>
                </a:moveTo>
                <a:lnTo>
                  <a:pt x="6648" y="4681"/>
                </a:lnTo>
                <a:lnTo>
                  <a:pt x="2355" y="2355"/>
                </a:lnTo>
                <a:lnTo>
                  <a:pt x="2355" y="2355"/>
                </a:lnTo>
                <a:lnTo>
                  <a:pt x="4681" y="6649"/>
                </a:lnTo>
                <a:lnTo>
                  <a:pt x="0" y="8038"/>
                </a:lnTo>
                <a:lnTo>
                  <a:pt x="4681" y="9428"/>
                </a:lnTo>
                <a:lnTo>
                  <a:pt x="2355" y="13722"/>
                </a:lnTo>
                <a:lnTo>
                  <a:pt x="6648" y="11394"/>
                </a:lnTo>
                <a:lnTo>
                  <a:pt x="8037" y="16075"/>
                </a:lnTo>
                <a:lnTo>
                  <a:pt x="9428" y="11394"/>
                </a:lnTo>
                <a:lnTo>
                  <a:pt x="13721" y="13722"/>
                </a:lnTo>
                <a:lnTo>
                  <a:pt x="11395" y="9428"/>
                </a:lnTo>
                <a:lnTo>
                  <a:pt x="16075" y="8038"/>
                </a:lnTo>
                <a:lnTo>
                  <a:pt x="11395" y="6649"/>
                </a:lnTo>
                <a:lnTo>
                  <a:pt x="13721" y="2355"/>
                </a:lnTo>
                <a:lnTo>
                  <a:pt x="13721" y="2355"/>
                </a:lnTo>
                <a:lnTo>
                  <a:pt x="9428" y="4681"/>
                </a:lnTo>
                <a:lnTo>
                  <a:pt x="80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99;p56">
            <a:extLst>
              <a:ext uri="{FF2B5EF4-FFF2-40B4-BE49-F238E27FC236}">
                <a16:creationId xmlns:a16="http://schemas.microsoft.com/office/drawing/2014/main" id="{442596BD-6FA8-6F9B-966C-7BD11F8E91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2954" y="462718"/>
            <a:ext cx="4448100" cy="12551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0" dirty="0"/>
              <a:t>Thanks!</a:t>
            </a:r>
            <a:endParaRPr sz="7500" dirty="0"/>
          </a:p>
        </p:txBody>
      </p:sp>
      <p:cxnSp>
        <p:nvCxnSpPr>
          <p:cNvPr id="9" name="Google Shape;802;p56">
            <a:extLst>
              <a:ext uri="{FF2B5EF4-FFF2-40B4-BE49-F238E27FC236}">
                <a16:creationId xmlns:a16="http://schemas.microsoft.com/office/drawing/2014/main" id="{3F2AE115-71EB-A639-8C73-308E4550CF92}"/>
              </a:ext>
            </a:extLst>
          </p:cNvPr>
          <p:cNvCxnSpPr/>
          <p:nvPr/>
        </p:nvCxnSpPr>
        <p:spPr>
          <a:xfrm>
            <a:off x="2202000" y="1717825"/>
            <a:ext cx="47400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10" name="Google Shape;803;p56">
            <a:extLst>
              <a:ext uri="{FF2B5EF4-FFF2-40B4-BE49-F238E27FC236}">
                <a16:creationId xmlns:a16="http://schemas.microsoft.com/office/drawing/2014/main" id="{7772D39D-6FED-C627-320B-574BE24D1DEC}"/>
              </a:ext>
            </a:extLst>
          </p:cNvPr>
          <p:cNvSpPr/>
          <p:nvPr/>
        </p:nvSpPr>
        <p:spPr>
          <a:xfrm>
            <a:off x="1650400" y="10748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04;p56">
            <a:extLst>
              <a:ext uri="{FF2B5EF4-FFF2-40B4-BE49-F238E27FC236}">
                <a16:creationId xmlns:a16="http://schemas.microsoft.com/office/drawing/2014/main" id="{7BD4BD7B-8CE2-24A2-8088-7E8E2E468E63}"/>
              </a:ext>
            </a:extLst>
          </p:cNvPr>
          <p:cNvSpPr/>
          <p:nvPr/>
        </p:nvSpPr>
        <p:spPr>
          <a:xfrm>
            <a:off x="7254100" y="1074863"/>
            <a:ext cx="239400" cy="239400"/>
          </a:xfrm>
          <a:prstGeom prst="star4">
            <a:avLst>
              <a:gd name="adj" fmla="val 15727"/>
            </a:avLst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Bachelor Thesis by Slidesgo">
  <a:themeElements>
    <a:clrScheme name="Simple Light">
      <a:dk1>
        <a:srgbClr val="5C5C5F"/>
      </a:dk1>
      <a:lt1>
        <a:srgbClr val="D8CEC9"/>
      </a:lt1>
      <a:dk2>
        <a:srgbClr val="927C71"/>
      </a:dk2>
      <a:lt2>
        <a:srgbClr val="FAFAFA"/>
      </a:lt2>
      <a:accent1>
        <a:srgbClr val="C99A7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190</Words>
  <Application>Microsoft Office PowerPoint</Application>
  <PresentationFormat>如螢幕大小 (16:9)</PresentationFormat>
  <Paragraphs>56</Paragraphs>
  <Slides>11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Quicksand</vt:lpstr>
      <vt:lpstr>Aptos</vt:lpstr>
      <vt:lpstr>Wingdings</vt:lpstr>
      <vt:lpstr>Nunito Light</vt:lpstr>
      <vt:lpstr>Arial</vt:lpstr>
      <vt:lpstr>Bebas Neue</vt:lpstr>
      <vt:lpstr>Mulish</vt:lpstr>
      <vt:lpstr>Elegant Bachelor Thesis by Slidesgo</vt:lpstr>
      <vt:lpstr>求職市場資料蒐集系統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Aaron Dai</dc:creator>
  <cp:lastModifiedBy>Aaron Dai</cp:lastModifiedBy>
  <cp:revision>11</cp:revision>
  <dcterms:modified xsi:type="dcterms:W3CDTF">2025-12-03T02:39:34Z</dcterms:modified>
</cp:coreProperties>
</file>